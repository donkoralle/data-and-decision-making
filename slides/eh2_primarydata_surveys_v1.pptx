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3" r:id="rId4"/>
  </p:sldMasterIdLst>
  <p:notesMasterIdLst>
    <p:notesMasterId r:id="rId49"/>
  </p:notesMasterIdLst>
  <p:handoutMasterIdLst>
    <p:handoutMasterId r:id="rId50"/>
  </p:handoutMasterIdLst>
  <p:sldIdLst>
    <p:sldId id="274" r:id="rId5"/>
    <p:sldId id="278" r:id="rId6"/>
    <p:sldId id="289" r:id="rId7"/>
    <p:sldId id="693" r:id="rId8"/>
    <p:sldId id="1325" r:id="rId9"/>
    <p:sldId id="818" r:id="rId10"/>
    <p:sldId id="751" r:id="rId11"/>
    <p:sldId id="829" r:id="rId12"/>
    <p:sldId id="750" r:id="rId13"/>
    <p:sldId id="753" r:id="rId14"/>
    <p:sldId id="754" r:id="rId15"/>
    <p:sldId id="830" r:id="rId16"/>
    <p:sldId id="757" r:id="rId17"/>
    <p:sldId id="831" r:id="rId18"/>
    <p:sldId id="759" r:id="rId19"/>
    <p:sldId id="819" r:id="rId20"/>
    <p:sldId id="767" r:id="rId21"/>
    <p:sldId id="760" r:id="rId22"/>
    <p:sldId id="761" r:id="rId23"/>
    <p:sldId id="762" r:id="rId24"/>
    <p:sldId id="763" r:id="rId25"/>
    <p:sldId id="764" r:id="rId26"/>
    <p:sldId id="765" r:id="rId27"/>
    <p:sldId id="832" r:id="rId28"/>
    <p:sldId id="310" r:id="rId29"/>
    <p:sldId id="1326" r:id="rId30"/>
    <p:sldId id="1310" r:id="rId31"/>
    <p:sldId id="1327" r:id="rId32"/>
    <p:sldId id="833" r:id="rId33"/>
    <p:sldId id="722" r:id="rId34"/>
    <p:sldId id="769" r:id="rId35"/>
    <p:sldId id="768" r:id="rId36"/>
    <p:sldId id="770" r:id="rId37"/>
    <p:sldId id="1329" r:id="rId38"/>
    <p:sldId id="388" r:id="rId39"/>
    <p:sldId id="389" r:id="rId40"/>
    <p:sldId id="390" r:id="rId41"/>
    <p:sldId id="473" r:id="rId42"/>
    <p:sldId id="472" r:id="rId43"/>
    <p:sldId id="1328" r:id="rId44"/>
    <p:sldId id="480" r:id="rId45"/>
    <p:sldId id="1113" r:id="rId46"/>
    <p:sldId id="1307" r:id="rId47"/>
    <p:sldId id="277" r:id="rId4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D2C1C888-9A83-4848-AEE8-73DF981D9669}">
          <p14:sldIdLst>
            <p14:sldId id="274"/>
            <p14:sldId id="278"/>
          </p14:sldIdLst>
        </p14:section>
        <p14:section name="tl;dl" id="{298AE80C-E6DD-429C-9231-AAC241A12875}">
          <p14:sldIdLst>
            <p14:sldId id="289"/>
            <p14:sldId id="693"/>
            <p14:sldId id="1325"/>
            <p14:sldId id="818"/>
            <p14:sldId id="751"/>
            <p14:sldId id="829"/>
            <p14:sldId id="750"/>
            <p14:sldId id="753"/>
            <p14:sldId id="754"/>
            <p14:sldId id="830"/>
            <p14:sldId id="757"/>
            <p14:sldId id="831"/>
            <p14:sldId id="759"/>
            <p14:sldId id="819"/>
            <p14:sldId id="767"/>
            <p14:sldId id="760"/>
            <p14:sldId id="761"/>
            <p14:sldId id="762"/>
            <p14:sldId id="763"/>
            <p14:sldId id="764"/>
            <p14:sldId id="765"/>
            <p14:sldId id="832"/>
          </p14:sldIdLst>
        </p14:section>
        <p14:section name="Action with SociSurvey" id="{80345DB6-DA04-4A2E-92C6-20D67C0B4E18}">
          <p14:sldIdLst>
            <p14:sldId id="310"/>
            <p14:sldId id="1326"/>
            <p14:sldId id="1310"/>
          </p14:sldIdLst>
        </p14:section>
        <p14:section name="Sampling" id="{B73CD2E3-6418-4B23-B240-F3225FBEEB8E}">
          <p14:sldIdLst>
            <p14:sldId id="1327"/>
            <p14:sldId id="833"/>
            <p14:sldId id="722"/>
            <p14:sldId id="769"/>
            <p14:sldId id="768"/>
            <p14:sldId id="770"/>
            <p14:sldId id="1329"/>
            <p14:sldId id="388"/>
            <p14:sldId id="389"/>
            <p14:sldId id="390"/>
            <p14:sldId id="473"/>
            <p14:sldId id="472"/>
            <p14:sldId id="1328"/>
            <p14:sldId id="480"/>
          </p14:sldIdLst>
        </p14:section>
        <p14:section name="Outlook" id="{9B54F74B-B0DD-4726-995B-B60C2EB3AD0F}">
          <p14:sldIdLst>
            <p14:sldId id="1113"/>
            <p14:sldId id="1307"/>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AFB3"/>
    <a:srgbClr val="EEEEEC"/>
    <a:srgbClr val="EDEEE9"/>
    <a:srgbClr val="95C31B"/>
    <a:srgbClr val="EA4764"/>
    <a:srgbClr val="6486C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037EB4-D1DE-4311-B7F6-1B88BD922ACD}" v="213" dt="2026-02-23T15:58:36.586"/>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09" autoAdjust="0"/>
    <p:restoredTop sz="80191" autoAdjust="0"/>
  </p:normalViewPr>
  <p:slideViewPr>
    <p:cSldViewPr showGuides="1">
      <p:cViewPr>
        <p:scale>
          <a:sx n="49" d="100"/>
          <a:sy n="49" d="100"/>
        </p:scale>
        <p:origin x="1120" y="48"/>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15900"/>
    </p:cViewPr>
  </p:sorterViewPr>
  <p:notesViewPr>
    <p:cSldViewPr showGuides="1">
      <p:cViewPr>
        <p:scale>
          <a:sx n="66" d="100"/>
          <a:sy n="66" d="100"/>
        </p:scale>
        <p:origin x="3354" y="444"/>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l Michael Höferl" userId="544d2ce1-0a3b-4706-9dfd-c6d69d0e3c8e" providerId="ADAL" clId="{728816E0-0922-4745-AF12-C87F45E7DFA0}"/>
    <pc:docChg chg="undo custSel addSld delSld modSld sldOrd addSection delSection modSection">
      <pc:chgData name="Karl Michael Höferl" userId="544d2ce1-0a3b-4706-9dfd-c6d69d0e3c8e" providerId="ADAL" clId="{728816E0-0922-4745-AF12-C87F45E7DFA0}" dt="2026-02-23T15:58:36.583" v="1515" actId="20577"/>
      <pc:docMkLst>
        <pc:docMk/>
      </pc:docMkLst>
      <pc:sldChg chg="modSp mod">
        <pc:chgData name="Karl Michael Höferl" userId="544d2ce1-0a3b-4706-9dfd-c6d69d0e3c8e" providerId="ADAL" clId="{728816E0-0922-4745-AF12-C87F45E7DFA0}" dt="2026-02-22T15:57:06.334" v="303" actId="790"/>
        <pc:sldMkLst>
          <pc:docMk/>
          <pc:sldMk cId="1714654990" sldId="274"/>
        </pc:sldMkLst>
        <pc:spChg chg="mod">
          <ac:chgData name="Karl Michael Höferl" userId="544d2ce1-0a3b-4706-9dfd-c6d69d0e3c8e" providerId="ADAL" clId="{728816E0-0922-4745-AF12-C87F45E7DFA0}" dt="2026-02-22T15:57:06.320" v="300" actId="790"/>
          <ac:spMkLst>
            <pc:docMk/>
            <pc:sldMk cId="1714654990" sldId="274"/>
            <ac:spMk id="3" creationId="{78ECA2FC-8EBF-2FBC-EBF2-E347275417F5}"/>
          </ac:spMkLst>
        </pc:spChg>
        <pc:spChg chg="mod">
          <ac:chgData name="Karl Michael Höferl" userId="544d2ce1-0a3b-4706-9dfd-c6d69d0e3c8e" providerId="ADAL" clId="{728816E0-0922-4745-AF12-C87F45E7DFA0}" dt="2026-02-22T15:57:06.332" v="301" actId="790"/>
          <ac:spMkLst>
            <pc:docMk/>
            <pc:sldMk cId="1714654990" sldId="274"/>
            <ac:spMk id="4" creationId="{F4502378-B236-0724-12B2-56238B51872B}"/>
          </ac:spMkLst>
        </pc:spChg>
        <pc:spChg chg="mod">
          <ac:chgData name="Karl Michael Höferl" userId="544d2ce1-0a3b-4706-9dfd-c6d69d0e3c8e" providerId="ADAL" clId="{728816E0-0922-4745-AF12-C87F45E7DFA0}" dt="2026-02-22T15:57:06.333" v="302" actId="790"/>
          <ac:spMkLst>
            <pc:docMk/>
            <pc:sldMk cId="1714654990" sldId="274"/>
            <ac:spMk id="5" creationId="{D4CAB6A2-FD2E-0A0E-1E7C-685BDC8AB00A}"/>
          </ac:spMkLst>
        </pc:spChg>
        <pc:spChg chg="mod">
          <ac:chgData name="Karl Michael Höferl" userId="544d2ce1-0a3b-4706-9dfd-c6d69d0e3c8e" providerId="ADAL" clId="{728816E0-0922-4745-AF12-C87F45E7DFA0}" dt="2026-02-22T15:57:06.334" v="303" actId="790"/>
          <ac:spMkLst>
            <pc:docMk/>
            <pc:sldMk cId="1714654990" sldId="274"/>
            <ac:spMk id="7" creationId="{AE42D817-3BF5-0859-ABA5-56BA456FF739}"/>
          </ac:spMkLst>
        </pc:spChg>
      </pc:sldChg>
      <pc:sldChg chg="modSp mod">
        <pc:chgData name="Karl Michael Höferl" userId="544d2ce1-0a3b-4706-9dfd-c6d69d0e3c8e" providerId="ADAL" clId="{728816E0-0922-4745-AF12-C87F45E7DFA0}" dt="2026-02-22T15:57:06.572" v="534" actId="790"/>
        <pc:sldMkLst>
          <pc:docMk/>
          <pc:sldMk cId="2537912681" sldId="277"/>
        </pc:sldMkLst>
        <pc:spChg chg="mod">
          <ac:chgData name="Karl Michael Höferl" userId="544d2ce1-0a3b-4706-9dfd-c6d69d0e3c8e" providerId="ADAL" clId="{728816E0-0922-4745-AF12-C87F45E7DFA0}" dt="2026-02-22T15:57:06.572" v="534" actId="790"/>
          <ac:spMkLst>
            <pc:docMk/>
            <pc:sldMk cId="2537912681" sldId="277"/>
            <ac:spMk id="10" creationId="{B268FE5F-26AC-C00D-E469-92E59064A6CC}"/>
          </ac:spMkLst>
        </pc:spChg>
      </pc:sldChg>
      <pc:sldChg chg="delSp modSp mod">
        <pc:chgData name="Karl Michael Höferl" userId="544d2ce1-0a3b-4706-9dfd-c6d69d0e3c8e" providerId="ADAL" clId="{728816E0-0922-4745-AF12-C87F45E7DFA0}" dt="2026-02-22T16:41:21.046" v="1469" actId="20577"/>
        <pc:sldMkLst>
          <pc:docMk/>
          <pc:sldMk cId="3966956599" sldId="278"/>
        </pc:sldMkLst>
        <pc:spChg chg="mod">
          <ac:chgData name="Karl Michael Höferl" userId="544d2ce1-0a3b-4706-9dfd-c6d69d0e3c8e" providerId="ADAL" clId="{728816E0-0922-4745-AF12-C87F45E7DFA0}" dt="2026-02-22T15:57:06.341" v="308" actId="790"/>
          <ac:spMkLst>
            <pc:docMk/>
            <pc:sldMk cId="3966956599" sldId="278"/>
            <ac:spMk id="2" creationId="{8E685C95-94E5-A5B0-7580-C531D1A59A1E}"/>
          </ac:spMkLst>
        </pc:spChg>
        <pc:spChg chg="mod">
          <ac:chgData name="Karl Michael Höferl" userId="544d2ce1-0a3b-4706-9dfd-c6d69d0e3c8e" providerId="ADAL" clId="{728816E0-0922-4745-AF12-C87F45E7DFA0}" dt="2026-02-22T15:57:06.335" v="304" actId="790"/>
          <ac:spMkLst>
            <pc:docMk/>
            <pc:sldMk cId="3966956599" sldId="278"/>
            <ac:spMk id="6" creationId="{D1F21953-5825-54FF-DD84-ED80226FBB1E}"/>
          </ac:spMkLst>
        </pc:spChg>
        <pc:spChg chg="mod">
          <ac:chgData name="Karl Michael Höferl" userId="544d2ce1-0a3b-4706-9dfd-c6d69d0e3c8e" providerId="ADAL" clId="{728816E0-0922-4745-AF12-C87F45E7DFA0}" dt="2026-02-22T16:41:21.046" v="1469" actId="20577"/>
          <ac:spMkLst>
            <pc:docMk/>
            <pc:sldMk cId="3966956599" sldId="278"/>
            <ac:spMk id="7" creationId="{099EF4D1-C3FA-6B89-E7F8-3935D779FF1D}"/>
          </ac:spMkLst>
        </pc:spChg>
        <pc:spChg chg="mod">
          <ac:chgData name="Karl Michael Höferl" userId="544d2ce1-0a3b-4706-9dfd-c6d69d0e3c8e" providerId="ADAL" clId="{728816E0-0922-4745-AF12-C87F45E7DFA0}" dt="2026-02-22T15:57:06.339" v="306" actId="790"/>
          <ac:spMkLst>
            <pc:docMk/>
            <pc:sldMk cId="3966956599" sldId="278"/>
            <ac:spMk id="9" creationId="{C9C7155B-A456-92AA-517F-BB971C939B2C}"/>
          </ac:spMkLst>
        </pc:spChg>
        <pc:spChg chg="mod">
          <ac:chgData name="Karl Michael Höferl" userId="544d2ce1-0a3b-4706-9dfd-c6d69d0e3c8e" providerId="ADAL" clId="{728816E0-0922-4745-AF12-C87F45E7DFA0}" dt="2026-02-22T15:57:06.340" v="307" actId="790"/>
          <ac:spMkLst>
            <pc:docMk/>
            <pc:sldMk cId="3966956599" sldId="278"/>
            <ac:spMk id="14" creationId="{FB0825BA-6A02-22EE-1F32-1608C61C8F8D}"/>
          </ac:spMkLst>
        </pc:spChg>
      </pc:sldChg>
      <pc:sldChg chg="modSp mod">
        <pc:chgData name="Karl Michael Höferl" userId="544d2ce1-0a3b-4706-9dfd-c6d69d0e3c8e" providerId="ADAL" clId="{728816E0-0922-4745-AF12-C87F45E7DFA0}" dt="2026-02-22T15:57:06.341" v="309" actId="790"/>
        <pc:sldMkLst>
          <pc:docMk/>
          <pc:sldMk cId="3032260471" sldId="289"/>
        </pc:sldMkLst>
        <pc:spChg chg="mod">
          <ac:chgData name="Karl Michael Höferl" userId="544d2ce1-0a3b-4706-9dfd-c6d69d0e3c8e" providerId="ADAL" clId="{728816E0-0922-4745-AF12-C87F45E7DFA0}" dt="2026-02-22T15:57:06.341" v="309" actId="790"/>
          <ac:spMkLst>
            <pc:docMk/>
            <pc:sldMk cId="3032260471" sldId="289"/>
            <ac:spMk id="7" creationId="{A5D9BEBA-54A9-0E2A-7E3A-E2BF2E5B542D}"/>
          </ac:spMkLst>
        </pc:spChg>
      </pc:sldChg>
      <pc:sldChg chg="modSp add mod">
        <pc:chgData name="Karl Michael Höferl" userId="544d2ce1-0a3b-4706-9dfd-c6d69d0e3c8e" providerId="ADAL" clId="{728816E0-0922-4745-AF12-C87F45E7DFA0}" dt="2026-02-22T16:01:06.953" v="626" actId="1076"/>
        <pc:sldMkLst>
          <pc:docMk/>
          <pc:sldMk cId="3848847298" sldId="310"/>
        </pc:sldMkLst>
        <pc:spChg chg="mod">
          <ac:chgData name="Karl Michael Höferl" userId="544d2ce1-0a3b-4706-9dfd-c6d69d0e3c8e" providerId="ADAL" clId="{728816E0-0922-4745-AF12-C87F45E7DFA0}" dt="2026-02-22T15:57:06.472" v="457" actId="790"/>
          <ac:spMkLst>
            <pc:docMk/>
            <pc:sldMk cId="3848847298" sldId="310"/>
            <ac:spMk id="2" creationId="{1C06E38C-8767-3C3C-ABFA-62850E19199C}"/>
          </ac:spMkLst>
        </pc:spChg>
        <pc:spChg chg="mod">
          <ac:chgData name="Karl Michael Höferl" userId="544d2ce1-0a3b-4706-9dfd-c6d69d0e3c8e" providerId="ADAL" clId="{728816E0-0922-4745-AF12-C87F45E7DFA0}" dt="2026-02-22T15:57:06.473" v="458" actId="790"/>
          <ac:spMkLst>
            <pc:docMk/>
            <pc:sldMk cId="3848847298" sldId="310"/>
            <ac:spMk id="3" creationId="{9D9F4D1A-3C2A-EDD9-AAFC-1B7BB86BAD58}"/>
          </ac:spMkLst>
        </pc:spChg>
        <pc:spChg chg="mod">
          <ac:chgData name="Karl Michael Höferl" userId="544d2ce1-0a3b-4706-9dfd-c6d69d0e3c8e" providerId="ADAL" clId="{728816E0-0922-4745-AF12-C87F45E7DFA0}" dt="2026-02-22T15:58:29.090" v="593" actId="20577"/>
          <ac:spMkLst>
            <pc:docMk/>
            <pc:sldMk cId="3848847298" sldId="310"/>
            <ac:spMk id="4" creationId="{D1194594-2A2A-6663-AD8D-184606F67EF8}"/>
          </ac:spMkLst>
        </pc:spChg>
        <pc:spChg chg="mod">
          <ac:chgData name="Karl Michael Höferl" userId="544d2ce1-0a3b-4706-9dfd-c6d69d0e3c8e" providerId="ADAL" clId="{728816E0-0922-4745-AF12-C87F45E7DFA0}" dt="2026-02-22T15:57:06.482" v="460" actId="790"/>
          <ac:spMkLst>
            <pc:docMk/>
            <pc:sldMk cId="3848847298" sldId="310"/>
            <ac:spMk id="5" creationId="{8594B411-95A4-F4CB-B4A7-F1A414425DB7}"/>
          </ac:spMkLst>
        </pc:spChg>
        <pc:spChg chg="mod">
          <ac:chgData name="Karl Michael Höferl" userId="544d2ce1-0a3b-4706-9dfd-c6d69d0e3c8e" providerId="ADAL" clId="{728816E0-0922-4745-AF12-C87F45E7DFA0}" dt="2026-02-22T15:57:06.483" v="461" actId="790"/>
          <ac:spMkLst>
            <pc:docMk/>
            <pc:sldMk cId="3848847298" sldId="310"/>
            <ac:spMk id="6" creationId="{6F1B9A6F-E548-C9FD-0AFE-3DD4D2831D76}"/>
          </ac:spMkLst>
        </pc:spChg>
        <pc:graphicFrameChg chg="mod">
          <ac:chgData name="Karl Michael Höferl" userId="544d2ce1-0a3b-4706-9dfd-c6d69d0e3c8e" providerId="ADAL" clId="{728816E0-0922-4745-AF12-C87F45E7DFA0}" dt="2026-02-22T16:00:09.459" v="625" actId="1037"/>
          <ac:graphicFrameMkLst>
            <pc:docMk/>
            <pc:sldMk cId="3848847298" sldId="310"/>
            <ac:graphicFrameMk id="7" creationId="{FAC02798-03DD-313F-A3AB-F949462AB44C}"/>
          </ac:graphicFrameMkLst>
        </pc:graphicFrameChg>
        <pc:cxnChg chg="mod">
          <ac:chgData name="Karl Michael Höferl" userId="544d2ce1-0a3b-4706-9dfd-c6d69d0e3c8e" providerId="ADAL" clId="{728816E0-0922-4745-AF12-C87F45E7DFA0}" dt="2026-02-22T16:01:06.953" v="626" actId="1076"/>
          <ac:cxnSpMkLst>
            <pc:docMk/>
            <pc:sldMk cId="3848847298" sldId="310"/>
            <ac:cxnSpMk id="9" creationId="{44D90C92-A8F1-7B07-F3FD-5052CCA0540B}"/>
          </ac:cxnSpMkLst>
        </pc:cxnChg>
      </pc:sldChg>
      <pc:sldChg chg="delSp modSp add mod modClrScheme chgLayout">
        <pc:chgData name="Karl Michael Höferl" userId="544d2ce1-0a3b-4706-9dfd-c6d69d0e3c8e" providerId="ADAL" clId="{728816E0-0922-4745-AF12-C87F45E7DFA0}" dt="2026-02-22T16:12:18.617" v="962" actId="20577"/>
        <pc:sldMkLst>
          <pc:docMk/>
          <pc:sldMk cId="1937241744" sldId="388"/>
        </pc:sldMkLst>
        <pc:spChg chg="mod ord">
          <ac:chgData name="Karl Michael Höferl" userId="544d2ce1-0a3b-4706-9dfd-c6d69d0e3c8e" providerId="ADAL" clId="{728816E0-0922-4745-AF12-C87F45E7DFA0}" dt="2026-02-22T16:11:59.299" v="959" actId="20577"/>
          <ac:spMkLst>
            <pc:docMk/>
            <pc:sldMk cId="1937241744" sldId="388"/>
            <ac:spMk id="2" creationId="{00000000-0000-0000-0000-000000000000}"/>
          </ac:spMkLst>
        </pc:spChg>
        <pc:spChg chg="mod ord">
          <ac:chgData name="Karl Michael Höferl" userId="544d2ce1-0a3b-4706-9dfd-c6d69d0e3c8e" providerId="ADAL" clId="{728816E0-0922-4745-AF12-C87F45E7DFA0}" dt="2026-02-22T15:57:06.522" v="501" actId="790"/>
          <ac:spMkLst>
            <pc:docMk/>
            <pc:sldMk cId="1937241744" sldId="388"/>
            <ac:spMk id="3" creationId="{00000000-0000-0000-0000-000000000000}"/>
          </ac:spMkLst>
        </pc:spChg>
        <pc:spChg chg="del mod ord">
          <ac:chgData name="Karl Michael Höferl" userId="544d2ce1-0a3b-4706-9dfd-c6d69d0e3c8e" providerId="ADAL" clId="{728816E0-0922-4745-AF12-C87F45E7DFA0}" dt="2026-02-22T16:12:09.204" v="961" actId="478"/>
          <ac:spMkLst>
            <pc:docMk/>
            <pc:sldMk cId="1937241744" sldId="388"/>
            <ac:spMk id="4" creationId="{00000000-0000-0000-0000-000000000000}"/>
          </ac:spMkLst>
        </pc:spChg>
        <pc:spChg chg="mod">
          <ac:chgData name="Karl Michael Höferl" userId="544d2ce1-0a3b-4706-9dfd-c6d69d0e3c8e" providerId="ADAL" clId="{728816E0-0922-4745-AF12-C87F45E7DFA0}" dt="2026-02-22T16:12:18.617" v="962" actId="20577"/>
          <ac:spMkLst>
            <pc:docMk/>
            <pc:sldMk cId="1937241744" sldId="388"/>
            <ac:spMk id="5" creationId="{B935F4E7-AB0E-5318-1AAE-164ABB12838D}"/>
          </ac:spMkLst>
        </pc:spChg>
      </pc:sldChg>
      <pc:sldChg chg="addSp delSp modSp add mod modClrScheme chgLayout">
        <pc:chgData name="Karl Michael Höferl" userId="544d2ce1-0a3b-4706-9dfd-c6d69d0e3c8e" providerId="ADAL" clId="{728816E0-0922-4745-AF12-C87F45E7DFA0}" dt="2026-02-22T16:13:04.435" v="976" actId="20577"/>
        <pc:sldMkLst>
          <pc:docMk/>
          <pc:sldMk cId="148685567" sldId="389"/>
        </pc:sldMkLst>
        <pc:spChg chg="mod ord">
          <ac:chgData name="Karl Michael Höferl" userId="544d2ce1-0a3b-4706-9dfd-c6d69d0e3c8e" providerId="ADAL" clId="{728816E0-0922-4745-AF12-C87F45E7DFA0}" dt="2026-02-22T15:57:06.525" v="503" actId="790"/>
          <ac:spMkLst>
            <pc:docMk/>
            <pc:sldMk cId="148685567" sldId="389"/>
            <ac:spMk id="2" creationId="{00000000-0000-0000-0000-000000000000}"/>
          </ac:spMkLst>
        </pc:spChg>
        <pc:spChg chg="mod">
          <ac:chgData name="Karl Michael Höferl" userId="544d2ce1-0a3b-4706-9dfd-c6d69d0e3c8e" providerId="ADAL" clId="{728816E0-0922-4745-AF12-C87F45E7DFA0}" dt="2026-02-22T16:12:35.388" v="963" actId="20577"/>
          <ac:spMkLst>
            <pc:docMk/>
            <pc:sldMk cId="148685567" sldId="389"/>
            <ac:spMk id="3" creationId="{27B6B404-04DB-9EE2-18A2-FDCED0AA9CD7}"/>
          </ac:spMkLst>
        </pc:spChg>
        <pc:spChg chg="del mod ord">
          <ac:chgData name="Karl Michael Höferl" userId="544d2ce1-0a3b-4706-9dfd-c6d69d0e3c8e" providerId="ADAL" clId="{728816E0-0922-4745-AF12-C87F45E7DFA0}" dt="2026-02-22T16:12:37.897" v="964" actId="478"/>
          <ac:spMkLst>
            <pc:docMk/>
            <pc:sldMk cId="148685567" sldId="389"/>
            <ac:spMk id="4" creationId="{00000000-0000-0000-0000-000000000000}"/>
          </ac:spMkLst>
        </pc:spChg>
        <pc:spChg chg="add del mod">
          <ac:chgData name="Karl Michael Höferl" userId="544d2ce1-0a3b-4706-9dfd-c6d69d0e3c8e" providerId="ADAL" clId="{728816E0-0922-4745-AF12-C87F45E7DFA0}" dt="2026-02-22T16:12:42.373" v="965" actId="478"/>
          <ac:spMkLst>
            <pc:docMk/>
            <pc:sldMk cId="148685567" sldId="389"/>
            <ac:spMk id="8" creationId="{40DE4BC5-773B-53A9-6735-53BBE40293FB}"/>
          </ac:spMkLst>
        </pc:spChg>
        <pc:spChg chg="mod">
          <ac:chgData name="Karl Michael Höferl" userId="544d2ce1-0a3b-4706-9dfd-c6d69d0e3c8e" providerId="ADAL" clId="{728816E0-0922-4745-AF12-C87F45E7DFA0}" dt="2026-02-22T16:13:04.435" v="976" actId="20577"/>
          <ac:spMkLst>
            <pc:docMk/>
            <pc:sldMk cId="148685567" sldId="389"/>
            <ac:spMk id="9" creationId="{00000000-0000-0000-0000-000000000000}"/>
          </ac:spMkLst>
        </pc:spChg>
      </pc:sldChg>
      <pc:sldChg chg="modSp add mod modClrScheme chgLayout">
        <pc:chgData name="Karl Michael Höferl" userId="544d2ce1-0a3b-4706-9dfd-c6d69d0e3c8e" providerId="ADAL" clId="{728816E0-0922-4745-AF12-C87F45E7DFA0}" dt="2026-02-22T16:27:24.368" v="1257" actId="20577"/>
        <pc:sldMkLst>
          <pc:docMk/>
          <pc:sldMk cId="37450093" sldId="390"/>
        </pc:sldMkLst>
        <pc:spChg chg="mod ord">
          <ac:chgData name="Karl Michael Höferl" userId="544d2ce1-0a3b-4706-9dfd-c6d69d0e3c8e" providerId="ADAL" clId="{728816E0-0922-4745-AF12-C87F45E7DFA0}" dt="2026-02-22T16:13:25.089" v="984" actId="20577"/>
          <ac:spMkLst>
            <pc:docMk/>
            <pc:sldMk cId="37450093" sldId="390"/>
            <ac:spMk id="2" creationId="{00000000-0000-0000-0000-000000000000}"/>
          </ac:spMkLst>
        </pc:spChg>
        <pc:spChg chg="mod ord">
          <ac:chgData name="Karl Michael Höferl" userId="544d2ce1-0a3b-4706-9dfd-c6d69d0e3c8e" providerId="ADAL" clId="{728816E0-0922-4745-AF12-C87F45E7DFA0}" dt="2026-02-22T16:27:24.368" v="1257" actId="20577"/>
          <ac:spMkLst>
            <pc:docMk/>
            <pc:sldMk cId="37450093" sldId="390"/>
            <ac:spMk id="3" creationId="{00000000-0000-0000-0000-000000000000}"/>
          </ac:spMkLst>
        </pc:spChg>
        <pc:spChg chg="mod ord">
          <ac:chgData name="Karl Michael Höferl" userId="544d2ce1-0a3b-4706-9dfd-c6d69d0e3c8e" providerId="ADAL" clId="{728816E0-0922-4745-AF12-C87F45E7DFA0}" dt="2026-02-22T15:57:06.530" v="508" actId="790"/>
          <ac:spMkLst>
            <pc:docMk/>
            <pc:sldMk cId="37450093" sldId="390"/>
            <ac:spMk id="4" creationId="{00000000-0000-0000-0000-000000000000}"/>
          </ac:spMkLst>
        </pc:spChg>
        <pc:spChg chg="mod">
          <ac:chgData name="Karl Michael Höferl" userId="544d2ce1-0a3b-4706-9dfd-c6d69d0e3c8e" providerId="ADAL" clId="{728816E0-0922-4745-AF12-C87F45E7DFA0}" dt="2026-02-22T15:57:06.531" v="509" actId="790"/>
          <ac:spMkLst>
            <pc:docMk/>
            <pc:sldMk cId="37450093" sldId="390"/>
            <ac:spMk id="5" creationId="{00000000-0000-0000-0000-000000000000}"/>
          </ac:spMkLst>
        </pc:spChg>
      </pc:sldChg>
      <pc:sldChg chg="addSp delSp modSp add mod modClrScheme modShow chgLayout">
        <pc:chgData name="Karl Michael Höferl" userId="544d2ce1-0a3b-4706-9dfd-c6d69d0e3c8e" providerId="ADAL" clId="{728816E0-0922-4745-AF12-C87F45E7DFA0}" dt="2026-02-22T16:26:50.184" v="1254" actId="729"/>
        <pc:sldMkLst>
          <pc:docMk/>
          <pc:sldMk cId="1982803102" sldId="472"/>
        </pc:sldMkLst>
        <pc:spChg chg="mod ord">
          <ac:chgData name="Karl Michael Höferl" userId="544d2ce1-0a3b-4706-9dfd-c6d69d0e3c8e" providerId="ADAL" clId="{728816E0-0922-4745-AF12-C87F45E7DFA0}" dt="2026-02-22T16:17:38.096" v="1059" actId="14100"/>
          <ac:spMkLst>
            <pc:docMk/>
            <pc:sldMk cId="1982803102" sldId="472"/>
            <ac:spMk id="2" creationId="{00000000-0000-0000-0000-000000000000}"/>
          </ac:spMkLst>
        </pc:spChg>
        <pc:spChg chg="mod ord">
          <ac:chgData name="Karl Michael Höferl" userId="544d2ce1-0a3b-4706-9dfd-c6d69d0e3c8e" providerId="ADAL" clId="{728816E0-0922-4745-AF12-C87F45E7DFA0}" dt="2026-02-22T16:16:38.235" v="1024" actId="1036"/>
          <ac:spMkLst>
            <pc:docMk/>
            <pc:sldMk cId="1982803102" sldId="472"/>
            <ac:spMk id="3" creationId="{00000000-0000-0000-0000-000000000000}"/>
          </ac:spMkLst>
        </pc:spChg>
        <pc:spChg chg="del mod ord">
          <ac:chgData name="Karl Michael Höferl" userId="544d2ce1-0a3b-4706-9dfd-c6d69d0e3c8e" providerId="ADAL" clId="{728816E0-0922-4745-AF12-C87F45E7DFA0}" dt="2026-02-22T16:15:09.463" v="986" actId="478"/>
          <ac:spMkLst>
            <pc:docMk/>
            <pc:sldMk cId="1982803102" sldId="472"/>
            <ac:spMk id="4" creationId="{00000000-0000-0000-0000-000000000000}"/>
          </ac:spMkLst>
        </pc:spChg>
        <pc:spChg chg="add mod">
          <ac:chgData name="Karl Michael Höferl" userId="544d2ce1-0a3b-4706-9dfd-c6d69d0e3c8e" providerId="ADAL" clId="{728816E0-0922-4745-AF12-C87F45E7DFA0}" dt="2026-02-22T15:57:06.547" v="513" actId="790"/>
          <ac:spMkLst>
            <pc:docMk/>
            <pc:sldMk cId="1982803102" sldId="472"/>
            <ac:spMk id="6" creationId="{BC11DDEC-8724-4015-A97B-75F5BDF65D38}"/>
          </ac:spMkLst>
        </pc:spChg>
        <pc:spChg chg="mod">
          <ac:chgData name="Karl Michael Höferl" userId="544d2ce1-0a3b-4706-9dfd-c6d69d0e3c8e" providerId="ADAL" clId="{728816E0-0922-4745-AF12-C87F45E7DFA0}" dt="2026-02-22T16:15:12.289" v="987" actId="20577"/>
          <ac:spMkLst>
            <pc:docMk/>
            <pc:sldMk cId="1982803102" sldId="472"/>
            <ac:spMk id="7" creationId="{26E6C281-9BAC-2258-61DE-61E4BF7748BC}"/>
          </ac:spMkLst>
        </pc:spChg>
        <pc:picChg chg="mod modCrop">
          <ac:chgData name="Karl Michael Höferl" userId="544d2ce1-0a3b-4706-9dfd-c6d69d0e3c8e" providerId="ADAL" clId="{728816E0-0922-4745-AF12-C87F45E7DFA0}" dt="2026-02-22T16:16:49.321" v="1027" actId="1076"/>
          <ac:picMkLst>
            <pc:docMk/>
            <pc:sldMk cId="1982803102" sldId="472"/>
            <ac:picMk id="5" creationId="{5C0362B8-9C9E-4579-9812-C0A13C50EEF7}"/>
          </ac:picMkLst>
        </pc:picChg>
        <pc:picChg chg="add mod modCrop">
          <ac:chgData name="Karl Michael Höferl" userId="544d2ce1-0a3b-4706-9dfd-c6d69d0e3c8e" providerId="ADAL" clId="{728816E0-0922-4745-AF12-C87F45E7DFA0}" dt="2026-02-22T16:16:58.591" v="1030" actId="1076"/>
          <ac:picMkLst>
            <pc:docMk/>
            <pc:sldMk cId="1982803102" sldId="472"/>
            <ac:picMk id="10" creationId="{88396E07-1175-7A24-3736-9D31DA3EB00D}"/>
          </ac:picMkLst>
        </pc:picChg>
      </pc:sldChg>
      <pc:sldChg chg="modSp add mod ord modClrScheme chgLayout">
        <pc:chgData name="Karl Michael Höferl" userId="544d2ce1-0a3b-4706-9dfd-c6d69d0e3c8e" providerId="ADAL" clId="{728816E0-0922-4745-AF12-C87F45E7DFA0}" dt="2026-02-22T16:26:58.597" v="1256"/>
        <pc:sldMkLst>
          <pc:docMk/>
          <pc:sldMk cId="943522280" sldId="473"/>
        </pc:sldMkLst>
        <pc:spChg chg="mod ord">
          <ac:chgData name="Karl Michael Höferl" userId="544d2ce1-0a3b-4706-9dfd-c6d69d0e3c8e" providerId="ADAL" clId="{728816E0-0922-4745-AF12-C87F45E7DFA0}" dt="2026-02-22T15:57:06.548" v="514" actId="790"/>
          <ac:spMkLst>
            <pc:docMk/>
            <pc:sldMk cId="943522280" sldId="473"/>
            <ac:spMk id="2" creationId="{00000000-0000-0000-0000-000000000000}"/>
          </ac:spMkLst>
        </pc:spChg>
        <pc:spChg chg="mod ord">
          <ac:chgData name="Karl Michael Höferl" userId="544d2ce1-0a3b-4706-9dfd-c6d69d0e3c8e" providerId="ADAL" clId="{728816E0-0922-4745-AF12-C87F45E7DFA0}" dt="2026-02-22T15:57:06.551" v="515" actId="790"/>
          <ac:spMkLst>
            <pc:docMk/>
            <pc:sldMk cId="943522280" sldId="473"/>
            <ac:spMk id="3" creationId="{00000000-0000-0000-0000-000000000000}"/>
          </ac:spMkLst>
        </pc:spChg>
        <pc:spChg chg="mod ord">
          <ac:chgData name="Karl Michael Höferl" userId="544d2ce1-0a3b-4706-9dfd-c6d69d0e3c8e" providerId="ADAL" clId="{728816E0-0922-4745-AF12-C87F45E7DFA0}" dt="2026-02-22T15:57:06.554" v="516" actId="790"/>
          <ac:spMkLst>
            <pc:docMk/>
            <pc:sldMk cId="943522280" sldId="473"/>
            <ac:spMk id="4" creationId="{00000000-0000-0000-0000-000000000000}"/>
          </ac:spMkLst>
        </pc:spChg>
        <pc:picChg chg="mod">
          <ac:chgData name="Karl Michael Höferl" userId="544d2ce1-0a3b-4706-9dfd-c6d69d0e3c8e" providerId="ADAL" clId="{728816E0-0922-4745-AF12-C87F45E7DFA0}" dt="2026-02-18T14:32:10.267" v="157" actId="1076"/>
          <ac:picMkLst>
            <pc:docMk/>
            <pc:sldMk cId="943522280" sldId="473"/>
            <ac:picMk id="6" creationId="{D7F115F8-791D-4826-AC5A-E4229DFC6E4A}"/>
          </ac:picMkLst>
        </pc:picChg>
      </pc:sldChg>
      <pc:sldChg chg="add del">
        <pc:chgData name="Karl Michael Höferl" userId="544d2ce1-0a3b-4706-9dfd-c6d69d0e3c8e" providerId="ADAL" clId="{728816E0-0922-4745-AF12-C87F45E7DFA0}" dt="2026-02-22T16:27:58.423" v="1258" actId="47"/>
        <pc:sldMkLst>
          <pc:docMk/>
          <pc:sldMk cId="3154234246" sldId="479"/>
        </pc:sldMkLst>
      </pc:sldChg>
      <pc:sldChg chg="delSp modSp add mod modClrScheme chgLayout">
        <pc:chgData name="Karl Michael Höferl" userId="544d2ce1-0a3b-4706-9dfd-c6d69d0e3c8e" providerId="ADAL" clId="{728816E0-0922-4745-AF12-C87F45E7DFA0}" dt="2026-02-22T16:30:15.594" v="1386" actId="1035"/>
        <pc:sldMkLst>
          <pc:docMk/>
          <pc:sldMk cId="2648765498" sldId="480"/>
        </pc:sldMkLst>
        <pc:spChg chg="mod ord">
          <ac:chgData name="Karl Michael Höferl" userId="544d2ce1-0a3b-4706-9dfd-c6d69d0e3c8e" providerId="ADAL" clId="{728816E0-0922-4745-AF12-C87F45E7DFA0}" dt="2026-02-22T16:29:50.948" v="1375" actId="20577"/>
          <ac:spMkLst>
            <pc:docMk/>
            <pc:sldMk cId="2648765498" sldId="480"/>
            <ac:spMk id="2" creationId="{00000000-0000-0000-0000-000000000000}"/>
          </ac:spMkLst>
        </pc:spChg>
        <pc:spChg chg="mod ord">
          <ac:chgData name="Karl Michael Höferl" userId="544d2ce1-0a3b-4706-9dfd-c6d69d0e3c8e" providerId="ADAL" clId="{728816E0-0922-4745-AF12-C87F45E7DFA0}" dt="2026-02-22T16:29:08.196" v="1284" actId="20577"/>
          <ac:spMkLst>
            <pc:docMk/>
            <pc:sldMk cId="2648765498" sldId="480"/>
            <ac:spMk id="3" creationId="{00000000-0000-0000-0000-000000000000}"/>
          </ac:spMkLst>
        </pc:spChg>
        <pc:spChg chg="del">
          <ac:chgData name="Karl Michael Höferl" userId="544d2ce1-0a3b-4706-9dfd-c6d69d0e3c8e" providerId="ADAL" clId="{728816E0-0922-4745-AF12-C87F45E7DFA0}" dt="2026-02-22T16:20:56.299" v="1061" actId="700"/>
          <ac:spMkLst>
            <pc:docMk/>
            <pc:sldMk cId="2648765498" sldId="480"/>
            <ac:spMk id="4" creationId="{00000000-0000-0000-0000-000000000000}"/>
          </ac:spMkLst>
        </pc:spChg>
        <pc:spChg chg="mod">
          <ac:chgData name="Karl Michael Höferl" userId="544d2ce1-0a3b-4706-9dfd-c6d69d0e3c8e" providerId="ADAL" clId="{728816E0-0922-4745-AF12-C87F45E7DFA0}" dt="2026-02-22T16:30:15.594" v="1386" actId="1035"/>
          <ac:spMkLst>
            <pc:docMk/>
            <pc:sldMk cId="2648765498" sldId="480"/>
            <ac:spMk id="6" creationId="{00000000-0000-0000-0000-000000000000}"/>
          </ac:spMkLst>
        </pc:spChg>
        <pc:picChg chg="mod">
          <ac:chgData name="Karl Michael Höferl" userId="544d2ce1-0a3b-4706-9dfd-c6d69d0e3c8e" providerId="ADAL" clId="{728816E0-0922-4745-AF12-C87F45E7DFA0}" dt="2026-02-22T16:30:15.594" v="1386" actId="1035"/>
          <ac:picMkLst>
            <pc:docMk/>
            <pc:sldMk cId="2648765498" sldId="480"/>
            <ac:picMk id="4097" creationId="{00000000-0000-0000-0000-000000000000}"/>
          </ac:picMkLst>
        </pc:picChg>
      </pc:sldChg>
      <pc:sldChg chg="modSp add mod">
        <pc:chgData name="Karl Michael Höferl" userId="544d2ce1-0a3b-4706-9dfd-c6d69d0e3c8e" providerId="ADAL" clId="{728816E0-0922-4745-AF12-C87F45E7DFA0}" dt="2026-02-22T15:57:06.347" v="315" actId="790"/>
        <pc:sldMkLst>
          <pc:docMk/>
          <pc:sldMk cId="2018595286" sldId="693"/>
        </pc:sldMkLst>
        <pc:spChg chg="mod">
          <ac:chgData name="Karl Michael Höferl" userId="544d2ce1-0a3b-4706-9dfd-c6d69d0e3c8e" providerId="ADAL" clId="{728816E0-0922-4745-AF12-C87F45E7DFA0}" dt="2026-02-22T15:57:06.343" v="310" actId="790"/>
          <ac:spMkLst>
            <pc:docMk/>
            <pc:sldMk cId="2018595286" sldId="693"/>
            <ac:spMk id="2" creationId="{CF95E1A4-BC97-48AF-42DD-287B9E263FE9}"/>
          </ac:spMkLst>
        </pc:spChg>
        <pc:spChg chg="mod">
          <ac:chgData name="Karl Michael Höferl" userId="544d2ce1-0a3b-4706-9dfd-c6d69d0e3c8e" providerId="ADAL" clId="{728816E0-0922-4745-AF12-C87F45E7DFA0}" dt="2026-02-22T15:57:06.344" v="311" actId="790"/>
          <ac:spMkLst>
            <pc:docMk/>
            <pc:sldMk cId="2018595286" sldId="693"/>
            <ac:spMk id="3" creationId="{0F8530A8-6163-6CCE-EF24-26CB60674C36}"/>
          </ac:spMkLst>
        </pc:spChg>
        <pc:spChg chg="mod">
          <ac:chgData name="Karl Michael Höferl" userId="544d2ce1-0a3b-4706-9dfd-c6d69d0e3c8e" providerId="ADAL" clId="{728816E0-0922-4745-AF12-C87F45E7DFA0}" dt="2026-02-22T15:57:06.347" v="315" actId="790"/>
          <ac:spMkLst>
            <pc:docMk/>
            <pc:sldMk cId="2018595286" sldId="693"/>
            <ac:spMk id="4" creationId="{6BA4E074-B34E-F025-C38F-CDA7C78E63AB}"/>
          </ac:spMkLst>
        </pc:spChg>
        <pc:spChg chg="mod">
          <ac:chgData name="Karl Michael Höferl" userId="544d2ce1-0a3b-4706-9dfd-c6d69d0e3c8e" providerId="ADAL" clId="{728816E0-0922-4745-AF12-C87F45E7DFA0}" dt="2026-02-22T15:57:06.345" v="312" actId="790"/>
          <ac:spMkLst>
            <pc:docMk/>
            <pc:sldMk cId="2018595286" sldId="693"/>
            <ac:spMk id="5" creationId="{2D4B60EA-220E-09D1-2A51-B05CF07B856A}"/>
          </ac:spMkLst>
        </pc:spChg>
        <pc:spChg chg="mod">
          <ac:chgData name="Karl Michael Höferl" userId="544d2ce1-0a3b-4706-9dfd-c6d69d0e3c8e" providerId="ADAL" clId="{728816E0-0922-4745-AF12-C87F45E7DFA0}" dt="2026-02-22T15:57:06.345" v="313" actId="790"/>
          <ac:spMkLst>
            <pc:docMk/>
            <pc:sldMk cId="2018595286" sldId="693"/>
            <ac:spMk id="6" creationId="{083F36FA-0B91-385B-19C8-DC165428C29E}"/>
          </ac:spMkLst>
        </pc:spChg>
        <pc:spChg chg="mod">
          <ac:chgData name="Karl Michael Höferl" userId="544d2ce1-0a3b-4706-9dfd-c6d69d0e3c8e" providerId="ADAL" clId="{728816E0-0922-4745-AF12-C87F45E7DFA0}" dt="2026-02-22T15:57:06.346" v="314" actId="790"/>
          <ac:spMkLst>
            <pc:docMk/>
            <pc:sldMk cId="2018595286" sldId="693"/>
            <ac:spMk id="7" creationId="{282E8318-0CD2-F68D-17DD-59B77388D25F}"/>
          </ac:spMkLst>
        </pc:spChg>
      </pc:sldChg>
      <pc:sldChg chg="modSp add mod">
        <pc:chgData name="Karl Michael Höferl" userId="544d2ce1-0a3b-4706-9dfd-c6d69d0e3c8e" providerId="ADAL" clId="{728816E0-0922-4745-AF12-C87F45E7DFA0}" dt="2026-02-22T15:57:06.493" v="470" actId="790"/>
        <pc:sldMkLst>
          <pc:docMk/>
          <pc:sldMk cId="3093752595" sldId="722"/>
        </pc:sldMkLst>
        <pc:spChg chg="mod">
          <ac:chgData name="Karl Michael Höferl" userId="544d2ce1-0a3b-4706-9dfd-c6d69d0e3c8e" providerId="ADAL" clId="{728816E0-0922-4745-AF12-C87F45E7DFA0}" dt="2026-02-22T15:57:06.490" v="466" actId="790"/>
          <ac:spMkLst>
            <pc:docMk/>
            <pc:sldMk cId="3093752595" sldId="722"/>
            <ac:spMk id="2" creationId="{C12F9626-0996-0BEA-1771-5BC463D071A8}"/>
          </ac:spMkLst>
        </pc:spChg>
        <pc:spChg chg="mod">
          <ac:chgData name="Karl Michael Höferl" userId="544d2ce1-0a3b-4706-9dfd-c6d69d0e3c8e" providerId="ADAL" clId="{728816E0-0922-4745-AF12-C87F45E7DFA0}" dt="2026-02-22T15:57:06.491" v="467" actId="790"/>
          <ac:spMkLst>
            <pc:docMk/>
            <pc:sldMk cId="3093752595" sldId="722"/>
            <ac:spMk id="3" creationId="{12111E1A-04AD-C547-FFAF-8EEE3EBE345C}"/>
          </ac:spMkLst>
        </pc:spChg>
        <pc:spChg chg="mod">
          <ac:chgData name="Karl Michael Höferl" userId="544d2ce1-0a3b-4706-9dfd-c6d69d0e3c8e" providerId="ADAL" clId="{728816E0-0922-4745-AF12-C87F45E7DFA0}" dt="2026-02-22T15:57:06.492" v="468" actId="790"/>
          <ac:spMkLst>
            <pc:docMk/>
            <pc:sldMk cId="3093752595" sldId="722"/>
            <ac:spMk id="4" creationId="{AE7ADFCD-C2BC-ACE7-0F19-5AECCCC9A3C1}"/>
          </ac:spMkLst>
        </pc:spChg>
        <pc:spChg chg="mod">
          <ac:chgData name="Karl Michael Höferl" userId="544d2ce1-0a3b-4706-9dfd-c6d69d0e3c8e" providerId="ADAL" clId="{728816E0-0922-4745-AF12-C87F45E7DFA0}" dt="2026-02-22T15:57:06.493" v="469" actId="790"/>
          <ac:spMkLst>
            <pc:docMk/>
            <pc:sldMk cId="3093752595" sldId="722"/>
            <ac:spMk id="5" creationId="{E135704C-162E-B312-D1A0-CEC889A4411E}"/>
          </ac:spMkLst>
        </pc:spChg>
        <pc:spChg chg="mod">
          <ac:chgData name="Karl Michael Höferl" userId="544d2ce1-0a3b-4706-9dfd-c6d69d0e3c8e" providerId="ADAL" clId="{728816E0-0922-4745-AF12-C87F45E7DFA0}" dt="2026-02-22T15:57:06.493" v="470" actId="790"/>
          <ac:spMkLst>
            <pc:docMk/>
            <pc:sldMk cId="3093752595" sldId="722"/>
            <ac:spMk id="6" creationId="{1EC8AE68-2E78-54A6-9994-962D7928E9AC}"/>
          </ac:spMkLst>
        </pc:spChg>
      </pc:sldChg>
      <pc:sldChg chg="modSp add mod">
        <pc:chgData name="Karl Michael Höferl" userId="544d2ce1-0a3b-4706-9dfd-c6d69d0e3c8e" providerId="ADAL" clId="{728816E0-0922-4745-AF12-C87F45E7DFA0}" dt="2026-02-22T15:57:06.375" v="347" actId="790"/>
        <pc:sldMkLst>
          <pc:docMk/>
          <pc:sldMk cId="1366677634" sldId="750"/>
        </pc:sldMkLst>
        <pc:spChg chg="mod">
          <ac:chgData name="Karl Michael Höferl" userId="544d2ce1-0a3b-4706-9dfd-c6d69d0e3c8e" providerId="ADAL" clId="{728816E0-0922-4745-AF12-C87F45E7DFA0}" dt="2026-02-22T15:57:06.371" v="343" actId="790"/>
          <ac:spMkLst>
            <pc:docMk/>
            <pc:sldMk cId="1366677634" sldId="750"/>
            <ac:spMk id="2" creationId="{74D56BE3-FBBB-68E0-AAC9-58EB25C20C2D}"/>
          </ac:spMkLst>
        </pc:spChg>
        <pc:spChg chg="mod">
          <ac:chgData name="Karl Michael Höferl" userId="544d2ce1-0a3b-4706-9dfd-c6d69d0e3c8e" providerId="ADAL" clId="{728816E0-0922-4745-AF12-C87F45E7DFA0}" dt="2026-02-22T15:57:06.371" v="344" actId="790"/>
          <ac:spMkLst>
            <pc:docMk/>
            <pc:sldMk cId="1366677634" sldId="750"/>
            <ac:spMk id="3" creationId="{901254B2-A3D2-8FB3-029E-9ECAE02121F6}"/>
          </ac:spMkLst>
        </pc:spChg>
        <pc:spChg chg="mod">
          <ac:chgData name="Karl Michael Höferl" userId="544d2ce1-0a3b-4706-9dfd-c6d69d0e3c8e" providerId="ADAL" clId="{728816E0-0922-4745-AF12-C87F45E7DFA0}" dt="2026-02-22T15:57:06.373" v="345" actId="790"/>
          <ac:spMkLst>
            <pc:docMk/>
            <pc:sldMk cId="1366677634" sldId="750"/>
            <ac:spMk id="4" creationId="{843DF75A-48F3-9C95-18C9-16CCCA4F826E}"/>
          </ac:spMkLst>
        </pc:spChg>
        <pc:spChg chg="mod">
          <ac:chgData name="Karl Michael Höferl" userId="544d2ce1-0a3b-4706-9dfd-c6d69d0e3c8e" providerId="ADAL" clId="{728816E0-0922-4745-AF12-C87F45E7DFA0}" dt="2026-02-22T15:57:06.373" v="346" actId="790"/>
          <ac:spMkLst>
            <pc:docMk/>
            <pc:sldMk cId="1366677634" sldId="750"/>
            <ac:spMk id="5" creationId="{821173C3-E002-CE7D-9D59-67D4FB10E22E}"/>
          </ac:spMkLst>
        </pc:spChg>
        <pc:spChg chg="mod">
          <ac:chgData name="Karl Michael Höferl" userId="544d2ce1-0a3b-4706-9dfd-c6d69d0e3c8e" providerId="ADAL" clId="{728816E0-0922-4745-AF12-C87F45E7DFA0}" dt="2026-02-22T15:57:06.375" v="347" actId="790"/>
          <ac:spMkLst>
            <pc:docMk/>
            <pc:sldMk cId="1366677634" sldId="750"/>
            <ac:spMk id="6" creationId="{8D5797D6-7496-F9FB-3529-4C852CFD950F}"/>
          </ac:spMkLst>
        </pc:spChg>
      </pc:sldChg>
      <pc:sldChg chg="modSp add mod">
        <pc:chgData name="Karl Michael Höferl" userId="544d2ce1-0a3b-4706-9dfd-c6d69d0e3c8e" providerId="ADAL" clId="{728816E0-0922-4745-AF12-C87F45E7DFA0}" dt="2026-02-22T15:57:06.359" v="329" actId="790"/>
        <pc:sldMkLst>
          <pc:docMk/>
          <pc:sldMk cId="891883168" sldId="751"/>
        </pc:sldMkLst>
        <pc:spChg chg="mod">
          <ac:chgData name="Karl Michael Höferl" userId="544d2ce1-0a3b-4706-9dfd-c6d69d0e3c8e" providerId="ADAL" clId="{728816E0-0922-4745-AF12-C87F45E7DFA0}" dt="2026-02-22T15:57:06.356" v="325" actId="790"/>
          <ac:spMkLst>
            <pc:docMk/>
            <pc:sldMk cId="891883168" sldId="751"/>
            <ac:spMk id="2" creationId="{6347C2D3-C66A-9991-D5C6-297D41665222}"/>
          </ac:spMkLst>
        </pc:spChg>
        <pc:spChg chg="mod">
          <ac:chgData name="Karl Michael Höferl" userId="544d2ce1-0a3b-4706-9dfd-c6d69d0e3c8e" providerId="ADAL" clId="{728816E0-0922-4745-AF12-C87F45E7DFA0}" dt="2026-02-22T15:57:06.357" v="326" actId="790"/>
          <ac:spMkLst>
            <pc:docMk/>
            <pc:sldMk cId="891883168" sldId="751"/>
            <ac:spMk id="3" creationId="{88030255-163B-EF4A-07AC-9E6A4ED63ADE}"/>
          </ac:spMkLst>
        </pc:spChg>
        <pc:spChg chg="mod">
          <ac:chgData name="Karl Michael Höferl" userId="544d2ce1-0a3b-4706-9dfd-c6d69d0e3c8e" providerId="ADAL" clId="{728816E0-0922-4745-AF12-C87F45E7DFA0}" dt="2026-02-22T15:57:06.357" v="327" actId="790"/>
          <ac:spMkLst>
            <pc:docMk/>
            <pc:sldMk cId="891883168" sldId="751"/>
            <ac:spMk id="4" creationId="{2D0DDDFA-FA71-BE7C-EF68-36FC26854DD8}"/>
          </ac:spMkLst>
        </pc:spChg>
        <pc:spChg chg="mod">
          <ac:chgData name="Karl Michael Höferl" userId="544d2ce1-0a3b-4706-9dfd-c6d69d0e3c8e" providerId="ADAL" clId="{728816E0-0922-4745-AF12-C87F45E7DFA0}" dt="2026-02-22T15:57:06.358" v="328" actId="790"/>
          <ac:spMkLst>
            <pc:docMk/>
            <pc:sldMk cId="891883168" sldId="751"/>
            <ac:spMk id="5" creationId="{B5C47264-9480-5B97-AAD5-5A1549608274}"/>
          </ac:spMkLst>
        </pc:spChg>
        <pc:spChg chg="mod">
          <ac:chgData name="Karl Michael Höferl" userId="544d2ce1-0a3b-4706-9dfd-c6d69d0e3c8e" providerId="ADAL" clId="{728816E0-0922-4745-AF12-C87F45E7DFA0}" dt="2026-02-22T15:57:06.359" v="329" actId="790"/>
          <ac:spMkLst>
            <pc:docMk/>
            <pc:sldMk cId="891883168" sldId="751"/>
            <ac:spMk id="6" creationId="{081240D2-F3FE-6E95-BF70-DFB439F47C43}"/>
          </ac:spMkLst>
        </pc:spChg>
      </pc:sldChg>
      <pc:sldChg chg="modSp add mod">
        <pc:chgData name="Karl Michael Höferl" userId="544d2ce1-0a3b-4706-9dfd-c6d69d0e3c8e" providerId="ADAL" clId="{728816E0-0922-4745-AF12-C87F45E7DFA0}" dt="2026-02-22T15:57:06.377" v="351" actId="790"/>
        <pc:sldMkLst>
          <pc:docMk/>
          <pc:sldMk cId="132594296" sldId="753"/>
        </pc:sldMkLst>
        <pc:spChg chg="mod">
          <ac:chgData name="Karl Michael Höferl" userId="544d2ce1-0a3b-4706-9dfd-c6d69d0e3c8e" providerId="ADAL" clId="{728816E0-0922-4745-AF12-C87F45E7DFA0}" dt="2026-02-22T15:57:06.375" v="348" actId="790"/>
          <ac:spMkLst>
            <pc:docMk/>
            <pc:sldMk cId="132594296" sldId="753"/>
            <ac:spMk id="2" creationId="{3556EA5E-31C6-9EBA-5569-CD8AAD4037DF}"/>
          </ac:spMkLst>
        </pc:spChg>
        <pc:spChg chg="mod">
          <ac:chgData name="Karl Michael Höferl" userId="544d2ce1-0a3b-4706-9dfd-c6d69d0e3c8e" providerId="ADAL" clId="{728816E0-0922-4745-AF12-C87F45E7DFA0}" dt="2026-02-22T15:57:06.376" v="349" actId="790"/>
          <ac:spMkLst>
            <pc:docMk/>
            <pc:sldMk cId="132594296" sldId="753"/>
            <ac:spMk id="3" creationId="{07139B97-7F5D-D84A-6BEB-272FD439BD0D}"/>
          </ac:spMkLst>
        </pc:spChg>
        <pc:spChg chg="mod">
          <ac:chgData name="Karl Michael Höferl" userId="544d2ce1-0a3b-4706-9dfd-c6d69d0e3c8e" providerId="ADAL" clId="{728816E0-0922-4745-AF12-C87F45E7DFA0}" dt="2026-02-22T15:57:06.377" v="350" actId="790"/>
          <ac:spMkLst>
            <pc:docMk/>
            <pc:sldMk cId="132594296" sldId="753"/>
            <ac:spMk id="5" creationId="{F172F849-CA80-A42E-FC4E-F6D63B287EAE}"/>
          </ac:spMkLst>
        </pc:spChg>
        <pc:spChg chg="mod">
          <ac:chgData name="Karl Michael Höferl" userId="544d2ce1-0a3b-4706-9dfd-c6d69d0e3c8e" providerId="ADAL" clId="{728816E0-0922-4745-AF12-C87F45E7DFA0}" dt="2026-02-22T15:57:06.377" v="351" actId="790"/>
          <ac:spMkLst>
            <pc:docMk/>
            <pc:sldMk cId="132594296" sldId="753"/>
            <ac:spMk id="6" creationId="{6EBD0BB1-FFE2-84D1-DA60-9A23317F9D79}"/>
          </ac:spMkLst>
        </pc:spChg>
      </pc:sldChg>
      <pc:sldChg chg="modSp add mod">
        <pc:chgData name="Karl Michael Höferl" userId="544d2ce1-0a3b-4706-9dfd-c6d69d0e3c8e" providerId="ADAL" clId="{728816E0-0922-4745-AF12-C87F45E7DFA0}" dt="2026-02-22T15:57:06.380" v="355" actId="790"/>
        <pc:sldMkLst>
          <pc:docMk/>
          <pc:sldMk cId="1925381655" sldId="754"/>
        </pc:sldMkLst>
        <pc:spChg chg="mod">
          <ac:chgData name="Karl Michael Höferl" userId="544d2ce1-0a3b-4706-9dfd-c6d69d0e3c8e" providerId="ADAL" clId="{728816E0-0922-4745-AF12-C87F45E7DFA0}" dt="2026-02-22T15:57:06.378" v="352" actId="790"/>
          <ac:spMkLst>
            <pc:docMk/>
            <pc:sldMk cId="1925381655" sldId="754"/>
            <ac:spMk id="2" creationId="{247188EE-FBD6-702E-0C41-6BE5F53D41D3}"/>
          </ac:spMkLst>
        </pc:spChg>
        <pc:spChg chg="mod">
          <ac:chgData name="Karl Michael Höferl" userId="544d2ce1-0a3b-4706-9dfd-c6d69d0e3c8e" providerId="ADAL" clId="{728816E0-0922-4745-AF12-C87F45E7DFA0}" dt="2026-02-22T15:57:06.379" v="353" actId="790"/>
          <ac:spMkLst>
            <pc:docMk/>
            <pc:sldMk cId="1925381655" sldId="754"/>
            <ac:spMk id="3" creationId="{1C4AC5EA-7AC5-0F16-3548-C25A6F4CB873}"/>
          </ac:spMkLst>
        </pc:spChg>
        <pc:spChg chg="mod">
          <ac:chgData name="Karl Michael Höferl" userId="544d2ce1-0a3b-4706-9dfd-c6d69d0e3c8e" providerId="ADAL" clId="{728816E0-0922-4745-AF12-C87F45E7DFA0}" dt="2026-02-22T15:57:06.379" v="354" actId="790"/>
          <ac:spMkLst>
            <pc:docMk/>
            <pc:sldMk cId="1925381655" sldId="754"/>
            <ac:spMk id="5" creationId="{01C41755-0054-8397-D943-2F594416CAB8}"/>
          </ac:spMkLst>
        </pc:spChg>
        <pc:spChg chg="mod">
          <ac:chgData name="Karl Michael Höferl" userId="544d2ce1-0a3b-4706-9dfd-c6d69d0e3c8e" providerId="ADAL" clId="{728816E0-0922-4745-AF12-C87F45E7DFA0}" dt="2026-02-22T15:57:06.380" v="355" actId="790"/>
          <ac:spMkLst>
            <pc:docMk/>
            <pc:sldMk cId="1925381655" sldId="754"/>
            <ac:spMk id="6" creationId="{2EF7250A-F5B7-223D-3B0F-893B04A3539A}"/>
          </ac:spMkLst>
        </pc:spChg>
      </pc:sldChg>
      <pc:sldChg chg="modSp add mod">
        <pc:chgData name="Karl Michael Höferl" userId="544d2ce1-0a3b-4706-9dfd-c6d69d0e3c8e" providerId="ADAL" clId="{728816E0-0922-4745-AF12-C87F45E7DFA0}" dt="2026-02-22T15:57:06.397" v="373" actId="790"/>
        <pc:sldMkLst>
          <pc:docMk/>
          <pc:sldMk cId="2669962403" sldId="757"/>
        </pc:sldMkLst>
        <pc:spChg chg="mod">
          <ac:chgData name="Karl Michael Höferl" userId="544d2ce1-0a3b-4706-9dfd-c6d69d0e3c8e" providerId="ADAL" clId="{728816E0-0922-4745-AF12-C87F45E7DFA0}" dt="2026-02-22T15:57:06.393" v="369" actId="790"/>
          <ac:spMkLst>
            <pc:docMk/>
            <pc:sldMk cId="2669962403" sldId="757"/>
            <ac:spMk id="2" creationId="{051A3722-4724-79CF-3633-171B49DFEDAB}"/>
          </ac:spMkLst>
        </pc:spChg>
        <pc:spChg chg="mod">
          <ac:chgData name="Karl Michael Höferl" userId="544d2ce1-0a3b-4706-9dfd-c6d69d0e3c8e" providerId="ADAL" clId="{728816E0-0922-4745-AF12-C87F45E7DFA0}" dt="2026-02-22T15:57:06.394" v="370" actId="790"/>
          <ac:spMkLst>
            <pc:docMk/>
            <pc:sldMk cId="2669962403" sldId="757"/>
            <ac:spMk id="3" creationId="{A6514597-B85E-CF0E-7658-9DE9BCD59D0A}"/>
          </ac:spMkLst>
        </pc:spChg>
        <pc:spChg chg="mod">
          <ac:chgData name="Karl Michael Höferl" userId="544d2ce1-0a3b-4706-9dfd-c6d69d0e3c8e" providerId="ADAL" clId="{728816E0-0922-4745-AF12-C87F45E7DFA0}" dt="2026-02-22T15:57:06.395" v="371" actId="790"/>
          <ac:spMkLst>
            <pc:docMk/>
            <pc:sldMk cId="2669962403" sldId="757"/>
            <ac:spMk id="4" creationId="{D64520BB-998E-4BED-BE23-1EE77FAD53DF}"/>
          </ac:spMkLst>
        </pc:spChg>
        <pc:spChg chg="mod">
          <ac:chgData name="Karl Michael Höferl" userId="544d2ce1-0a3b-4706-9dfd-c6d69d0e3c8e" providerId="ADAL" clId="{728816E0-0922-4745-AF12-C87F45E7DFA0}" dt="2026-02-22T15:57:06.396" v="372" actId="790"/>
          <ac:spMkLst>
            <pc:docMk/>
            <pc:sldMk cId="2669962403" sldId="757"/>
            <ac:spMk id="5" creationId="{2B7ADC1E-A02F-D37F-D168-1344D69E6FDA}"/>
          </ac:spMkLst>
        </pc:spChg>
        <pc:spChg chg="mod">
          <ac:chgData name="Karl Michael Höferl" userId="544d2ce1-0a3b-4706-9dfd-c6d69d0e3c8e" providerId="ADAL" clId="{728816E0-0922-4745-AF12-C87F45E7DFA0}" dt="2026-02-22T15:57:06.397" v="373" actId="790"/>
          <ac:spMkLst>
            <pc:docMk/>
            <pc:sldMk cId="2669962403" sldId="757"/>
            <ac:spMk id="6" creationId="{64A52B0C-7A0C-D5DF-7C74-C67475F0F7FC}"/>
          </ac:spMkLst>
        </pc:spChg>
      </pc:sldChg>
      <pc:sldChg chg="modSp add mod">
        <pc:chgData name="Karl Michael Höferl" userId="544d2ce1-0a3b-4706-9dfd-c6d69d0e3c8e" providerId="ADAL" clId="{728816E0-0922-4745-AF12-C87F45E7DFA0}" dt="2026-02-22T15:57:06.411" v="390" actId="790"/>
        <pc:sldMkLst>
          <pc:docMk/>
          <pc:sldMk cId="2173507218" sldId="759"/>
        </pc:sldMkLst>
        <pc:spChg chg="mod">
          <ac:chgData name="Karl Michael Höferl" userId="544d2ce1-0a3b-4706-9dfd-c6d69d0e3c8e" providerId="ADAL" clId="{728816E0-0922-4745-AF12-C87F45E7DFA0}" dt="2026-02-22T15:57:06.409" v="387" actId="790"/>
          <ac:spMkLst>
            <pc:docMk/>
            <pc:sldMk cId="2173507218" sldId="759"/>
            <ac:spMk id="2" creationId="{224FD2FD-86CB-C573-21A3-AD6393FAFD7B}"/>
          </ac:spMkLst>
        </pc:spChg>
        <pc:spChg chg="mod">
          <ac:chgData name="Karl Michael Höferl" userId="544d2ce1-0a3b-4706-9dfd-c6d69d0e3c8e" providerId="ADAL" clId="{728816E0-0922-4745-AF12-C87F45E7DFA0}" dt="2026-02-22T15:57:06.410" v="388" actId="790"/>
          <ac:spMkLst>
            <pc:docMk/>
            <pc:sldMk cId="2173507218" sldId="759"/>
            <ac:spMk id="3" creationId="{D29D2F8F-E682-DC9E-A160-D6452989CC34}"/>
          </ac:spMkLst>
        </pc:spChg>
        <pc:spChg chg="mod">
          <ac:chgData name="Karl Michael Höferl" userId="544d2ce1-0a3b-4706-9dfd-c6d69d0e3c8e" providerId="ADAL" clId="{728816E0-0922-4745-AF12-C87F45E7DFA0}" dt="2026-02-22T15:57:06.410" v="389" actId="790"/>
          <ac:spMkLst>
            <pc:docMk/>
            <pc:sldMk cId="2173507218" sldId="759"/>
            <ac:spMk id="5" creationId="{6EDDE79E-EB36-B89E-C872-066B50825665}"/>
          </ac:spMkLst>
        </pc:spChg>
        <pc:spChg chg="mod">
          <ac:chgData name="Karl Michael Höferl" userId="544d2ce1-0a3b-4706-9dfd-c6d69d0e3c8e" providerId="ADAL" clId="{728816E0-0922-4745-AF12-C87F45E7DFA0}" dt="2026-02-22T15:57:06.411" v="390" actId="790"/>
          <ac:spMkLst>
            <pc:docMk/>
            <pc:sldMk cId="2173507218" sldId="759"/>
            <ac:spMk id="6" creationId="{68C22269-3276-8ABB-5ABA-D204C9D19ECA}"/>
          </ac:spMkLst>
        </pc:spChg>
      </pc:sldChg>
      <pc:sldChg chg="modSp add mod">
        <pc:chgData name="Karl Michael Höferl" userId="544d2ce1-0a3b-4706-9dfd-c6d69d0e3c8e" providerId="ADAL" clId="{728816E0-0922-4745-AF12-C87F45E7DFA0}" dt="2026-02-22T15:57:06.425" v="405" actId="790"/>
        <pc:sldMkLst>
          <pc:docMk/>
          <pc:sldMk cId="1165692184" sldId="760"/>
        </pc:sldMkLst>
        <pc:spChg chg="mod">
          <ac:chgData name="Karl Michael Höferl" userId="544d2ce1-0a3b-4706-9dfd-c6d69d0e3c8e" providerId="ADAL" clId="{728816E0-0922-4745-AF12-C87F45E7DFA0}" dt="2026-02-22T15:57:06.420" v="401" actId="790"/>
          <ac:spMkLst>
            <pc:docMk/>
            <pc:sldMk cId="1165692184" sldId="760"/>
            <ac:spMk id="2" creationId="{319135D0-683E-74AF-F57B-5D34CC3904EF}"/>
          </ac:spMkLst>
        </pc:spChg>
        <pc:spChg chg="mod">
          <ac:chgData name="Karl Michael Höferl" userId="544d2ce1-0a3b-4706-9dfd-c6d69d0e3c8e" providerId="ADAL" clId="{728816E0-0922-4745-AF12-C87F45E7DFA0}" dt="2026-02-22T15:57:06.420" v="402" actId="790"/>
          <ac:spMkLst>
            <pc:docMk/>
            <pc:sldMk cId="1165692184" sldId="760"/>
            <ac:spMk id="3" creationId="{5357A31A-F022-C1A5-3937-C9F6F756EBDC}"/>
          </ac:spMkLst>
        </pc:spChg>
        <pc:spChg chg="mod">
          <ac:chgData name="Karl Michael Höferl" userId="544d2ce1-0a3b-4706-9dfd-c6d69d0e3c8e" providerId="ADAL" clId="{728816E0-0922-4745-AF12-C87F45E7DFA0}" dt="2026-02-22T15:57:06.423" v="403" actId="790"/>
          <ac:spMkLst>
            <pc:docMk/>
            <pc:sldMk cId="1165692184" sldId="760"/>
            <ac:spMk id="4" creationId="{FFB1DA1F-A1A8-85D7-A770-B1A4C6A10FD8}"/>
          </ac:spMkLst>
        </pc:spChg>
        <pc:spChg chg="mod">
          <ac:chgData name="Karl Michael Höferl" userId="544d2ce1-0a3b-4706-9dfd-c6d69d0e3c8e" providerId="ADAL" clId="{728816E0-0922-4745-AF12-C87F45E7DFA0}" dt="2026-02-22T15:57:06.424" v="404" actId="790"/>
          <ac:spMkLst>
            <pc:docMk/>
            <pc:sldMk cId="1165692184" sldId="760"/>
            <ac:spMk id="5" creationId="{4DA87D0B-FF26-0D43-3156-90A8CAF9AF53}"/>
          </ac:spMkLst>
        </pc:spChg>
        <pc:spChg chg="mod">
          <ac:chgData name="Karl Michael Höferl" userId="544d2ce1-0a3b-4706-9dfd-c6d69d0e3c8e" providerId="ADAL" clId="{728816E0-0922-4745-AF12-C87F45E7DFA0}" dt="2026-02-22T15:57:06.425" v="405" actId="790"/>
          <ac:spMkLst>
            <pc:docMk/>
            <pc:sldMk cId="1165692184" sldId="760"/>
            <ac:spMk id="6" creationId="{179C12F2-B498-291B-CC64-D9DE05F350E7}"/>
          </ac:spMkLst>
        </pc:spChg>
      </pc:sldChg>
      <pc:sldChg chg="modSp add mod">
        <pc:chgData name="Karl Michael Höferl" userId="544d2ce1-0a3b-4706-9dfd-c6d69d0e3c8e" providerId="ADAL" clId="{728816E0-0922-4745-AF12-C87F45E7DFA0}" dt="2026-02-22T15:57:06.431" v="414"/>
        <pc:sldMkLst>
          <pc:docMk/>
          <pc:sldMk cId="2267696658" sldId="761"/>
        </pc:sldMkLst>
        <pc:spChg chg="mod">
          <ac:chgData name="Karl Michael Höferl" userId="544d2ce1-0a3b-4706-9dfd-c6d69d0e3c8e" providerId="ADAL" clId="{728816E0-0922-4745-AF12-C87F45E7DFA0}" dt="2026-02-22T15:57:06.426" v="406" actId="790"/>
          <ac:spMkLst>
            <pc:docMk/>
            <pc:sldMk cId="2267696658" sldId="761"/>
            <ac:spMk id="2" creationId="{B5F415E1-5F7A-25A4-ACF2-C7110AAF42F2}"/>
          </ac:spMkLst>
        </pc:spChg>
        <pc:spChg chg="mod">
          <ac:chgData name="Karl Michael Höferl" userId="544d2ce1-0a3b-4706-9dfd-c6d69d0e3c8e" providerId="ADAL" clId="{728816E0-0922-4745-AF12-C87F45E7DFA0}" dt="2026-02-22T15:57:06.426" v="407" actId="790"/>
          <ac:spMkLst>
            <pc:docMk/>
            <pc:sldMk cId="2267696658" sldId="761"/>
            <ac:spMk id="3" creationId="{A8E3C299-5F5C-778B-FEFF-802DD4FB466C}"/>
          </ac:spMkLst>
        </pc:spChg>
        <pc:spChg chg="mod">
          <ac:chgData name="Karl Michael Höferl" userId="544d2ce1-0a3b-4706-9dfd-c6d69d0e3c8e" providerId="ADAL" clId="{728816E0-0922-4745-AF12-C87F45E7DFA0}" dt="2026-02-22T15:57:06.428" v="408" actId="790"/>
          <ac:spMkLst>
            <pc:docMk/>
            <pc:sldMk cId="2267696658" sldId="761"/>
            <ac:spMk id="4" creationId="{C434A017-3216-5CE0-0F1C-A9CBCE536FAE}"/>
          </ac:spMkLst>
        </pc:spChg>
        <pc:spChg chg="mod">
          <ac:chgData name="Karl Michael Höferl" userId="544d2ce1-0a3b-4706-9dfd-c6d69d0e3c8e" providerId="ADAL" clId="{728816E0-0922-4745-AF12-C87F45E7DFA0}" dt="2026-02-22T15:57:06.429" v="409" actId="790"/>
          <ac:spMkLst>
            <pc:docMk/>
            <pc:sldMk cId="2267696658" sldId="761"/>
            <ac:spMk id="5" creationId="{81E3C16B-1800-F75B-649E-2A76C0D6EA23}"/>
          </ac:spMkLst>
        </pc:spChg>
        <pc:spChg chg="mod">
          <ac:chgData name="Karl Michael Höferl" userId="544d2ce1-0a3b-4706-9dfd-c6d69d0e3c8e" providerId="ADAL" clId="{728816E0-0922-4745-AF12-C87F45E7DFA0}" dt="2026-02-22T15:57:06.430" v="410" actId="790"/>
          <ac:spMkLst>
            <pc:docMk/>
            <pc:sldMk cId="2267696658" sldId="761"/>
            <ac:spMk id="6" creationId="{FF951F4C-020E-AA63-4155-1FD7B4831C6B}"/>
          </ac:spMkLst>
        </pc:spChg>
        <pc:spChg chg="mod">
          <ac:chgData name="Karl Michael Höferl" userId="544d2ce1-0a3b-4706-9dfd-c6d69d0e3c8e" providerId="ADAL" clId="{728816E0-0922-4745-AF12-C87F45E7DFA0}" dt="2026-02-22T15:57:06.430" v="411"/>
          <ac:spMkLst>
            <pc:docMk/>
            <pc:sldMk cId="2267696658" sldId="761"/>
            <ac:spMk id="7" creationId="{534ACEEF-4370-FCEF-DB48-E3FF1375376F}"/>
          </ac:spMkLst>
        </pc:spChg>
        <pc:spChg chg="mod">
          <ac:chgData name="Karl Michael Höferl" userId="544d2ce1-0a3b-4706-9dfd-c6d69d0e3c8e" providerId="ADAL" clId="{728816E0-0922-4745-AF12-C87F45E7DFA0}" dt="2026-02-22T15:57:06.431" v="412"/>
          <ac:spMkLst>
            <pc:docMk/>
            <pc:sldMk cId="2267696658" sldId="761"/>
            <ac:spMk id="8" creationId="{CAE91D12-604D-42EE-85C6-98B33AF42EC1}"/>
          </ac:spMkLst>
        </pc:spChg>
        <pc:spChg chg="mod">
          <ac:chgData name="Karl Michael Höferl" userId="544d2ce1-0a3b-4706-9dfd-c6d69d0e3c8e" providerId="ADAL" clId="{728816E0-0922-4745-AF12-C87F45E7DFA0}" dt="2026-02-22T15:57:06.431" v="413"/>
          <ac:spMkLst>
            <pc:docMk/>
            <pc:sldMk cId="2267696658" sldId="761"/>
            <ac:spMk id="9" creationId="{221013AB-753A-7F59-44CA-02276C629171}"/>
          </ac:spMkLst>
        </pc:spChg>
        <pc:spChg chg="mod">
          <ac:chgData name="Karl Michael Höferl" userId="544d2ce1-0a3b-4706-9dfd-c6d69d0e3c8e" providerId="ADAL" clId="{728816E0-0922-4745-AF12-C87F45E7DFA0}" dt="2026-02-22T15:57:06.431" v="414"/>
          <ac:spMkLst>
            <pc:docMk/>
            <pc:sldMk cId="2267696658" sldId="761"/>
            <ac:spMk id="10" creationId="{665EEA2D-1D6D-47C3-61B1-4FF8F7A2F66C}"/>
          </ac:spMkLst>
        </pc:spChg>
      </pc:sldChg>
      <pc:sldChg chg="modSp add mod">
        <pc:chgData name="Karl Michael Höferl" userId="544d2ce1-0a3b-4706-9dfd-c6d69d0e3c8e" providerId="ADAL" clId="{728816E0-0922-4745-AF12-C87F45E7DFA0}" dt="2026-02-22T15:57:06.441" v="426" actId="790"/>
        <pc:sldMkLst>
          <pc:docMk/>
          <pc:sldMk cId="1108537631" sldId="762"/>
        </pc:sldMkLst>
        <pc:spChg chg="mod">
          <ac:chgData name="Karl Michael Höferl" userId="544d2ce1-0a3b-4706-9dfd-c6d69d0e3c8e" providerId="ADAL" clId="{728816E0-0922-4745-AF12-C87F45E7DFA0}" dt="2026-02-22T15:57:06.432" v="415" actId="790"/>
          <ac:spMkLst>
            <pc:docMk/>
            <pc:sldMk cId="1108537631" sldId="762"/>
            <ac:spMk id="2" creationId="{E340732E-DD97-82BB-39E5-4C65B9E25907}"/>
          </ac:spMkLst>
        </pc:spChg>
        <pc:spChg chg="mod">
          <ac:chgData name="Karl Michael Höferl" userId="544d2ce1-0a3b-4706-9dfd-c6d69d0e3c8e" providerId="ADAL" clId="{728816E0-0922-4745-AF12-C87F45E7DFA0}" dt="2026-02-22T15:57:06.433" v="416" actId="790"/>
          <ac:spMkLst>
            <pc:docMk/>
            <pc:sldMk cId="1108537631" sldId="762"/>
            <ac:spMk id="3" creationId="{646DC605-D606-FCCA-CA03-3521B1D6FD83}"/>
          </ac:spMkLst>
        </pc:spChg>
        <pc:spChg chg="mod">
          <ac:chgData name="Karl Michael Höferl" userId="544d2ce1-0a3b-4706-9dfd-c6d69d0e3c8e" providerId="ADAL" clId="{728816E0-0922-4745-AF12-C87F45E7DFA0}" dt="2026-02-22T15:57:06.435" v="417" actId="790"/>
          <ac:spMkLst>
            <pc:docMk/>
            <pc:sldMk cId="1108537631" sldId="762"/>
            <ac:spMk id="4" creationId="{79DA9D92-4375-2A29-716A-E9C2457D7C9A}"/>
          </ac:spMkLst>
        </pc:spChg>
        <pc:spChg chg="mod">
          <ac:chgData name="Karl Michael Höferl" userId="544d2ce1-0a3b-4706-9dfd-c6d69d0e3c8e" providerId="ADAL" clId="{728816E0-0922-4745-AF12-C87F45E7DFA0}" dt="2026-02-22T15:57:06.437" v="418" actId="790"/>
          <ac:spMkLst>
            <pc:docMk/>
            <pc:sldMk cId="1108537631" sldId="762"/>
            <ac:spMk id="5" creationId="{3589AF34-925E-E4FE-04EE-19077E644639}"/>
          </ac:spMkLst>
        </pc:spChg>
        <pc:spChg chg="mod">
          <ac:chgData name="Karl Michael Höferl" userId="544d2ce1-0a3b-4706-9dfd-c6d69d0e3c8e" providerId="ADAL" clId="{728816E0-0922-4745-AF12-C87F45E7DFA0}" dt="2026-02-22T15:57:06.437" v="419" actId="790"/>
          <ac:spMkLst>
            <pc:docMk/>
            <pc:sldMk cId="1108537631" sldId="762"/>
            <ac:spMk id="6" creationId="{3E881A19-46C7-6471-00CE-51C8784D6F0B}"/>
          </ac:spMkLst>
        </pc:spChg>
        <pc:spChg chg="mod">
          <ac:chgData name="Karl Michael Höferl" userId="544d2ce1-0a3b-4706-9dfd-c6d69d0e3c8e" providerId="ADAL" clId="{728816E0-0922-4745-AF12-C87F45E7DFA0}" dt="2026-02-22T15:57:06.438" v="420"/>
          <ac:spMkLst>
            <pc:docMk/>
            <pc:sldMk cId="1108537631" sldId="762"/>
            <ac:spMk id="7" creationId="{08F5DD14-E916-8AA4-7819-21F8400F5686}"/>
          </ac:spMkLst>
        </pc:spChg>
        <pc:spChg chg="mod">
          <ac:chgData name="Karl Michael Höferl" userId="544d2ce1-0a3b-4706-9dfd-c6d69d0e3c8e" providerId="ADAL" clId="{728816E0-0922-4745-AF12-C87F45E7DFA0}" dt="2026-02-22T15:57:06.438" v="421"/>
          <ac:spMkLst>
            <pc:docMk/>
            <pc:sldMk cId="1108537631" sldId="762"/>
            <ac:spMk id="8" creationId="{284DBC75-25F2-1D32-A86A-2D383E190B1C}"/>
          </ac:spMkLst>
        </pc:spChg>
        <pc:spChg chg="mod">
          <ac:chgData name="Karl Michael Höferl" userId="544d2ce1-0a3b-4706-9dfd-c6d69d0e3c8e" providerId="ADAL" clId="{728816E0-0922-4745-AF12-C87F45E7DFA0}" dt="2026-02-22T15:57:06.439" v="422"/>
          <ac:spMkLst>
            <pc:docMk/>
            <pc:sldMk cId="1108537631" sldId="762"/>
            <ac:spMk id="9" creationId="{75B95890-5B24-8871-4DD1-0FC54BD1BD22}"/>
          </ac:spMkLst>
        </pc:spChg>
        <pc:spChg chg="mod">
          <ac:chgData name="Karl Michael Höferl" userId="544d2ce1-0a3b-4706-9dfd-c6d69d0e3c8e" providerId="ADAL" clId="{728816E0-0922-4745-AF12-C87F45E7DFA0}" dt="2026-02-22T15:57:06.439" v="423"/>
          <ac:spMkLst>
            <pc:docMk/>
            <pc:sldMk cId="1108537631" sldId="762"/>
            <ac:spMk id="10" creationId="{195ED7E6-655F-66D6-379F-7461822ACFCA}"/>
          </ac:spMkLst>
        </pc:spChg>
        <pc:spChg chg="mod">
          <ac:chgData name="Karl Michael Höferl" userId="544d2ce1-0a3b-4706-9dfd-c6d69d0e3c8e" providerId="ADAL" clId="{728816E0-0922-4745-AF12-C87F45E7DFA0}" dt="2026-02-22T15:57:06.440" v="424" actId="790"/>
          <ac:spMkLst>
            <pc:docMk/>
            <pc:sldMk cId="1108537631" sldId="762"/>
            <ac:spMk id="11" creationId="{13C20A5B-AFE2-6B2B-9208-7E2C67827159}"/>
          </ac:spMkLst>
        </pc:spChg>
        <pc:spChg chg="mod">
          <ac:chgData name="Karl Michael Höferl" userId="544d2ce1-0a3b-4706-9dfd-c6d69d0e3c8e" providerId="ADAL" clId="{728816E0-0922-4745-AF12-C87F45E7DFA0}" dt="2026-02-22T15:57:06.440" v="425" actId="790"/>
          <ac:spMkLst>
            <pc:docMk/>
            <pc:sldMk cId="1108537631" sldId="762"/>
            <ac:spMk id="12" creationId="{99FC6F31-AB6C-CCB3-A961-309063FCE5D4}"/>
          </ac:spMkLst>
        </pc:spChg>
        <pc:spChg chg="mod">
          <ac:chgData name="Karl Michael Höferl" userId="544d2ce1-0a3b-4706-9dfd-c6d69d0e3c8e" providerId="ADAL" clId="{728816E0-0922-4745-AF12-C87F45E7DFA0}" dt="2026-02-22T15:57:06.441" v="426" actId="790"/>
          <ac:spMkLst>
            <pc:docMk/>
            <pc:sldMk cId="1108537631" sldId="762"/>
            <ac:spMk id="14" creationId="{559C9D1B-CC63-D40C-FAE9-DA4C0C57CFBB}"/>
          </ac:spMkLst>
        </pc:spChg>
      </pc:sldChg>
      <pc:sldChg chg="modSp add mod">
        <pc:chgData name="Karl Michael Höferl" userId="544d2ce1-0a3b-4706-9dfd-c6d69d0e3c8e" providerId="ADAL" clId="{728816E0-0922-4745-AF12-C87F45E7DFA0}" dt="2026-02-22T15:57:06.447" v="431" actId="790"/>
        <pc:sldMkLst>
          <pc:docMk/>
          <pc:sldMk cId="3710087506" sldId="763"/>
        </pc:sldMkLst>
        <pc:spChg chg="mod">
          <ac:chgData name="Karl Michael Höferl" userId="544d2ce1-0a3b-4706-9dfd-c6d69d0e3c8e" providerId="ADAL" clId="{728816E0-0922-4745-AF12-C87F45E7DFA0}" dt="2026-02-22T15:57:06.442" v="427" actId="790"/>
          <ac:spMkLst>
            <pc:docMk/>
            <pc:sldMk cId="3710087506" sldId="763"/>
            <ac:spMk id="2" creationId="{963D9E4B-1623-D475-3268-D4549BBFDCA9}"/>
          </ac:spMkLst>
        </pc:spChg>
        <pc:spChg chg="mod">
          <ac:chgData name="Karl Michael Höferl" userId="544d2ce1-0a3b-4706-9dfd-c6d69d0e3c8e" providerId="ADAL" clId="{728816E0-0922-4745-AF12-C87F45E7DFA0}" dt="2026-02-22T15:57:06.442" v="428" actId="790"/>
          <ac:spMkLst>
            <pc:docMk/>
            <pc:sldMk cId="3710087506" sldId="763"/>
            <ac:spMk id="3" creationId="{87FD1B83-BC82-6D31-FA1F-2E6D0DEEABD9}"/>
          </ac:spMkLst>
        </pc:spChg>
        <pc:spChg chg="mod">
          <ac:chgData name="Karl Michael Höferl" userId="544d2ce1-0a3b-4706-9dfd-c6d69d0e3c8e" providerId="ADAL" clId="{728816E0-0922-4745-AF12-C87F45E7DFA0}" dt="2026-02-22T15:57:06.445" v="429" actId="790"/>
          <ac:spMkLst>
            <pc:docMk/>
            <pc:sldMk cId="3710087506" sldId="763"/>
            <ac:spMk id="4" creationId="{37FF909F-E709-0A23-DBD7-18B55FA83D2A}"/>
          </ac:spMkLst>
        </pc:spChg>
        <pc:spChg chg="mod">
          <ac:chgData name="Karl Michael Höferl" userId="544d2ce1-0a3b-4706-9dfd-c6d69d0e3c8e" providerId="ADAL" clId="{728816E0-0922-4745-AF12-C87F45E7DFA0}" dt="2026-02-22T15:57:06.446" v="430" actId="790"/>
          <ac:spMkLst>
            <pc:docMk/>
            <pc:sldMk cId="3710087506" sldId="763"/>
            <ac:spMk id="5" creationId="{AD04B75A-C7F7-7D9A-37F0-4FAD29599CFE}"/>
          </ac:spMkLst>
        </pc:spChg>
        <pc:spChg chg="mod">
          <ac:chgData name="Karl Michael Höferl" userId="544d2ce1-0a3b-4706-9dfd-c6d69d0e3c8e" providerId="ADAL" clId="{728816E0-0922-4745-AF12-C87F45E7DFA0}" dt="2026-02-22T15:57:06.447" v="431" actId="790"/>
          <ac:spMkLst>
            <pc:docMk/>
            <pc:sldMk cId="3710087506" sldId="763"/>
            <ac:spMk id="6" creationId="{A19DB931-E94D-63C2-85CE-8F25AB9BB729}"/>
          </ac:spMkLst>
        </pc:spChg>
      </pc:sldChg>
      <pc:sldChg chg="modSp add mod">
        <pc:chgData name="Karl Michael Höferl" userId="544d2ce1-0a3b-4706-9dfd-c6d69d0e3c8e" providerId="ADAL" clId="{728816E0-0922-4745-AF12-C87F45E7DFA0}" dt="2026-02-22T15:57:06.451" v="436" actId="790"/>
        <pc:sldMkLst>
          <pc:docMk/>
          <pc:sldMk cId="1633400076" sldId="764"/>
        </pc:sldMkLst>
        <pc:spChg chg="mod">
          <ac:chgData name="Karl Michael Höferl" userId="544d2ce1-0a3b-4706-9dfd-c6d69d0e3c8e" providerId="ADAL" clId="{728816E0-0922-4745-AF12-C87F45E7DFA0}" dt="2026-02-22T15:57:06.447" v="432" actId="790"/>
          <ac:spMkLst>
            <pc:docMk/>
            <pc:sldMk cId="1633400076" sldId="764"/>
            <ac:spMk id="2" creationId="{93C3A5CB-FA45-3F23-4EAE-B82EA09B10D9}"/>
          </ac:spMkLst>
        </pc:spChg>
        <pc:spChg chg="mod">
          <ac:chgData name="Karl Michael Höferl" userId="544d2ce1-0a3b-4706-9dfd-c6d69d0e3c8e" providerId="ADAL" clId="{728816E0-0922-4745-AF12-C87F45E7DFA0}" dt="2026-02-22T15:57:06.448" v="433" actId="790"/>
          <ac:spMkLst>
            <pc:docMk/>
            <pc:sldMk cId="1633400076" sldId="764"/>
            <ac:spMk id="3" creationId="{C8CB6244-D8AF-EC18-C656-C72ABDBDE307}"/>
          </ac:spMkLst>
        </pc:spChg>
        <pc:spChg chg="mod">
          <ac:chgData name="Karl Michael Höferl" userId="544d2ce1-0a3b-4706-9dfd-c6d69d0e3c8e" providerId="ADAL" clId="{728816E0-0922-4745-AF12-C87F45E7DFA0}" dt="2026-02-22T15:57:06.450" v="434" actId="790"/>
          <ac:spMkLst>
            <pc:docMk/>
            <pc:sldMk cId="1633400076" sldId="764"/>
            <ac:spMk id="4" creationId="{9ABE58E9-B54B-B83C-774D-47170743FADB}"/>
          </ac:spMkLst>
        </pc:spChg>
        <pc:spChg chg="mod">
          <ac:chgData name="Karl Michael Höferl" userId="544d2ce1-0a3b-4706-9dfd-c6d69d0e3c8e" providerId="ADAL" clId="{728816E0-0922-4745-AF12-C87F45E7DFA0}" dt="2026-02-22T15:57:06.450" v="435" actId="790"/>
          <ac:spMkLst>
            <pc:docMk/>
            <pc:sldMk cId="1633400076" sldId="764"/>
            <ac:spMk id="5" creationId="{B60BF59C-18CF-66DB-7896-EAE055D5B764}"/>
          </ac:spMkLst>
        </pc:spChg>
        <pc:spChg chg="mod">
          <ac:chgData name="Karl Michael Höferl" userId="544d2ce1-0a3b-4706-9dfd-c6d69d0e3c8e" providerId="ADAL" clId="{728816E0-0922-4745-AF12-C87F45E7DFA0}" dt="2026-02-22T15:57:06.451" v="436" actId="790"/>
          <ac:spMkLst>
            <pc:docMk/>
            <pc:sldMk cId="1633400076" sldId="764"/>
            <ac:spMk id="6" creationId="{FCEC12F5-615B-EA0C-CE91-F8FA81F79E0D}"/>
          </ac:spMkLst>
        </pc:spChg>
      </pc:sldChg>
      <pc:sldChg chg="modSp add mod">
        <pc:chgData name="Karl Michael Höferl" userId="544d2ce1-0a3b-4706-9dfd-c6d69d0e3c8e" providerId="ADAL" clId="{728816E0-0922-4745-AF12-C87F45E7DFA0}" dt="2026-02-22T15:57:06.459" v="443" actId="790"/>
        <pc:sldMkLst>
          <pc:docMk/>
          <pc:sldMk cId="3656440657" sldId="765"/>
        </pc:sldMkLst>
        <pc:spChg chg="mod">
          <ac:chgData name="Karl Michael Höferl" userId="544d2ce1-0a3b-4706-9dfd-c6d69d0e3c8e" providerId="ADAL" clId="{728816E0-0922-4745-AF12-C87F45E7DFA0}" dt="2026-02-22T15:57:06.452" v="437" actId="790"/>
          <ac:spMkLst>
            <pc:docMk/>
            <pc:sldMk cId="3656440657" sldId="765"/>
            <ac:spMk id="2" creationId="{FB667106-C267-5950-7E3C-185C153D6FAB}"/>
          </ac:spMkLst>
        </pc:spChg>
        <pc:spChg chg="mod">
          <ac:chgData name="Karl Michael Höferl" userId="544d2ce1-0a3b-4706-9dfd-c6d69d0e3c8e" providerId="ADAL" clId="{728816E0-0922-4745-AF12-C87F45E7DFA0}" dt="2026-02-22T15:57:06.453" v="438" actId="790"/>
          <ac:spMkLst>
            <pc:docMk/>
            <pc:sldMk cId="3656440657" sldId="765"/>
            <ac:spMk id="3" creationId="{7CCDC45A-5723-3319-96AA-F55E4F1F7430}"/>
          </ac:spMkLst>
        </pc:spChg>
        <pc:spChg chg="mod">
          <ac:chgData name="Karl Michael Höferl" userId="544d2ce1-0a3b-4706-9dfd-c6d69d0e3c8e" providerId="ADAL" clId="{728816E0-0922-4745-AF12-C87F45E7DFA0}" dt="2026-02-22T15:57:06.456" v="439" actId="790"/>
          <ac:spMkLst>
            <pc:docMk/>
            <pc:sldMk cId="3656440657" sldId="765"/>
            <ac:spMk id="4" creationId="{51D4CE7F-DDE8-1C18-CB3C-4FB44741B1E9}"/>
          </ac:spMkLst>
        </pc:spChg>
        <pc:spChg chg="mod">
          <ac:chgData name="Karl Michael Höferl" userId="544d2ce1-0a3b-4706-9dfd-c6d69d0e3c8e" providerId="ADAL" clId="{728816E0-0922-4745-AF12-C87F45E7DFA0}" dt="2026-02-22T15:57:06.457" v="440" actId="790"/>
          <ac:spMkLst>
            <pc:docMk/>
            <pc:sldMk cId="3656440657" sldId="765"/>
            <ac:spMk id="5" creationId="{464C359F-6D26-0043-6638-C94D887FB1AF}"/>
          </ac:spMkLst>
        </pc:spChg>
        <pc:spChg chg="mod">
          <ac:chgData name="Karl Michael Höferl" userId="544d2ce1-0a3b-4706-9dfd-c6d69d0e3c8e" providerId="ADAL" clId="{728816E0-0922-4745-AF12-C87F45E7DFA0}" dt="2026-02-22T15:57:06.457" v="441" actId="790"/>
          <ac:spMkLst>
            <pc:docMk/>
            <pc:sldMk cId="3656440657" sldId="765"/>
            <ac:spMk id="6" creationId="{09A014CC-B170-ECFC-FC13-A16C1FBD41F5}"/>
          </ac:spMkLst>
        </pc:spChg>
        <pc:spChg chg="mod">
          <ac:chgData name="Karl Michael Höferl" userId="544d2ce1-0a3b-4706-9dfd-c6d69d0e3c8e" providerId="ADAL" clId="{728816E0-0922-4745-AF12-C87F45E7DFA0}" dt="2026-02-22T15:57:06.458" v="442" actId="790"/>
          <ac:spMkLst>
            <pc:docMk/>
            <pc:sldMk cId="3656440657" sldId="765"/>
            <ac:spMk id="7" creationId="{06489D6D-DFE4-50CC-7F41-C90DA8E7007B}"/>
          </ac:spMkLst>
        </pc:spChg>
        <pc:spChg chg="mod">
          <ac:chgData name="Karl Michael Höferl" userId="544d2ce1-0a3b-4706-9dfd-c6d69d0e3c8e" providerId="ADAL" clId="{728816E0-0922-4745-AF12-C87F45E7DFA0}" dt="2026-02-22T15:57:06.459" v="443" actId="790"/>
          <ac:spMkLst>
            <pc:docMk/>
            <pc:sldMk cId="3656440657" sldId="765"/>
            <ac:spMk id="8" creationId="{4F1557A1-07A7-E7C0-DFF8-8995B4942DA5}"/>
          </ac:spMkLst>
        </pc:spChg>
      </pc:sldChg>
      <pc:sldChg chg="modSp add mod">
        <pc:chgData name="Karl Michael Höferl" userId="544d2ce1-0a3b-4706-9dfd-c6d69d0e3c8e" providerId="ADAL" clId="{728816E0-0922-4745-AF12-C87F45E7DFA0}" dt="2026-02-22T15:57:06.419" v="400" actId="790"/>
        <pc:sldMkLst>
          <pc:docMk/>
          <pc:sldMk cId="3878963900" sldId="767"/>
        </pc:sldMkLst>
        <pc:spChg chg="mod">
          <ac:chgData name="Karl Michael Höferl" userId="544d2ce1-0a3b-4706-9dfd-c6d69d0e3c8e" providerId="ADAL" clId="{728816E0-0922-4745-AF12-C87F45E7DFA0}" dt="2026-02-22T15:57:06.414" v="396" actId="790"/>
          <ac:spMkLst>
            <pc:docMk/>
            <pc:sldMk cId="3878963900" sldId="767"/>
            <ac:spMk id="2" creationId="{5764B8FE-7D26-8717-A43F-740F58FFD802}"/>
          </ac:spMkLst>
        </pc:spChg>
        <pc:spChg chg="mod">
          <ac:chgData name="Karl Michael Höferl" userId="544d2ce1-0a3b-4706-9dfd-c6d69d0e3c8e" providerId="ADAL" clId="{728816E0-0922-4745-AF12-C87F45E7DFA0}" dt="2026-02-22T15:57:06.415" v="397" actId="790"/>
          <ac:spMkLst>
            <pc:docMk/>
            <pc:sldMk cId="3878963900" sldId="767"/>
            <ac:spMk id="3" creationId="{C73C7BD4-823A-E05F-010E-5EC54FF45399}"/>
          </ac:spMkLst>
        </pc:spChg>
        <pc:spChg chg="mod">
          <ac:chgData name="Karl Michael Höferl" userId="544d2ce1-0a3b-4706-9dfd-c6d69d0e3c8e" providerId="ADAL" clId="{728816E0-0922-4745-AF12-C87F45E7DFA0}" dt="2026-02-22T15:57:06.417" v="398" actId="790"/>
          <ac:spMkLst>
            <pc:docMk/>
            <pc:sldMk cId="3878963900" sldId="767"/>
            <ac:spMk id="4" creationId="{7E7C6107-1D0C-8934-BF6E-9F602A2200F1}"/>
          </ac:spMkLst>
        </pc:spChg>
        <pc:spChg chg="mod">
          <ac:chgData name="Karl Michael Höferl" userId="544d2ce1-0a3b-4706-9dfd-c6d69d0e3c8e" providerId="ADAL" clId="{728816E0-0922-4745-AF12-C87F45E7DFA0}" dt="2026-02-22T15:57:06.418" v="399" actId="790"/>
          <ac:spMkLst>
            <pc:docMk/>
            <pc:sldMk cId="3878963900" sldId="767"/>
            <ac:spMk id="5" creationId="{7CF14C2C-7000-35F6-0EBE-40CFB20DCE6F}"/>
          </ac:spMkLst>
        </pc:spChg>
        <pc:spChg chg="mod">
          <ac:chgData name="Karl Michael Höferl" userId="544d2ce1-0a3b-4706-9dfd-c6d69d0e3c8e" providerId="ADAL" clId="{728816E0-0922-4745-AF12-C87F45E7DFA0}" dt="2026-02-22T15:57:06.419" v="400" actId="790"/>
          <ac:spMkLst>
            <pc:docMk/>
            <pc:sldMk cId="3878963900" sldId="767"/>
            <ac:spMk id="6" creationId="{5FF4791F-4A9A-BC5C-CD48-E9C7F104E38F}"/>
          </ac:spMkLst>
        </pc:spChg>
      </pc:sldChg>
      <pc:sldChg chg="modSp add mod">
        <pc:chgData name="Karl Michael Höferl" userId="544d2ce1-0a3b-4706-9dfd-c6d69d0e3c8e" providerId="ADAL" clId="{728816E0-0922-4745-AF12-C87F45E7DFA0}" dt="2026-02-22T15:57:06.503" v="482" actId="790"/>
        <pc:sldMkLst>
          <pc:docMk/>
          <pc:sldMk cId="827746790" sldId="768"/>
        </pc:sldMkLst>
        <pc:spChg chg="mod">
          <ac:chgData name="Karl Michael Höferl" userId="544d2ce1-0a3b-4706-9dfd-c6d69d0e3c8e" providerId="ADAL" clId="{728816E0-0922-4745-AF12-C87F45E7DFA0}" dt="2026-02-22T15:57:06.499" v="477" actId="790"/>
          <ac:spMkLst>
            <pc:docMk/>
            <pc:sldMk cId="827746790" sldId="768"/>
            <ac:spMk id="2" creationId="{7FB4E01C-EE27-0643-A79B-2778D8412BE6}"/>
          </ac:spMkLst>
        </pc:spChg>
        <pc:spChg chg="mod">
          <ac:chgData name="Karl Michael Höferl" userId="544d2ce1-0a3b-4706-9dfd-c6d69d0e3c8e" providerId="ADAL" clId="{728816E0-0922-4745-AF12-C87F45E7DFA0}" dt="2026-02-22T15:57:06.500" v="478" actId="790"/>
          <ac:spMkLst>
            <pc:docMk/>
            <pc:sldMk cId="827746790" sldId="768"/>
            <ac:spMk id="3" creationId="{75D8169E-CCDF-8166-C02D-6064BC980541}"/>
          </ac:spMkLst>
        </pc:spChg>
        <pc:spChg chg="mod">
          <ac:chgData name="Karl Michael Höferl" userId="544d2ce1-0a3b-4706-9dfd-c6d69d0e3c8e" providerId="ADAL" clId="{728816E0-0922-4745-AF12-C87F45E7DFA0}" dt="2026-02-22T15:57:06.501" v="479" actId="790"/>
          <ac:spMkLst>
            <pc:docMk/>
            <pc:sldMk cId="827746790" sldId="768"/>
            <ac:spMk id="5" creationId="{DF78B8F4-8D19-6861-5558-420872C72E8F}"/>
          </ac:spMkLst>
        </pc:spChg>
        <pc:spChg chg="mod">
          <ac:chgData name="Karl Michael Höferl" userId="544d2ce1-0a3b-4706-9dfd-c6d69d0e3c8e" providerId="ADAL" clId="{728816E0-0922-4745-AF12-C87F45E7DFA0}" dt="2026-02-22T15:57:06.501" v="480" actId="790"/>
          <ac:spMkLst>
            <pc:docMk/>
            <pc:sldMk cId="827746790" sldId="768"/>
            <ac:spMk id="6" creationId="{32AD78E0-DE87-EAA2-8EF5-82F72117D1C5}"/>
          </ac:spMkLst>
        </pc:spChg>
        <pc:spChg chg="mod">
          <ac:chgData name="Karl Michael Höferl" userId="544d2ce1-0a3b-4706-9dfd-c6d69d0e3c8e" providerId="ADAL" clId="{728816E0-0922-4745-AF12-C87F45E7DFA0}" dt="2026-02-22T15:57:06.502" v="481" actId="790"/>
          <ac:spMkLst>
            <pc:docMk/>
            <pc:sldMk cId="827746790" sldId="768"/>
            <ac:spMk id="10" creationId="{C592FFB2-0D9B-00FE-79BB-5E0FBFB6663C}"/>
          </ac:spMkLst>
        </pc:spChg>
        <pc:spChg chg="mod">
          <ac:chgData name="Karl Michael Höferl" userId="544d2ce1-0a3b-4706-9dfd-c6d69d0e3c8e" providerId="ADAL" clId="{728816E0-0922-4745-AF12-C87F45E7DFA0}" dt="2026-02-22T15:57:06.503" v="482" actId="790"/>
          <ac:spMkLst>
            <pc:docMk/>
            <pc:sldMk cId="827746790" sldId="768"/>
            <ac:spMk id="11" creationId="{E28B9BA9-41B8-059D-84E7-32FE7DDEF821}"/>
          </ac:spMkLst>
        </pc:spChg>
      </pc:sldChg>
      <pc:sldChg chg="modSp add mod">
        <pc:chgData name="Karl Michael Höferl" userId="544d2ce1-0a3b-4706-9dfd-c6d69d0e3c8e" providerId="ADAL" clId="{728816E0-0922-4745-AF12-C87F45E7DFA0}" dt="2026-02-22T15:57:06.498" v="476" actId="790"/>
        <pc:sldMkLst>
          <pc:docMk/>
          <pc:sldMk cId="352379314" sldId="769"/>
        </pc:sldMkLst>
        <pc:spChg chg="mod">
          <ac:chgData name="Karl Michael Höferl" userId="544d2ce1-0a3b-4706-9dfd-c6d69d0e3c8e" providerId="ADAL" clId="{728816E0-0922-4745-AF12-C87F45E7DFA0}" dt="2026-02-22T15:57:06.494" v="471" actId="790"/>
          <ac:spMkLst>
            <pc:docMk/>
            <pc:sldMk cId="352379314" sldId="769"/>
            <ac:spMk id="2" creationId="{91D50F1A-FE88-C42C-86BC-444D6A237A3D}"/>
          </ac:spMkLst>
        </pc:spChg>
        <pc:spChg chg="mod">
          <ac:chgData name="Karl Michael Höferl" userId="544d2ce1-0a3b-4706-9dfd-c6d69d0e3c8e" providerId="ADAL" clId="{728816E0-0922-4745-AF12-C87F45E7DFA0}" dt="2026-02-22T15:57:06.495" v="472" actId="790"/>
          <ac:spMkLst>
            <pc:docMk/>
            <pc:sldMk cId="352379314" sldId="769"/>
            <ac:spMk id="3" creationId="{A32C24D3-490E-328B-B19B-9EB6161BC32D}"/>
          </ac:spMkLst>
        </pc:spChg>
        <pc:spChg chg="mod">
          <ac:chgData name="Karl Michael Höferl" userId="544d2ce1-0a3b-4706-9dfd-c6d69d0e3c8e" providerId="ADAL" clId="{728816E0-0922-4745-AF12-C87F45E7DFA0}" dt="2026-02-22T15:57:06.496" v="473" actId="790"/>
          <ac:spMkLst>
            <pc:docMk/>
            <pc:sldMk cId="352379314" sldId="769"/>
            <ac:spMk id="5" creationId="{7AB42DE5-1875-70DF-294F-FB749075573F}"/>
          </ac:spMkLst>
        </pc:spChg>
        <pc:spChg chg="mod">
          <ac:chgData name="Karl Michael Höferl" userId="544d2ce1-0a3b-4706-9dfd-c6d69d0e3c8e" providerId="ADAL" clId="{728816E0-0922-4745-AF12-C87F45E7DFA0}" dt="2026-02-22T15:57:06.496" v="474" actId="790"/>
          <ac:spMkLst>
            <pc:docMk/>
            <pc:sldMk cId="352379314" sldId="769"/>
            <ac:spMk id="6" creationId="{EB0965EE-51D7-57B1-4F77-E854562439D9}"/>
          </ac:spMkLst>
        </pc:spChg>
        <pc:spChg chg="mod">
          <ac:chgData name="Karl Michael Höferl" userId="544d2ce1-0a3b-4706-9dfd-c6d69d0e3c8e" providerId="ADAL" clId="{728816E0-0922-4745-AF12-C87F45E7DFA0}" dt="2026-02-22T15:57:06.497" v="475" actId="790"/>
          <ac:spMkLst>
            <pc:docMk/>
            <pc:sldMk cId="352379314" sldId="769"/>
            <ac:spMk id="9" creationId="{A8B66248-F7A4-3245-6E3B-8C0194D62FB6}"/>
          </ac:spMkLst>
        </pc:spChg>
        <pc:spChg chg="mod">
          <ac:chgData name="Karl Michael Höferl" userId="544d2ce1-0a3b-4706-9dfd-c6d69d0e3c8e" providerId="ADAL" clId="{728816E0-0922-4745-AF12-C87F45E7DFA0}" dt="2026-02-22T15:57:06.498" v="476" actId="790"/>
          <ac:spMkLst>
            <pc:docMk/>
            <pc:sldMk cId="352379314" sldId="769"/>
            <ac:spMk id="10" creationId="{8D53B444-9308-273B-54B4-D8423D476318}"/>
          </ac:spMkLst>
        </pc:spChg>
      </pc:sldChg>
      <pc:sldChg chg="modSp add mod">
        <pc:chgData name="Karl Michael Höferl" userId="544d2ce1-0a3b-4706-9dfd-c6d69d0e3c8e" providerId="ADAL" clId="{728816E0-0922-4745-AF12-C87F45E7DFA0}" dt="2026-02-22T16:10:47.161" v="907" actId="6549"/>
        <pc:sldMkLst>
          <pc:docMk/>
          <pc:sldMk cId="2078603856" sldId="770"/>
        </pc:sldMkLst>
        <pc:spChg chg="mod">
          <ac:chgData name="Karl Michael Höferl" userId="544d2ce1-0a3b-4706-9dfd-c6d69d0e3c8e" providerId="ADAL" clId="{728816E0-0922-4745-AF12-C87F45E7DFA0}" dt="2026-02-22T15:57:06.505" v="483" actId="790"/>
          <ac:spMkLst>
            <pc:docMk/>
            <pc:sldMk cId="2078603856" sldId="770"/>
            <ac:spMk id="2" creationId="{019A4E4C-BDA2-AED8-D3FE-5D0DBE3A8151}"/>
          </ac:spMkLst>
        </pc:spChg>
        <pc:spChg chg="mod">
          <ac:chgData name="Karl Michael Höferl" userId="544d2ce1-0a3b-4706-9dfd-c6d69d0e3c8e" providerId="ADAL" clId="{728816E0-0922-4745-AF12-C87F45E7DFA0}" dt="2026-02-22T16:10:47.161" v="907" actId="6549"/>
          <ac:spMkLst>
            <pc:docMk/>
            <pc:sldMk cId="2078603856" sldId="770"/>
            <ac:spMk id="3" creationId="{AF082023-2124-EC37-442B-6E1BE66930E6}"/>
          </ac:spMkLst>
        </pc:spChg>
        <pc:spChg chg="mod">
          <ac:chgData name="Karl Michael Höferl" userId="544d2ce1-0a3b-4706-9dfd-c6d69d0e3c8e" providerId="ADAL" clId="{728816E0-0922-4745-AF12-C87F45E7DFA0}" dt="2026-02-22T15:57:06.506" v="485" actId="790"/>
          <ac:spMkLst>
            <pc:docMk/>
            <pc:sldMk cId="2078603856" sldId="770"/>
            <ac:spMk id="5" creationId="{62FCD6EB-6568-7D7A-6AF3-E1A36F45BFDA}"/>
          </ac:spMkLst>
        </pc:spChg>
        <pc:spChg chg="mod">
          <ac:chgData name="Karl Michael Höferl" userId="544d2ce1-0a3b-4706-9dfd-c6d69d0e3c8e" providerId="ADAL" clId="{728816E0-0922-4745-AF12-C87F45E7DFA0}" dt="2026-02-22T15:57:06.507" v="486" actId="790"/>
          <ac:spMkLst>
            <pc:docMk/>
            <pc:sldMk cId="2078603856" sldId="770"/>
            <ac:spMk id="6" creationId="{1371A8A2-608D-B047-B52E-8EF85F6B41C4}"/>
          </ac:spMkLst>
        </pc:spChg>
      </pc:sldChg>
      <pc:sldChg chg="modSp add mod">
        <pc:chgData name="Karl Michael Höferl" userId="544d2ce1-0a3b-4706-9dfd-c6d69d0e3c8e" providerId="ADAL" clId="{728816E0-0922-4745-AF12-C87F45E7DFA0}" dt="2026-02-22T15:57:06.355" v="324" actId="790"/>
        <pc:sldMkLst>
          <pc:docMk/>
          <pc:sldMk cId="749603672" sldId="818"/>
        </pc:sldMkLst>
        <pc:spChg chg="mod">
          <ac:chgData name="Karl Michael Höferl" userId="544d2ce1-0a3b-4706-9dfd-c6d69d0e3c8e" providerId="ADAL" clId="{728816E0-0922-4745-AF12-C87F45E7DFA0}" dt="2026-02-22T15:57:06.352" v="320" actId="790"/>
          <ac:spMkLst>
            <pc:docMk/>
            <pc:sldMk cId="749603672" sldId="818"/>
            <ac:spMk id="2" creationId="{B8918CF4-40E7-2FB9-A911-2AF846079693}"/>
          </ac:spMkLst>
        </pc:spChg>
        <pc:spChg chg="mod">
          <ac:chgData name="Karl Michael Höferl" userId="544d2ce1-0a3b-4706-9dfd-c6d69d0e3c8e" providerId="ADAL" clId="{728816E0-0922-4745-AF12-C87F45E7DFA0}" dt="2026-02-22T15:57:06.353" v="321" actId="790"/>
          <ac:spMkLst>
            <pc:docMk/>
            <pc:sldMk cId="749603672" sldId="818"/>
            <ac:spMk id="3" creationId="{749EAFB1-9088-8DE3-1D71-CE8B3DB3C6C2}"/>
          </ac:spMkLst>
        </pc:spChg>
        <pc:spChg chg="mod">
          <ac:chgData name="Karl Michael Höferl" userId="544d2ce1-0a3b-4706-9dfd-c6d69d0e3c8e" providerId="ADAL" clId="{728816E0-0922-4745-AF12-C87F45E7DFA0}" dt="2026-02-22T15:57:06.354" v="322" actId="790"/>
          <ac:spMkLst>
            <pc:docMk/>
            <pc:sldMk cId="749603672" sldId="818"/>
            <ac:spMk id="5" creationId="{3D783241-D8E2-D854-0739-FEED9FCE86A8}"/>
          </ac:spMkLst>
        </pc:spChg>
        <pc:spChg chg="mod">
          <ac:chgData name="Karl Michael Höferl" userId="544d2ce1-0a3b-4706-9dfd-c6d69d0e3c8e" providerId="ADAL" clId="{728816E0-0922-4745-AF12-C87F45E7DFA0}" dt="2026-02-22T15:57:06.355" v="323" actId="790"/>
          <ac:spMkLst>
            <pc:docMk/>
            <pc:sldMk cId="749603672" sldId="818"/>
            <ac:spMk id="6" creationId="{26A6AB61-6103-2FA8-CD99-055AFE5047FE}"/>
          </ac:spMkLst>
        </pc:spChg>
        <pc:spChg chg="mod">
          <ac:chgData name="Karl Michael Höferl" userId="544d2ce1-0a3b-4706-9dfd-c6d69d0e3c8e" providerId="ADAL" clId="{728816E0-0922-4745-AF12-C87F45E7DFA0}" dt="2026-02-22T15:57:06.355" v="324" actId="790"/>
          <ac:spMkLst>
            <pc:docMk/>
            <pc:sldMk cId="749603672" sldId="818"/>
            <ac:spMk id="9" creationId="{5739F676-A53A-FF51-3ECE-44A6BB1F20C8}"/>
          </ac:spMkLst>
        </pc:spChg>
      </pc:sldChg>
      <pc:sldChg chg="modSp add mod">
        <pc:chgData name="Karl Michael Höferl" userId="544d2ce1-0a3b-4706-9dfd-c6d69d0e3c8e" providerId="ADAL" clId="{728816E0-0922-4745-AF12-C87F45E7DFA0}" dt="2026-02-22T15:57:06.414" v="395" actId="790"/>
        <pc:sldMkLst>
          <pc:docMk/>
          <pc:sldMk cId="1565709913" sldId="819"/>
        </pc:sldMkLst>
        <pc:spChg chg="mod">
          <ac:chgData name="Karl Michael Höferl" userId="544d2ce1-0a3b-4706-9dfd-c6d69d0e3c8e" providerId="ADAL" clId="{728816E0-0922-4745-AF12-C87F45E7DFA0}" dt="2026-02-22T15:57:06.411" v="391" actId="790"/>
          <ac:spMkLst>
            <pc:docMk/>
            <pc:sldMk cId="1565709913" sldId="819"/>
            <ac:spMk id="2" creationId="{5E0FE2E1-56C8-6114-A54A-7DEC33FB1375}"/>
          </ac:spMkLst>
        </pc:spChg>
        <pc:spChg chg="mod">
          <ac:chgData name="Karl Michael Höferl" userId="544d2ce1-0a3b-4706-9dfd-c6d69d0e3c8e" providerId="ADAL" clId="{728816E0-0922-4745-AF12-C87F45E7DFA0}" dt="2026-02-22T15:57:06.412" v="392" actId="790"/>
          <ac:spMkLst>
            <pc:docMk/>
            <pc:sldMk cId="1565709913" sldId="819"/>
            <ac:spMk id="3" creationId="{E54D1272-190E-87D7-F9A9-E0DBD4BB9EB8}"/>
          </ac:spMkLst>
        </pc:spChg>
        <pc:spChg chg="mod">
          <ac:chgData name="Karl Michael Höferl" userId="544d2ce1-0a3b-4706-9dfd-c6d69d0e3c8e" providerId="ADAL" clId="{728816E0-0922-4745-AF12-C87F45E7DFA0}" dt="2026-02-22T15:57:06.414" v="395" actId="790"/>
          <ac:spMkLst>
            <pc:docMk/>
            <pc:sldMk cId="1565709913" sldId="819"/>
            <ac:spMk id="4" creationId="{E090B814-368D-30D0-5E88-4504F846D13A}"/>
          </ac:spMkLst>
        </pc:spChg>
        <pc:spChg chg="mod">
          <ac:chgData name="Karl Michael Höferl" userId="544d2ce1-0a3b-4706-9dfd-c6d69d0e3c8e" providerId="ADAL" clId="{728816E0-0922-4745-AF12-C87F45E7DFA0}" dt="2026-02-22T15:57:06.413" v="393" actId="790"/>
          <ac:spMkLst>
            <pc:docMk/>
            <pc:sldMk cId="1565709913" sldId="819"/>
            <ac:spMk id="5" creationId="{F0D9263F-57FC-36B9-6B12-C9A5430822BC}"/>
          </ac:spMkLst>
        </pc:spChg>
        <pc:spChg chg="mod">
          <ac:chgData name="Karl Michael Höferl" userId="544d2ce1-0a3b-4706-9dfd-c6d69d0e3c8e" providerId="ADAL" clId="{728816E0-0922-4745-AF12-C87F45E7DFA0}" dt="2026-02-22T15:57:06.413" v="394" actId="790"/>
          <ac:spMkLst>
            <pc:docMk/>
            <pc:sldMk cId="1565709913" sldId="819"/>
            <ac:spMk id="6" creationId="{68B78070-FE79-A846-F09F-A2DA415E7E09}"/>
          </ac:spMkLst>
        </pc:spChg>
      </pc:sldChg>
      <pc:sldChg chg="modSp add mod">
        <pc:chgData name="Karl Michael Höferl" userId="544d2ce1-0a3b-4706-9dfd-c6d69d0e3c8e" providerId="ADAL" clId="{728816E0-0922-4745-AF12-C87F45E7DFA0}" dt="2026-02-22T15:57:06.370" v="342"/>
        <pc:sldMkLst>
          <pc:docMk/>
          <pc:sldMk cId="1508425471" sldId="829"/>
        </pc:sldMkLst>
        <pc:spChg chg="mod">
          <ac:chgData name="Karl Michael Höferl" userId="544d2ce1-0a3b-4706-9dfd-c6d69d0e3c8e" providerId="ADAL" clId="{728816E0-0922-4745-AF12-C87F45E7DFA0}" dt="2026-02-22T15:57:06.360" v="330" actId="790"/>
          <ac:spMkLst>
            <pc:docMk/>
            <pc:sldMk cId="1508425471" sldId="829"/>
            <ac:spMk id="2" creationId="{4A6B26CD-99FB-3509-A863-6B7A8B716E6A}"/>
          </ac:spMkLst>
        </pc:spChg>
        <pc:spChg chg="mod">
          <ac:chgData name="Karl Michael Höferl" userId="544d2ce1-0a3b-4706-9dfd-c6d69d0e3c8e" providerId="ADAL" clId="{728816E0-0922-4745-AF12-C87F45E7DFA0}" dt="2026-02-22T15:57:06.360" v="331" actId="790"/>
          <ac:spMkLst>
            <pc:docMk/>
            <pc:sldMk cId="1508425471" sldId="829"/>
            <ac:spMk id="3" creationId="{A826B7DF-51F6-4F63-ECD7-976242ECFCFA}"/>
          </ac:spMkLst>
        </pc:spChg>
        <pc:spChg chg="mod">
          <ac:chgData name="Karl Michael Höferl" userId="544d2ce1-0a3b-4706-9dfd-c6d69d0e3c8e" providerId="ADAL" clId="{728816E0-0922-4745-AF12-C87F45E7DFA0}" dt="2026-02-22T15:57:06.370" v="342"/>
          <ac:spMkLst>
            <pc:docMk/>
            <pc:sldMk cId="1508425471" sldId="829"/>
            <ac:spMk id="4" creationId="{0F4653B1-EB91-0E93-5C41-D40E0DE1BA94}"/>
          </ac:spMkLst>
        </pc:spChg>
        <pc:spChg chg="mod">
          <ac:chgData name="Karl Michael Höferl" userId="544d2ce1-0a3b-4706-9dfd-c6d69d0e3c8e" providerId="ADAL" clId="{728816E0-0922-4745-AF12-C87F45E7DFA0}" dt="2026-02-22T15:57:06.361" v="332" actId="790"/>
          <ac:spMkLst>
            <pc:docMk/>
            <pc:sldMk cId="1508425471" sldId="829"/>
            <ac:spMk id="5" creationId="{81F100BE-CBAC-A250-5A83-B7C7AD277A98}"/>
          </ac:spMkLst>
        </pc:spChg>
        <pc:spChg chg="mod">
          <ac:chgData name="Karl Michael Höferl" userId="544d2ce1-0a3b-4706-9dfd-c6d69d0e3c8e" providerId="ADAL" clId="{728816E0-0922-4745-AF12-C87F45E7DFA0}" dt="2026-02-22T15:57:06.362" v="333" actId="790"/>
          <ac:spMkLst>
            <pc:docMk/>
            <pc:sldMk cId="1508425471" sldId="829"/>
            <ac:spMk id="6" creationId="{79B63E6F-DAC0-3DBB-FBD5-6F6935DF5FF9}"/>
          </ac:spMkLst>
        </pc:spChg>
        <pc:spChg chg="mod">
          <ac:chgData name="Karl Michael Höferl" userId="544d2ce1-0a3b-4706-9dfd-c6d69d0e3c8e" providerId="ADAL" clId="{728816E0-0922-4745-AF12-C87F45E7DFA0}" dt="2026-02-22T15:57:06.363" v="334" actId="790"/>
          <ac:spMkLst>
            <pc:docMk/>
            <pc:sldMk cId="1508425471" sldId="829"/>
            <ac:spMk id="17" creationId="{EC775156-113E-9A8F-C0B9-2A1AE777885D}"/>
          </ac:spMkLst>
        </pc:spChg>
        <pc:spChg chg="mod">
          <ac:chgData name="Karl Michael Höferl" userId="544d2ce1-0a3b-4706-9dfd-c6d69d0e3c8e" providerId="ADAL" clId="{728816E0-0922-4745-AF12-C87F45E7DFA0}" dt="2026-02-22T15:57:06.364" v="335" actId="790"/>
          <ac:spMkLst>
            <pc:docMk/>
            <pc:sldMk cId="1508425471" sldId="829"/>
            <ac:spMk id="18" creationId="{78A305E9-0125-C5AA-30CF-A6744D9B4BC2}"/>
          </ac:spMkLst>
        </pc:spChg>
        <pc:spChg chg="mod">
          <ac:chgData name="Karl Michael Höferl" userId="544d2ce1-0a3b-4706-9dfd-c6d69d0e3c8e" providerId="ADAL" clId="{728816E0-0922-4745-AF12-C87F45E7DFA0}" dt="2026-02-22T15:57:06.365" v="336" actId="790"/>
          <ac:spMkLst>
            <pc:docMk/>
            <pc:sldMk cId="1508425471" sldId="829"/>
            <ac:spMk id="19" creationId="{11F2FC09-A444-1013-9B32-5911F2EE7A11}"/>
          </ac:spMkLst>
        </pc:spChg>
        <pc:spChg chg="mod">
          <ac:chgData name="Karl Michael Höferl" userId="544d2ce1-0a3b-4706-9dfd-c6d69d0e3c8e" providerId="ADAL" clId="{728816E0-0922-4745-AF12-C87F45E7DFA0}" dt="2026-02-22T15:57:06.365" v="337" actId="790"/>
          <ac:spMkLst>
            <pc:docMk/>
            <pc:sldMk cId="1508425471" sldId="829"/>
            <ac:spMk id="20" creationId="{2E078E5D-DCC0-3373-26F6-4FF726A64BDF}"/>
          </ac:spMkLst>
        </pc:spChg>
        <pc:spChg chg="mod">
          <ac:chgData name="Karl Michael Höferl" userId="544d2ce1-0a3b-4706-9dfd-c6d69d0e3c8e" providerId="ADAL" clId="{728816E0-0922-4745-AF12-C87F45E7DFA0}" dt="2026-02-22T15:57:06.366" v="338" actId="790"/>
          <ac:spMkLst>
            <pc:docMk/>
            <pc:sldMk cId="1508425471" sldId="829"/>
            <ac:spMk id="21" creationId="{D1D75280-14B0-C745-38B1-D802D814FD11}"/>
          </ac:spMkLst>
        </pc:spChg>
        <pc:spChg chg="mod">
          <ac:chgData name="Karl Michael Höferl" userId="544d2ce1-0a3b-4706-9dfd-c6d69d0e3c8e" providerId="ADAL" clId="{728816E0-0922-4745-AF12-C87F45E7DFA0}" dt="2026-02-22T15:57:06.367" v="339" actId="790"/>
          <ac:spMkLst>
            <pc:docMk/>
            <pc:sldMk cId="1508425471" sldId="829"/>
            <ac:spMk id="22" creationId="{4A34F6EF-7817-EB87-8794-209154726FBF}"/>
          </ac:spMkLst>
        </pc:spChg>
        <pc:spChg chg="mod">
          <ac:chgData name="Karl Michael Höferl" userId="544d2ce1-0a3b-4706-9dfd-c6d69d0e3c8e" providerId="ADAL" clId="{728816E0-0922-4745-AF12-C87F45E7DFA0}" dt="2026-02-22T15:57:06.368" v="340" actId="790"/>
          <ac:spMkLst>
            <pc:docMk/>
            <pc:sldMk cId="1508425471" sldId="829"/>
            <ac:spMk id="23" creationId="{93FD58B0-0D1F-B5F6-B5AA-5AB1460C0078}"/>
          </ac:spMkLst>
        </pc:spChg>
        <pc:spChg chg="mod">
          <ac:chgData name="Karl Michael Höferl" userId="544d2ce1-0a3b-4706-9dfd-c6d69d0e3c8e" providerId="ADAL" clId="{728816E0-0922-4745-AF12-C87F45E7DFA0}" dt="2026-02-22T15:57:06.369" v="341" actId="790"/>
          <ac:spMkLst>
            <pc:docMk/>
            <pc:sldMk cId="1508425471" sldId="829"/>
            <ac:spMk id="24" creationId="{728079A3-C38C-7DA6-1434-ACB71F106DEE}"/>
          </ac:spMkLst>
        </pc:spChg>
      </pc:sldChg>
      <pc:sldChg chg="modSp add mod">
        <pc:chgData name="Karl Michael Höferl" userId="544d2ce1-0a3b-4706-9dfd-c6d69d0e3c8e" providerId="ADAL" clId="{728816E0-0922-4745-AF12-C87F45E7DFA0}" dt="2026-02-22T15:57:06.392" v="368"/>
        <pc:sldMkLst>
          <pc:docMk/>
          <pc:sldMk cId="4063220174" sldId="830"/>
        </pc:sldMkLst>
        <pc:spChg chg="mod">
          <ac:chgData name="Karl Michael Höferl" userId="544d2ce1-0a3b-4706-9dfd-c6d69d0e3c8e" providerId="ADAL" clId="{728816E0-0922-4745-AF12-C87F45E7DFA0}" dt="2026-02-22T15:57:06.381" v="356" actId="790"/>
          <ac:spMkLst>
            <pc:docMk/>
            <pc:sldMk cId="4063220174" sldId="830"/>
            <ac:spMk id="2" creationId="{B6AFAA7B-A816-3DF1-929D-2E0063102804}"/>
          </ac:spMkLst>
        </pc:spChg>
        <pc:spChg chg="mod">
          <ac:chgData name="Karl Michael Höferl" userId="544d2ce1-0a3b-4706-9dfd-c6d69d0e3c8e" providerId="ADAL" clId="{728816E0-0922-4745-AF12-C87F45E7DFA0}" dt="2026-02-22T15:57:06.381" v="357" actId="790"/>
          <ac:spMkLst>
            <pc:docMk/>
            <pc:sldMk cId="4063220174" sldId="830"/>
            <ac:spMk id="3" creationId="{C52E2A0F-22E5-8D88-4CBC-427258464046}"/>
          </ac:spMkLst>
        </pc:spChg>
        <pc:spChg chg="mod">
          <ac:chgData name="Karl Michael Höferl" userId="544d2ce1-0a3b-4706-9dfd-c6d69d0e3c8e" providerId="ADAL" clId="{728816E0-0922-4745-AF12-C87F45E7DFA0}" dt="2026-02-22T15:57:06.392" v="368"/>
          <ac:spMkLst>
            <pc:docMk/>
            <pc:sldMk cId="4063220174" sldId="830"/>
            <ac:spMk id="4" creationId="{0EAD1A1C-B213-BCAA-6FE8-973272DB4BAD}"/>
          </ac:spMkLst>
        </pc:spChg>
        <pc:spChg chg="mod">
          <ac:chgData name="Karl Michael Höferl" userId="544d2ce1-0a3b-4706-9dfd-c6d69d0e3c8e" providerId="ADAL" clId="{728816E0-0922-4745-AF12-C87F45E7DFA0}" dt="2026-02-22T15:57:06.382" v="358" actId="790"/>
          <ac:spMkLst>
            <pc:docMk/>
            <pc:sldMk cId="4063220174" sldId="830"/>
            <ac:spMk id="5" creationId="{586189E0-C4BA-E5D8-F270-4CDDC4F477BC}"/>
          </ac:spMkLst>
        </pc:spChg>
        <pc:spChg chg="mod">
          <ac:chgData name="Karl Michael Höferl" userId="544d2ce1-0a3b-4706-9dfd-c6d69d0e3c8e" providerId="ADAL" clId="{728816E0-0922-4745-AF12-C87F45E7DFA0}" dt="2026-02-22T15:57:06.384" v="359" actId="790"/>
          <ac:spMkLst>
            <pc:docMk/>
            <pc:sldMk cId="4063220174" sldId="830"/>
            <ac:spMk id="6" creationId="{49CB2908-0D0C-2EAF-097A-620F67AFC179}"/>
          </ac:spMkLst>
        </pc:spChg>
        <pc:spChg chg="mod">
          <ac:chgData name="Karl Michael Höferl" userId="544d2ce1-0a3b-4706-9dfd-c6d69d0e3c8e" providerId="ADAL" clId="{728816E0-0922-4745-AF12-C87F45E7DFA0}" dt="2026-02-22T15:57:06.385" v="360" actId="790"/>
          <ac:spMkLst>
            <pc:docMk/>
            <pc:sldMk cId="4063220174" sldId="830"/>
            <ac:spMk id="17" creationId="{340A2F8C-3C90-C515-34D3-C192FE88B050}"/>
          </ac:spMkLst>
        </pc:spChg>
        <pc:spChg chg="mod">
          <ac:chgData name="Karl Michael Höferl" userId="544d2ce1-0a3b-4706-9dfd-c6d69d0e3c8e" providerId="ADAL" clId="{728816E0-0922-4745-AF12-C87F45E7DFA0}" dt="2026-02-22T15:57:06.386" v="361" actId="790"/>
          <ac:spMkLst>
            <pc:docMk/>
            <pc:sldMk cId="4063220174" sldId="830"/>
            <ac:spMk id="18" creationId="{368AA222-15D6-127F-7E47-1BFE30316A2B}"/>
          </ac:spMkLst>
        </pc:spChg>
        <pc:spChg chg="mod">
          <ac:chgData name="Karl Michael Höferl" userId="544d2ce1-0a3b-4706-9dfd-c6d69d0e3c8e" providerId="ADAL" clId="{728816E0-0922-4745-AF12-C87F45E7DFA0}" dt="2026-02-22T15:57:06.387" v="362" actId="790"/>
          <ac:spMkLst>
            <pc:docMk/>
            <pc:sldMk cId="4063220174" sldId="830"/>
            <ac:spMk id="19" creationId="{D98AE7B8-7749-F980-405E-A98AD41436E9}"/>
          </ac:spMkLst>
        </pc:spChg>
        <pc:spChg chg="mod">
          <ac:chgData name="Karl Michael Höferl" userId="544d2ce1-0a3b-4706-9dfd-c6d69d0e3c8e" providerId="ADAL" clId="{728816E0-0922-4745-AF12-C87F45E7DFA0}" dt="2026-02-22T15:57:06.388" v="363" actId="790"/>
          <ac:spMkLst>
            <pc:docMk/>
            <pc:sldMk cId="4063220174" sldId="830"/>
            <ac:spMk id="20" creationId="{BD2FC27F-D6B6-B509-E00D-A28A50B9FECC}"/>
          </ac:spMkLst>
        </pc:spChg>
        <pc:spChg chg="mod">
          <ac:chgData name="Karl Michael Höferl" userId="544d2ce1-0a3b-4706-9dfd-c6d69d0e3c8e" providerId="ADAL" clId="{728816E0-0922-4745-AF12-C87F45E7DFA0}" dt="2026-02-22T15:57:06.389" v="364" actId="790"/>
          <ac:spMkLst>
            <pc:docMk/>
            <pc:sldMk cId="4063220174" sldId="830"/>
            <ac:spMk id="21" creationId="{9166A7E1-D825-8B15-8899-F277BC733F6A}"/>
          </ac:spMkLst>
        </pc:spChg>
        <pc:spChg chg="mod">
          <ac:chgData name="Karl Michael Höferl" userId="544d2ce1-0a3b-4706-9dfd-c6d69d0e3c8e" providerId="ADAL" clId="{728816E0-0922-4745-AF12-C87F45E7DFA0}" dt="2026-02-22T15:57:06.389" v="365" actId="790"/>
          <ac:spMkLst>
            <pc:docMk/>
            <pc:sldMk cId="4063220174" sldId="830"/>
            <ac:spMk id="22" creationId="{1ACA8D3B-90A0-97AD-9F84-DDFF3D257333}"/>
          </ac:spMkLst>
        </pc:spChg>
        <pc:spChg chg="mod">
          <ac:chgData name="Karl Michael Höferl" userId="544d2ce1-0a3b-4706-9dfd-c6d69d0e3c8e" providerId="ADAL" clId="{728816E0-0922-4745-AF12-C87F45E7DFA0}" dt="2026-02-22T15:57:06.391" v="366" actId="790"/>
          <ac:spMkLst>
            <pc:docMk/>
            <pc:sldMk cId="4063220174" sldId="830"/>
            <ac:spMk id="23" creationId="{7D99E922-4C06-D93A-42B2-F7B1501A13EC}"/>
          </ac:spMkLst>
        </pc:spChg>
        <pc:spChg chg="mod">
          <ac:chgData name="Karl Michael Höferl" userId="544d2ce1-0a3b-4706-9dfd-c6d69d0e3c8e" providerId="ADAL" clId="{728816E0-0922-4745-AF12-C87F45E7DFA0}" dt="2026-02-22T15:57:06.392" v="367" actId="790"/>
          <ac:spMkLst>
            <pc:docMk/>
            <pc:sldMk cId="4063220174" sldId="830"/>
            <ac:spMk id="24" creationId="{52B54D31-DE4B-A364-40ED-FA1EBF9B7BC6}"/>
          </ac:spMkLst>
        </pc:spChg>
      </pc:sldChg>
      <pc:sldChg chg="modSp add mod">
        <pc:chgData name="Karl Michael Höferl" userId="544d2ce1-0a3b-4706-9dfd-c6d69d0e3c8e" providerId="ADAL" clId="{728816E0-0922-4745-AF12-C87F45E7DFA0}" dt="2026-02-22T15:57:06.408" v="386"/>
        <pc:sldMkLst>
          <pc:docMk/>
          <pc:sldMk cId="68155577" sldId="831"/>
        </pc:sldMkLst>
        <pc:spChg chg="mod">
          <ac:chgData name="Karl Michael Höferl" userId="544d2ce1-0a3b-4706-9dfd-c6d69d0e3c8e" providerId="ADAL" clId="{728816E0-0922-4745-AF12-C87F45E7DFA0}" dt="2026-02-22T15:57:06.397" v="374" actId="790"/>
          <ac:spMkLst>
            <pc:docMk/>
            <pc:sldMk cId="68155577" sldId="831"/>
            <ac:spMk id="2" creationId="{8807BF39-EC4E-ECE3-44B0-EFA56FDF7511}"/>
          </ac:spMkLst>
        </pc:spChg>
        <pc:spChg chg="mod">
          <ac:chgData name="Karl Michael Höferl" userId="544d2ce1-0a3b-4706-9dfd-c6d69d0e3c8e" providerId="ADAL" clId="{728816E0-0922-4745-AF12-C87F45E7DFA0}" dt="2026-02-22T15:57:06.398" v="375" actId="790"/>
          <ac:spMkLst>
            <pc:docMk/>
            <pc:sldMk cId="68155577" sldId="831"/>
            <ac:spMk id="3" creationId="{271713FB-DF81-186E-558D-5ADE79FE816A}"/>
          </ac:spMkLst>
        </pc:spChg>
        <pc:spChg chg="mod">
          <ac:chgData name="Karl Michael Höferl" userId="544d2ce1-0a3b-4706-9dfd-c6d69d0e3c8e" providerId="ADAL" clId="{728816E0-0922-4745-AF12-C87F45E7DFA0}" dt="2026-02-22T15:57:06.408" v="386"/>
          <ac:spMkLst>
            <pc:docMk/>
            <pc:sldMk cId="68155577" sldId="831"/>
            <ac:spMk id="4" creationId="{A92CC317-FC8A-52E6-03FC-1D64400682B6}"/>
          </ac:spMkLst>
        </pc:spChg>
        <pc:spChg chg="mod">
          <ac:chgData name="Karl Michael Höferl" userId="544d2ce1-0a3b-4706-9dfd-c6d69d0e3c8e" providerId="ADAL" clId="{728816E0-0922-4745-AF12-C87F45E7DFA0}" dt="2026-02-22T15:57:06.399" v="376" actId="790"/>
          <ac:spMkLst>
            <pc:docMk/>
            <pc:sldMk cId="68155577" sldId="831"/>
            <ac:spMk id="5" creationId="{42A0B690-BD23-1A71-D285-311F30DE1E2F}"/>
          </ac:spMkLst>
        </pc:spChg>
        <pc:spChg chg="mod">
          <ac:chgData name="Karl Michael Höferl" userId="544d2ce1-0a3b-4706-9dfd-c6d69d0e3c8e" providerId="ADAL" clId="{728816E0-0922-4745-AF12-C87F45E7DFA0}" dt="2026-02-22T15:57:06.401" v="377" actId="790"/>
          <ac:spMkLst>
            <pc:docMk/>
            <pc:sldMk cId="68155577" sldId="831"/>
            <ac:spMk id="6" creationId="{4F74DD45-B8E9-9C86-6F77-F93874842F99}"/>
          </ac:spMkLst>
        </pc:spChg>
        <pc:spChg chg="mod">
          <ac:chgData name="Karl Michael Höferl" userId="544d2ce1-0a3b-4706-9dfd-c6d69d0e3c8e" providerId="ADAL" clId="{728816E0-0922-4745-AF12-C87F45E7DFA0}" dt="2026-02-22T15:57:06.402" v="378" actId="790"/>
          <ac:spMkLst>
            <pc:docMk/>
            <pc:sldMk cId="68155577" sldId="831"/>
            <ac:spMk id="17" creationId="{8D64D5E0-2538-6B3B-D0DC-925F4EB38474}"/>
          </ac:spMkLst>
        </pc:spChg>
        <pc:spChg chg="mod">
          <ac:chgData name="Karl Michael Höferl" userId="544d2ce1-0a3b-4706-9dfd-c6d69d0e3c8e" providerId="ADAL" clId="{728816E0-0922-4745-AF12-C87F45E7DFA0}" dt="2026-02-22T15:57:06.403" v="379" actId="790"/>
          <ac:spMkLst>
            <pc:docMk/>
            <pc:sldMk cId="68155577" sldId="831"/>
            <ac:spMk id="18" creationId="{F4CD40A2-0125-B400-4E9E-FF6A19107F53}"/>
          </ac:spMkLst>
        </pc:spChg>
        <pc:spChg chg="mod">
          <ac:chgData name="Karl Michael Höferl" userId="544d2ce1-0a3b-4706-9dfd-c6d69d0e3c8e" providerId="ADAL" clId="{728816E0-0922-4745-AF12-C87F45E7DFA0}" dt="2026-02-22T15:57:06.404" v="380" actId="790"/>
          <ac:spMkLst>
            <pc:docMk/>
            <pc:sldMk cId="68155577" sldId="831"/>
            <ac:spMk id="19" creationId="{FAFBD50A-A9B9-231A-F3DB-DC3833BE7C2E}"/>
          </ac:spMkLst>
        </pc:spChg>
        <pc:spChg chg="mod">
          <ac:chgData name="Karl Michael Höferl" userId="544d2ce1-0a3b-4706-9dfd-c6d69d0e3c8e" providerId="ADAL" clId="{728816E0-0922-4745-AF12-C87F45E7DFA0}" dt="2026-02-22T15:57:06.405" v="381" actId="790"/>
          <ac:spMkLst>
            <pc:docMk/>
            <pc:sldMk cId="68155577" sldId="831"/>
            <ac:spMk id="20" creationId="{FE0B945A-B4EF-5636-F5C1-5D6B54396B6B}"/>
          </ac:spMkLst>
        </pc:spChg>
        <pc:spChg chg="mod">
          <ac:chgData name="Karl Michael Höferl" userId="544d2ce1-0a3b-4706-9dfd-c6d69d0e3c8e" providerId="ADAL" clId="{728816E0-0922-4745-AF12-C87F45E7DFA0}" dt="2026-02-22T15:57:06.406" v="382" actId="790"/>
          <ac:spMkLst>
            <pc:docMk/>
            <pc:sldMk cId="68155577" sldId="831"/>
            <ac:spMk id="21" creationId="{84192500-1BB1-4378-D94F-97D87B9EF12C}"/>
          </ac:spMkLst>
        </pc:spChg>
        <pc:spChg chg="mod">
          <ac:chgData name="Karl Michael Höferl" userId="544d2ce1-0a3b-4706-9dfd-c6d69d0e3c8e" providerId="ADAL" clId="{728816E0-0922-4745-AF12-C87F45E7DFA0}" dt="2026-02-22T15:57:06.406" v="383" actId="790"/>
          <ac:spMkLst>
            <pc:docMk/>
            <pc:sldMk cId="68155577" sldId="831"/>
            <ac:spMk id="22" creationId="{07829AE1-5D7D-7A08-2F49-C17D0E3BD964}"/>
          </ac:spMkLst>
        </pc:spChg>
        <pc:spChg chg="mod">
          <ac:chgData name="Karl Michael Höferl" userId="544d2ce1-0a3b-4706-9dfd-c6d69d0e3c8e" providerId="ADAL" clId="{728816E0-0922-4745-AF12-C87F45E7DFA0}" dt="2026-02-22T15:57:06.407" v="384" actId="790"/>
          <ac:spMkLst>
            <pc:docMk/>
            <pc:sldMk cId="68155577" sldId="831"/>
            <ac:spMk id="23" creationId="{6B520065-995B-890C-6424-E6EFE88C08E6}"/>
          </ac:spMkLst>
        </pc:spChg>
        <pc:spChg chg="mod">
          <ac:chgData name="Karl Michael Höferl" userId="544d2ce1-0a3b-4706-9dfd-c6d69d0e3c8e" providerId="ADAL" clId="{728816E0-0922-4745-AF12-C87F45E7DFA0}" dt="2026-02-22T15:57:06.408" v="385" actId="790"/>
          <ac:spMkLst>
            <pc:docMk/>
            <pc:sldMk cId="68155577" sldId="831"/>
            <ac:spMk id="24" creationId="{D128EA65-26A6-8847-5194-118CE580764C}"/>
          </ac:spMkLst>
        </pc:spChg>
      </pc:sldChg>
      <pc:sldChg chg="modSp add mod">
        <pc:chgData name="Karl Michael Höferl" userId="544d2ce1-0a3b-4706-9dfd-c6d69d0e3c8e" providerId="ADAL" clId="{728816E0-0922-4745-AF12-C87F45E7DFA0}" dt="2026-02-22T15:57:06.471" v="456"/>
        <pc:sldMkLst>
          <pc:docMk/>
          <pc:sldMk cId="3891496608" sldId="832"/>
        </pc:sldMkLst>
        <pc:spChg chg="mod">
          <ac:chgData name="Karl Michael Höferl" userId="544d2ce1-0a3b-4706-9dfd-c6d69d0e3c8e" providerId="ADAL" clId="{728816E0-0922-4745-AF12-C87F45E7DFA0}" dt="2026-02-22T15:57:06.460" v="444" actId="790"/>
          <ac:spMkLst>
            <pc:docMk/>
            <pc:sldMk cId="3891496608" sldId="832"/>
            <ac:spMk id="2" creationId="{EF58F5F1-6B22-E618-6360-463E76783426}"/>
          </ac:spMkLst>
        </pc:spChg>
        <pc:spChg chg="mod">
          <ac:chgData name="Karl Michael Höferl" userId="544d2ce1-0a3b-4706-9dfd-c6d69d0e3c8e" providerId="ADAL" clId="{728816E0-0922-4745-AF12-C87F45E7DFA0}" dt="2026-02-22T15:57:06.460" v="445" actId="790"/>
          <ac:spMkLst>
            <pc:docMk/>
            <pc:sldMk cId="3891496608" sldId="832"/>
            <ac:spMk id="3" creationId="{5EEB40E4-3D1B-5FD8-B1F1-28EC244FF052}"/>
          </ac:spMkLst>
        </pc:spChg>
        <pc:spChg chg="mod">
          <ac:chgData name="Karl Michael Höferl" userId="544d2ce1-0a3b-4706-9dfd-c6d69d0e3c8e" providerId="ADAL" clId="{728816E0-0922-4745-AF12-C87F45E7DFA0}" dt="2026-02-22T15:57:06.471" v="456"/>
          <ac:spMkLst>
            <pc:docMk/>
            <pc:sldMk cId="3891496608" sldId="832"/>
            <ac:spMk id="4" creationId="{887DF648-DC05-00BB-977C-20E4ED54F34D}"/>
          </ac:spMkLst>
        </pc:spChg>
        <pc:spChg chg="mod">
          <ac:chgData name="Karl Michael Höferl" userId="544d2ce1-0a3b-4706-9dfd-c6d69d0e3c8e" providerId="ADAL" clId="{728816E0-0922-4745-AF12-C87F45E7DFA0}" dt="2026-02-22T15:57:06.461" v="446" actId="790"/>
          <ac:spMkLst>
            <pc:docMk/>
            <pc:sldMk cId="3891496608" sldId="832"/>
            <ac:spMk id="5" creationId="{0CAD147B-1559-E063-62B2-9D5E6913A982}"/>
          </ac:spMkLst>
        </pc:spChg>
        <pc:spChg chg="mod">
          <ac:chgData name="Karl Michael Höferl" userId="544d2ce1-0a3b-4706-9dfd-c6d69d0e3c8e" providerId="ADAL" clId="{728816E0-0922-4745-AF12-C87F45E7DFA0}" dt="2026-02-22T15:57:06.463" v="447" actId="790"/>
          <ac:spMkLst>
            <pc:docMk/>
            <pc:sldMk cId="3891496608" sldId="832"/>
            <ac:spMk id="6" creationId="{4A481B2D-A43A-9EF9-A847-E6A871E79364}"/>
          </ac:spMkLst>
        </pc:spChg>
        <pc:spChg chg="mod">
          <ac:chgData name="Karl Michael Höferl" userId="544d2ce1-0a3b-4706-9dfd-c6d69d0e3c8e" providerId="ADAL" clId="{728816E0-0922-4745-AF12-C87F45E7DFA0}" dt="2026-02-22T15:57:06.464" v="448" actId="790"/>
          <ac:spMkLst>
            <pc:docMk/>
            <pc:sldMk cId="3891496608" sldId="832"/>
            <ac:spMk id="17" creationId="{C363D966-3264-E768-D218-36FC87EE5406}"/>
          </ac:spMkLst>
        </pc:spChg>
        <pc:spChg chg="mod">
          <ac:chgData name="Karl Michael Höferl" userId="544d2ce1-0a3b-4706-9dfd-c6d69d0e3c8e" providerId="ADAL" clId="{728816E0-0922-4745-AF12-C87F45E7DFA0}" dt="2026-02-22T15:57:06.465" v="449" actId="790"/>
          <ac:spMkLst>
            <pc:docMk/>
            <pc:sldMk cId="3891496608" sldId="832"/>
            <ac:spMk id="18" creationId="{407E1938-75AB-6D45-3184-BF6EF10E974F}"/>
          </ac:spMkLst>
        </pc:spChg>
        <pc:spChg chg="mod">
          <ac:chgData name="Karl Michael Höferl" userId="544d2ce1-0a3b-4706-9dfd-c6d69d0e3c8e" providerId="ADAL" clId="{728816E0-0922-4745-AF12-C87F45E7DFA0}" dt="2026-02-22T15:57:06.466" v="450" actId="790"/>
          <ac:spMkLst>
            <pc:docMk/>
            <pc:sldMk cId="3891496608" sldId="832"/>
            <ac:spMk id="19" creationId="{D4B31842-FA30-8958-4443-4EBA7BB01823}"/>
          </ac:spMkLst>
        </pc:spChg>
        <pc:spChg chg="mod">
          <ac:chgData name="Karl Michael Höferl" userId="544d2ce1-0a3b-4706-9dfd-c6d69d0e3c8e" providerId="ADAL" clId="{728816E0-0922-4745-AF12-C87F45E7DFA0}" dt="2026-02-22T15:57:06.466" v="451" actId="790"/>
          <ac:spMkLst>
            <pc:docMk/>
            <pc:sldMk cId="3891496608" sldId="832"/>
            <ac:spMk id="20" creationId="{03A106BC-2E38-9EA7-AF36-6B3D70E3BE03}"/>
          </ac:spMkLst>
        </pc:spChg>
        <pc:spChg chg="mod">
          <ac:chgData name="Karl Michael Höferl" userId="544d2ce1-0a3b-4706-9dfd-c6d69d0e3c8e" providerId="ADAL" clId="{728816E0-0922-4745-AF12-C87F45E7DFA0}" dt="2026-02-22T15:57:06.467" v="452" actId="790"/>
          <ac:spMkLst>
            <pc:docMk/>
            <pc:sldMk cId="3891496608" sldId="832"/>
            <ac:spMk id="21" creationId="{C8F4E585-4487-DE51-A36D-954D28343D7C}"/>
          </ac:spMkLst>
        </pc:spChg>
        <pc:spChg chg="mod">
          <ac:chgData name="Karl Michael Höferl" userId="544d2ce1-0a3b-4706-9dfd-c6d69d0e3c8e" providerId="ADAL" clId="{728816E0-0922-4745-AF12-C87F45E7DFA0}" dt="2026-02-22T15:57:06.468" v="453" actId="790"/>
          <ac:spMkLst>
            <pc:docMk/>
            <pc:sldMk cId="3891496608" sldId="832"/>
            <ac:spMk id="22" creationId="{E8D3A774-31A5-5622-1C6F-DA22A6D2CA5E}"/>
          </ac:spMkLst>
        </pc:spChg>
        <pc:spChg chg="mod">
          <ac:chgData name="Karl Michael Höferl" userId="544d2ce1-0a3b-4706-9dfd-c6d69d0e3c8e" providerId="ADAL" clId="{728816E0-0922-4745-AF12-C87F45E7DFA0}" dt="2026-02-22T15:57:06.469" v="454" actId="790"/>
          <ac:spMkLst>
            <pc:docMk/>
            <pc:sldMk cId="3891496608" sldId="832"/>
            <ac:spMk id="23" creationId="{CBA2D35B-ED49-5459-F967-791AD538D309}"/>
          </ac:spMkLst>
        </pc:spChg>
        <pc:spChg chg="mod">
          <ac:chgData name="Karl Michael Höferl" userId="544d2ce1-0a3b-4706-9dfd-c6d69d0e3c8e" providerId="ADAL" clId="{728816E0-0922-4745-AF12-C87F45E7DFA0}" dt="2026-02-22T15:57:06.470" v="455" actId="790"/>
          <ac:spMkLst>
            <pc:docMk/>
            <pc:sldMk cId="3891496608" sldId="832"/>
            <ac:spMk id="24" creationId="{C1B437E4-D529-A7B8-23E2-2DD6F79E2800}"/>
          </ac:spMkLst>
        </pc:spChg>
      </pc:sldChg>
      <pc:sldChg chg="modSp add mod ord">
        <pc:chgData name="Karl Michael Höferl" userId="544d2ce1-0a3b-4706-9dfd-c6d69d0e3c8e" providerId="ADAL" clId="{728816E0-0922-4745-AF12-C87F45E7DFA0}" dt="2026-02-22T16:11:32.552" v="953" actId="1036"/>
        <pc:sldMkLst>
          <pc:docMk/>
          <pc:sldMk cId="469494714" sldId="833"/>
        </pc:sldMkLst>
        <pc:spChg chg="mod">
          <ac:chgData name="Karl Michael Höferl" userId="544d2ce1-0a3b-4706-9dfd-c6d69d0e3c8e" providerId="ADAL" clId="{728816E0-0922-4745-AF12-C87F45E7DFA0}" dt="2026-02-22T15:57:06.508" v="487" actId="790"/>
          <ac:spMkLst>
            <pc:docMk/>
            <pc:sldMk cId="469494714" sldId="833"/>
            <ac:spMk id="2" creationId="{78C37FCA-5D22-6BF3-738B-4D6C2D9FE8E2}"/>
          </ac:spMkLst>
        </pc:spChg>
        <pc:spChg chg="mod">
          <ac:chgData name="Karl Michael Höferl" userId="544d2ce1-0a3b-4706-9dfd-c6d69d0e3c8e" providerId="ADAL" clId="{728816E0-0922-4745-AF12-C87F45E7DFA0}" dt="2026-02-22T15:57:06.509" v="488" actId="790"/>
          <ac:spMkLst>
            <pc:docMk/>
            <pc:sldMk cId="469494714" sldId="833"/>
            <ac:spMk id="3" creationId="{68A83B24-022B-E400-6CA3-142059BFD5E5}"/>
          </ac:spMkLst>
        </pc:spChg>
        <pc:spChg chg="mod">
          <ac:chgData name="Karl Michael Höferl" userId="544d2ce1-0a3b-4706-9dfd-c6d69d0e3c8e" providerId="ADAL" clId="{728816E0-0922-4745-AF12-C87F45E7DFA0}" dt="2026-02-22T16:11:32.552" v="953" actId="1036"/>
          <ac:spMkLst>
            <pc:docMk/>
            <pc:sldMk cId="469494714" sldId="833"/>
            <ac:spMk id="4" creationId="{F8F66A88-E861-BCB5-4CA5-4A34552FE95E}"/>
          </ac:spMkLst>
        </pc:spChg>
        <pc:spChg chg="mod">
          <ac:chgData name="Karl Michael Höferl" userId="544d2ce1-0a3b-4706-9dfd-c6d69d0e3c8e" providerId="ADAL" clId="{728816E0-0922-4745-AF12-C87F45E7DFA0}" dt="2026-02-22T15:57:06.509" v="489" actId="790"/>
          <ac:spMkLst>
            <pc:docMk/>
            <pc:sldMk cId="469494714" sldId="833"/>
            <ac:spMk id="5" creationId="{BC6CA155-745C-5C29-3626-E2ABC2EBF858}"/>
          </ac:spMkLst>
        </pc:spChg>
        <pc:spChg chg="mod">
          <ac:chgData name="Karl Michael Höferl" userId="544d2ce1-0a3b-4706-9dfd-c6d69d0e3c8e" providerId="ADAL" clId="{728816E0-0922-4745-AF12-C87F45E7DFA0}" dt="2026-02-22T15:57:06.510" v="490" actId="790"/>
          <ac:spMkLst>
            <pc:docMk/>
            <pc:sldMk cId="469494714" sldId="833"/>
            <ac:spMk id="6" creationId="{26E630F4-E739-6D58-29F1-94096A1A01B4}"/>
          </ac:spMkLst>
        </pc:spChg>
        <pc:spChg chg="mod">
          <ac:chgData name="Karl Michael Höferl" userId="544d2ce1-0a3b-4706-9dfd-c6d69d0e3c8e" providerId="ADAL" clId="{728816E0-0922-4745-AF12-C87F45E7DFA0}" dt="2026-02-22T15:57:06.512" v="491" actId="790"/>
          <ac:spMkLst>
            <pc:docMk/>
            <pc:sldMk cId="469494714" sldId="833"/>
            <ac:spMk id="17" creationId="{097AF8D4-37BF-6687-1463-3AA58171DC0F}"/>
          </ac:spMkLst>
        </pc:spChg>
        <pc:spChg chg="mod">
          <ac:chgData name="Karl Michael Höferl" userId="544d2ce1-0a3b-4706-9dfd-c6d69d0e3c8e" providerId="ADAL" clId="{728816E0-0922-4745-AF12-C87F45E7DFA0}" dt="2026-02-22T15:57:06.512" v="492" actId="790"/>
          <ac:spMkLst>
            <pc:docMk/>
            <pc:sldMk cId="469494714" sldId="833"/>
            <ac:spMk id="18" creationId="{C141AF5E-AF80-4413-933D-9F3DB5F6B4CC}"/>
          </ac:spMkLst>
        </pc:spChg>
        <pc:spChg chg="mod">
          <ac:chgData name="Karl Michael Höferl" userId="544d2ce1-0a3b-4706-9dfd-c6d69d0e3c8e" providerId="ADAL" clId="{728816E0-0922-4745-AF12-C87F45E7DFA0}" dt="2026-02-22T15:57:06.513" v="493" actId="790"/>
          <ac:spMkLst>
            <pc:docMk/>
            <pc:sldMk cId="469494714" sldId="833"/>
            <ac:spMk id="19" creationId="{26DB1C4F-ECC4-9BF4-147B-62B705214CF2}"/>
          </ac:spMkLst>
        </pc:spChg>
        <pc:spChg chg="mod">
          <ac:chgData name="Karl Michael Höferl" userId="544d2ce1-0a3b-4706-9dfd-c6d69d0e3c8e" providerId="ADAL" clId="{728816E0-0922-4745-AF12-C87F45E7DFA0}" dt="2026-02-22T15:57:06.514" v="494" actId="790"/>
          <ac:spMkLst>
            <pc:docMk/>
            <pc:sldMk cId="469494714" sldId="833"/>
            <ac:spMk id="20" creationId="{AC01C8AC-743F-65BD-4357-72367B05941E}"/>
          </ac:spMkLst>
        </pc:spChg>
        <pc:spChg chg="mod">
          <ac:chgData name="Karl Michael Höferl" userId="544d2ce1-0a3b-4706-9dfd-c6d69d0e3c8e" providerId="ADAL" clId="{728816E0-0922-4745-AF12-C87F45E7DFA0}" dt="2026-02-22T15:57:06.514" v="495" actId="790"/>
          <ac:spMkLst>
            <pc:docMk/>
            <pc:sldMk cId="469494714" sldId="833"/>
            <ac:spMk id="21" creationId="{990FC6A8-9C0F-77C2-BB5F-ED97769F9688}"/>
          </ac:spMkLst>
        </pc:spChg>
        <pc:spChg chg="mod">
          <ac:chgData name="Karl Michael Höferl" userId="544d2ce1-0a3b-4706-9dfd-c6d69d0e3c8e" providerId="ADAL" clId="{728816E0-0922-4745-AF12-C87F45E7DFA0}" dt="2026-02-22T15:57:06.516" v="496" actId="790"/>
          <ac:spMkLst>
            <pc:docMk/>
            <pc:sldMk cId="469494714" sldId="833"/>
            <ac:spMk id="22" creationId="{EF7EDD40-2356-866E-9C01-FCEA5CBEE9E9}"/>
          </ac:spMkLst>
        </pc:spChg>
        <pc:spChg chg="mod">
          <ac:chgData name="Karl Michael Höferl" userId="544d2ce1-0a3b-4706-9dfd-c6d69d0e3c8e" providerId="ADAL" clId="{728816E0-0922-4745-AF12-C87F45E7DFA0}" dt="2026-02-22T15:57:06.517" v="497" actId="790"/>
          <ac:spMkLst>
            <pc:docMk/>
            <pc:sldMk cId="469494714" sldId="833"/>
            <ac:spMk id="23" creationId="{2A8D24A2-AE92-2EE6-866D-C2F23A60EEC3}"/>
          </ac:spMkLst>
        </pc:spChg>
        <pc:spChg chg="mod">
          <ac:chgData name="Karl Michael Höferl" userId="544d2ce1-0a3b-4706-9dfd-c6d69d0e3c8e" providerId="ADAL" clId="{728816E0-0922-4745-AF12-C87F45E7DFA0}" dt="2026-02-22T15:57:06.518" v="498" actId="790"/>
          <ac:spMkLst>
            <pc:docMk/>
            <pc:sldMk cId="469494714" sldId="833"/>
            <ac:spMk id="24" creationId="{A11026E6-76A4-6FE7-50D8-312089879E0F}"/>
          </ac:spMkLst>
        </pc:spChg>
      </pc:sldChg>
      <pc:sldChg chg="modSp mod">
        <pc:chgData name="Karl Michael Höferl" userId="544d2ce1-0a3b-4706-9dfd-c6d69d0e3c8e" providerId="ADAL" clId="{728816E0-0922-4745-AF12-C87F45E7DFA0}" dt="2026-02-22T15:57:06.566" v="528" actId="790"/>
        <pc:sldMkLst>
          <pc:docMk/>
          <pc:sldMk cId="587423238" sldId="1113"/>
        </pc:sldMkLst>
        <pc:spChg chg="mod">
          <ac:chgData name="Karl Michael Höferl" userId="544d2ce1-0a3b-4706-9dfd-c6d69d0e3c8e" providerId="ADAL" clId="{728816E0-0922-4745-AF12-C87F45E7DFA0}" dt="2026-02-22T15:57:06.566" v="528" actId="790"/>
          <ac:spMkLst>
            <pc:docMk/>
            <pc:sldMk cId="587423238" sldId="1113"/>
            <ac:spMk id="2" creationId="{0EB3363A-D7B1-3A7A-DB8C-E2BF875193A7}"/>
          </ac:spMkLst>
        </pc:spChg>
        <pc:spChg chg="mod">
          <ac:chgData name="Karl Michael Höferl" userId="544d2ce1-0a3b-4706-9dfd-c6d69d0e3c8e" providerId="ADAL" clId="{728816E0-0922-4745-AF12-C87F45E7DFA0}" dt="2026-02-22T15:57:06.565" v="527" actId="790"/>
          <ac:spMkLst>
            <pc:docMk/>
            <pc:sldMk cId="587423238" sldId="1113"/>
            <ac:spMk id="7" creationId="{6D48265A-96F2-9C87-84B5-596060FF0E80}"/>
          </ac:spMkLst>
        </pc:spChg>
      </pc:sldChg>
      <pc:sldChg chg="addSp modSp mod">
        <pc:chgData name="Karl Michael Höferl" userId="544d2ce1-0a3b-4706-9dfd-c6d69d0e3c8e" providerId="ADAL" clId="{728816E0-0922-4745-AF12-C87F45E7DFA0}" dt="2026-02-22T16:38:05.559" v="1456" actId="14100"/>
        <pc:sldMkLst>
          <pc:docMk/>
          <pc:sldMk cId="201534305" sldId="1307"/>
        </pc:sldMkLst>
        <pc:spChg chg="mod">
          <ac:chgData name="Karl Michael Höferl" userId="544d2ce1-0a3b-4706-9dfd-c6d69d0e3c8e" providerId="ADAL" clId="{728816E0-0922-4745-AF12-C87F45E7DFA0}" dt="2026-02-22T15:57:06.568" v="529" actId="790"/>
          <ac:spMkLst>
            <pc:docMk/>
            <pc:sldMk cId="201534305" sldId="1307"/>
            <ac:spMk id="2" creationId="{1DED73BE-4E25-CCB5-9A2E-1BF56404A45F}"/>
          </ac:spMkLst>
        </pc:spChg>
        <pc:spChg chg="mod">
          <ac:chgData name="Karl Michael Höferl" userId="544d2ce1-0a3b-4706-9dfd-c6d69d0e3c8e" providerId="ADAL" clId="{728816E0-0922-4745-AF12-C87F45E7DFA0}" dt="2026-02-22T15:57:06.569" v="530" actId="790"/>
          <ac:spMkLst>
            <pc:docMk/>
            <pc:sldMk cId="201534305" sldId="1307"/>
            <ac:spMk id="3" creationId="{F4E91D2C-1A92-6B6A-F797-B1885D765DAA}"/>
          </ac:spMkLst>
        </pc:spChg>
        <pc:spChg chg="mod">
          <ac:chgData name="Karl Michael Höferl" userId="544d2ce1-0a3b-4706-9dfd-c6d69d0e3c8e" providerId="ADAL" clId="{728816E0-0922-4745-AF12-C87F45E7DFA0}" dt="2026-02-22T16:38:05.559" v="1456" actId="14100"/>
          <ac:spMkLst>
            <pc:docMk/>
            <pc:sldMk cId="201534305" sldId="1307"/>
            <ac:spMk id="4" creationId="{B0B20038-F742-A10A-233F-F413BB56FB02}"/>
          </ac:spMkLst>
        </pc:spChg>
        <pc:spChg chg="mod">
          <ac:chgData name="Karl Michael Höferl" userId="544d2ce1-0a3b-4706-9dfd-c6d69d0e3c8e" providerId="ADAL" clId="{728816E0-0922-4745-AF12-C87F45E7DFA0}" dt="2026-02-22T15:57:06.571" v="532" actId="790"/>
          <ac:spMkLst>
            <pc:docMk/>
            <pc:sldMk cId="201534305" sldId="1307"/>
            <ac:spMk id="5" creationId="{2367C216-F648-2CEB-F916-C0140D7EA92F}"/>
          </ac:spMkLst>
        </pc:spChg>
        <pc:spChg chg="mod">
          <ac:chgData name="Karl Michael Höferl" userId="544d2ce1-0a3b-4706-9dfd-c6d69d0e3c8e" providerId="ADAL" clId="{728816E0-0922-4745-AF12-C87F45E7DFA0}" dt="2026-02-22T15:57:06.572" v="533" actId="790"/>
          <ac:spMkLst>
            <pc:docMk/>
            <pc:sldMk cId="201534305" sldId="1307"/>
            <ac:spMk id="6" creationId="{CEDC14DE-67DF-FEBB-53AD-86AD35A79AEA}"/>
          </ac:spMkLst>
        </pc:spChg>
        <pc:spChg chg="add mod">
          <ac:chgData name="Karl Michael Höferl" userId="544d2ce1-0a3b-4706-9dfd-c6d69d0e3c8e" providerId="ADAL" clId="{728816E0-0922-4745-AF12-C87F45E7DFA0}" dt="2026-02-22T16:37:38.047" v="1454" actId="1076"/>
          <ac:spMkLst>
            <pc:docMk/>
            <pc:sldMk cId="201534305" sldId="1307"/>
            <ac:spMk id="10" creationId="{0B993380-8816-A751-90BB-220661612096}"/>
          </ac:spMkLst>
        </pc:spChg>
        <pc:picChg chg="add mod">
          <ac:chgData name="Karl Michael Höferl" userId="544d2ce1-0a3b-4706-9dfd-c6d69d0e3c8e" providerId="ADAL" clId="{728816E0-0922-4745-AF12-C87F45E7DFA0}" dt="2026-02-22T16:37:10.973" v="1430"/>
          <ac:picMkLst>
            <pc:docMk/>
            <pc:sldMk cId="201534305" sldId="1307"/>
            <ac:picMk id="8" creationId="{5F888138-FD25-B2DB-C3ED-01B689A6CB06}"/>
          </ac:picMkLst>
        </pc:picChg>
      </pc:sldChg>
      <pc:sldChg chg="addSp delSp modSp new del mod modClrScheme chgLayout">
        <pc:chgData name="Karl Michael Höferl" userId="544d2ce1-0a3b-4706-9dfd-c6d69d0e3c8e" providerId="ADAL" clId="{728816E0-0922-4745-AF12-C87F45E7DFA0}" dt="2026-02-22T16:09:54.742" v="870" actId="47"/>
        <pc:sldMkLst>
          <pc:docMk/>
          <pc:sldMk cId="322921631" sldId="1308"/>
        </pc:sldMkLst>
        <pc:spChg chg="add mod ord">
          <ac:chgData name="Karl Michael Höferl" userId="544d2ce1-0a3b-4706-9dfd-c6d69d0e3c8e" providerId="ADAL" clId="{728816E0-0922-4745-AF12-C87F45E7DFA0}" dt="2026-02-22T15:57:06.556" v="517" actId="790"/>
          <ac:spMkLst>
            <pc:docMk/>
            <pc:sldMk cId="322921631" sldId="1308"/>
            <ac:spMk id="3" creationId="{6F9891C6-10F8-6BD2-18EC-8FE5631FA572}"/>
          </ac:spMkLst>
        </pc:spChg>
        <pc:spChg chg="add mod ord">
          <ac:chgData name="Karl Michael Höferl" userId="544d2ce1-0a3b-4706-9dfd-c6d69d0e3c8e" providerId="ADAL" clId="{728816E0-0922-4745-AF12-C87F45E7DFA0}" dt="2026-02-22T15:57:06.557" v="518" actId="790"/>
          <ac:spMkLst>
            <pc:docMk/>
            <pc:sldMk cId="322921631" sldId="1308"/>
            <ac:spMk id="4" creationId="{56D46BF3-6583-1A88-762F-5839C78CE6E3}"/>
          </ac:spMkLst>
        </pc:spChg>
        <pc:spChg chg="mod">
          <ac:chgData name="Karl Michael Höferl" userId="544d2ce1-0a3b-4706-9dfd-c6d69d0e3c8e" providerId="ADAL" clId="{728816E0-0922-4745-AF12-C87F45E7DFA0}" dt="2026-02-22T15:57:06.557" v="519" actId="790"/>
          <ac:spMkLst>
            <pc:docMk/>
            <pc:sldMk cId="322921631" sldId="1308"/>
            <ac:spMk id="5" creationId="{15A3FC25-5CB1-29F6-0112-E1D52A9C17A8}"/>
          </ac:spMkLst>
        </pc:spChg>
        <pc:spChg chg="mod">
          <ac:chgData name="Karl Michael Höferl" userId="544d2ce1-0a3b-4706-9dfd-c6d69d0e3c8e" providerId="ADAL" clId="{728816E0-0922-4745-AF12-C87F45E7DFA0}" dt="2026-02-22T15:57:06.558" v="520" actId="790"/>
          <ac:spMkLst>
            <pc:docMk/>
            <pc:sldMk cId="322921631" sldId="1308"/>
            <ac:spMk id="6" creationId="{A707BC53-B69E-649D-08DE-1599774F59B1}"/>
          </ac:spMkLst>
        </pc:spChg>
        <pc:spChg chg="mod">
          <ac:chgData name="Karl Michael Höferl" userId="544d2ce1-0a3b-4706-9dfd-c6d69d0e3c8e" providerId="ADAL" clId="{728816E0-0922-4745-AF12-C87F45E7DFA0}" dt="2026-02-22T15:57:06.559" v="521" actId="790"/>
          <ac:spMkLst>
            <pc:docMk/>
            <pc:sldMk cId="322921631" sldId="1308"/>
            <ac:spMk id="7" creationId="{AE58B6F0-E470-1564-6F71-3730034FB2BF}"/>
          </ac:spMkLst>
        </pc:spChg>
      </pc:sldChg>
      <pc:sldChg chg="modSp new del mod">
        <pc:chgData name="Karl Michael Höferl" userId="544d2ce1-0a3b-4706-9dfd-c6d69d0e3c8e" providerId="ADAL" clId="{728816E0-0922-4745-AF12-C87F45E7DFA0}" dt="2026-02-22T16:09:54.742" v="870" actId="47"/>
        <pc:sldMkLst>
          <pc:docMk/>
          <pc:sldMk cId="689899033" sldId="1309"/>
        </pc:sldMkLst>
        <pc:spChg chg="mod">
          <ac:chgData name="Karl Michael Höferl" userId="544d2ce1-0a3b-4706-9dfd-c6d69d0e3c8e" providerId="ADAL" clId="{728816E0-0922-4745-AF12-C87F45E7DFA0}" dt="2026-02-22T15:57:06.560" v="522" actId="790"/>
          <ac:spMkLst>
            <pc:docMk/>
            <pc:sldMk cId="689899033" sldId="1309"/>
            <ac:spMk id="2" creationId="{496CE73D-F621-EDF0-F809-20D70E57B7A2}"/>
          </ac:spMkLst>
        </pc:spChg>
        <pc:spChg chg="mod">
          <ac:chgData name="Karl Michael Höferl" userId="544d2ce1-0a3b-4706-9dfd-c6d69d0e3c8e" providerId="ADAL" clId="{728816E0-0922-4745-AF12-C87F45E7DFA0}" dt="2026-02-22T15:57:06.562" v="523" actId="790"/>
          <ac:spMkLst>
            <pc:docMk/>
            <pc:sldMk cId="689899033" sldId="1309"/>
            <ac:spMk id="3" creationId="{360683C1-B017-4798-02B1-B47108C49D4D}"/>
          </ac:spMkLst>
        </pc:spChg>
        <pc:spChg chg="mod">
          <ac:chgData name="Karl Michael Höferl" userId="544d2ce1-0a3b-4706-9dfd-c6d69d0e3c8e" providerId="ADAL" clId="{728816E0-0922-4745-AF12-C87F45E7DFA0}" dt="2026-02-22T15:57:06.562" v="524" actId="790"/>
          <ac:spMkLst>
            <pc:docMk/>
            <pc:sldMk cId="689899033" sldId="1309"/>
            <ac:spMk id="4" creationId="{1B7CB921-3B72-E6C4-9714-E21DB372D911}"/>
          </ac:spMkLst>
        </pc:spChg>
        <pc:spChg chg="mod">
          <ac:chgData name="Karl Michael Höferl" userId="544d2ce1-0a3b-4706-9dfd-c6d69d0e3c8e" providerId="ADAL" clId="{728816E0-0922-4745-AF12-C87F45E7DFA0}" dt="2026-02-22T15:57:06.563" v="525" actId="790"/>
          <ac:spMkLst>
            <pc:docMk/>
            <pc:sldMk cId="689899033" sldId="1309"/>
            <ac:spMk id="5" creationId="{B2EA16CE-47DE-31CF-C3C7-6250FF97F48F}"/>
          </ac:spMkLst>
        </pc:spChg>
        <pc:spChg chg="mod">
          <ac:chgData name="Karl Michael Höferl" userId="544d2ce1-0a3b-4706-9dfd-c6d69d0e3c8e" providerId="ADAL" clId="{728816E0-0922-4745-AF12-C87F45E7DFA0}" dt="2026-02-22T15:57:06.565" v="526" actId="790"/>
          <ac:spMkLst>
            <pc:docMk/>
            <pc:sldMk cId="689899033" sldId="1309"/>
            <ac:spMk id="6" creationId="{E6987FAE-F60C-1B1B-523B-3DE8EE959126}"/>
          </ac:spMkLst>
        </pc:spChg>
      </pc:sldChg>
      <pc:sldChg chg="addSp delSp modSp new mod">
        <pc:chgData name="Karl Michael Höferl" userId="544d2ce1-0a3b-4706-9dfd-c6d69d0e3c8e" providerId="ADAL" clId="{728816E0-0922-4745-AF12-C87F45E7DFA0}" dt="2026-02-22T15:59:53.484" v="618" actId="1035"/>
        <pc:sldMkLst>
          <pc:docMk/>
          <pc:sldMk cId="1876040641" sldId="1310"/>
        </pc:sldMkLst>
        <pc:spChg chg="mod">
          <ac:chgData name="Karl Michael Höferl" userId="544d2ce1-0a3b-4706-9dfd-c6d69d0e3c8e" providerId="ADAL" clId="{728816E0-0922-4745-AF12-C87F45E7DFA0}" dt="2026-02-22T15:57:06.484" v="462" actId="790"/>
          <ac:spMkLst>
            <pc:docMk/>
            <pc:sldMk cId="1876040641" sldId="1310"/>
            <ac:spMk id="2" creationId="{2658FA41-C410-8F5D-32C2-2F38814833CB}"/>
          </ac:spMkLst>
        </pc:spChg>
        <pc:spChg chg="mod">
          <ac:chgData name="Karl Michael Höferl" userId="544d2ce1-0a3b-4706-9dfd-c6d69d0e3c8e" providerId="ADAL" clId="{728816E0-0922-4745-AF12-C87F45E7DFA0}" dt="2026-02-22T15:57:06.487" v="463" actId="790"/>
          <ac:spMkLst>
            <pc:docMk/>
            <pc:sldMk cId="1876040641" sldId="1310"/>
            <ac:spMk id="3" creationId="{1612FBB9-736D-841D-086F-57AC231EBCB1}"/>
          </ac:spMkLst>
        </pc:spChg>
        <pc:spChg chg="mod">
          <ac:chgData name="Karl Michael Höferl" userId="544d2ce1-0a3b-4706-9dfd-c6d69d0e3c8e" providerId="ADAL" clId="{728816E0-0922-4745-AF12-C87F45E7DFA0}" dt="2026-02-22T15:57:06.488" v="464" actId="790"/>
          <ac:spMkLst>
            <pc:docMk/>
            <pc:sldMk cId="1876040641" sldId="1310"/>
            <ac:spMk id="5" creationId="{0EDA360E-7D17-86DA-28A1-5DE9CAD8B0B2}"/>
          </ac:spMkLst>
        </pc:spChg>
        <pc:spChg chg="mod">
          <ac:chgData name="Karl Michael Höferl" userId="544d2ce1-0a3b-4706-9dfd-c6d69d0e3c8e" providerId="ADAL" clId="{728816E0-0922-4745-AF12-C87F45E7DFA0}" dt="2026-02-22T15:57:06.489" v="465" actId="790"/>
          <ac:spMkLst>
            <pc:docMk/>
            <pc:sldMk cId="1876040641" sldId="1310"/>
            <ac:spMk id="6" creationId="{7AF7552C-1AF1-306F-601E-5DEF407F3C93}"/>
          </ac:spMkLst>
        </pc:spChg>
        <pc:spChg chg="add mod">
          <ac:chgData name="Karl Michael Höferl" userId="544d2ce1-0a3b-4706-9dfd-c6d69d0e3c8e" providerId="ADAL" clId="{728816E0-0922-4745-AF12-C87F45E7DFA0}" dt="2026-02-22T15:59:53.484" v="618" actId="1035"/>
          <ac:spMkLst>
            <pc:docMk/>
            <pc:sldMk cId="1876040641" sldId="1310"/>
            <ac:spMk id="7" creationId="{429D0CB7-240E-3EA1-D1AB-D1F608F8B57C}"/>
          </ac:spMkLst>
        </pc:spChg>
        <pc:picChg chg="add del mod ord">
          <ac:chgData name="Karl Michael Höferl" userId="544d2ce1-0a3b-4706-9dfd-c6d69d0e3c8e" providerId="ADAL" clId="{728816E0-0922-4745-AF12-C87F45E7DFA0}" dt="2026-02-22T15:58:39.938" v="597" actId="21"/>
          <ac:picMkLst>
            <pc:docMk/>
            <pc:sldMk cId="1876040641" sldId="1310"/>
            <ac:picMk id="8" creationId="{A9BC23B7-C756-3827-9ED3-70941C821CA7}"/>
          </ac:picMkLst>
        </pc:picChg>
        <pc:picChg chg="add mod">
          <ac:chgData name="Karl Michael Höferl" userId="544d2ce1-0a3b-4706-9dfd-c6d69d0e3c8e" providerId="ADAL" clId="{728816E0-0922-4745-AF12-C87F45E7DFA0}" dt="2026-02-22T15:59:53.484" v="618" actId="1035"/>
          <ac:picMkLst>
            <pc:docMk/>
            <pc:sldMk cId="1876040641" sldId="1310"/>
            <ac:picMk id="9" creationId="{A9BC23B7-C756-3827-9ED3-70941C821CA7}"/>
          </ac:picMkLst>
        </pc:picChg>
      </pc:sldChg>
      <pc:sldChg chg="modSp add mod">
        <pc:chgData name="Karl Michael Höferl" userId="544d2ce1-0a3b-4706-9dfd-c6d69d0e3c8e" providerId="ADAL" clId="{728816E0-0922-4745-AF12-C87F45E7DFA0}" dt="2026-02-22T15:57:06.351" v="319" actId="790"/>
        <pc:sldMkLst>
          <pc:docMk/>
          <pc:sldMk cId="3190630877" sldId="1325"/>
        </pc:sldMkLst>
        <pc:spChg chg="mod">
          <ac:chgData name="Karl Michael Höferl" userId="544d2ce1-0a3b-4706-9dfd-c6d69d0e3c8e" providerId="ADAL" clId="{728816E0-0922-4745-AF12-C87F45E7DFA0}" dt="2026-02-22T15:57:06.347" v="316" actId="790"/>
          <ac:spMkLst>
            <pc:docMk/>
            <pc:sldMk cId="3190630877" sldId="1325"/>
            <ac:spMk id="4" creationId="{9910A6B7-E82B-9D1A-B950-EDB61E4E92F8}"/>
          </ac:spMkLst>
        </pc:spChg>
        <pc:spChg chg="mod">
          <ac:chgData name="Karl Michael Höferl" userId="544d2ce1-0a3b-4706-9dfd-c6d69d0e3c8e" providerId="ADAL" clId="{728816E0-0922-4745-AF12-C87F45E7DFA0}" dt="2026-02-22T15:57:06.348" v="317" actId="790"/>
          <ac:spMkLst>
            <pc:docMk/>
            <pc:sldMk cId="3190630877" sldId="1325"/>
            <ac:spMk id="20" creationId="{C95878FD-1556-EA0B-6B3C-235F96D2E561}"/>
          </ac:spMkLst>
        </pc:spChg>
        <pc:spChg chg="mod">
          <ac:chgData name="Karl Michael Höferl" userId="544d2ce1-0a3b-4706-9dfd-c6d69d0e3c8e" providerId="ADAL" clId="{728816E0-0922-4745-AF12-C87F45E7DFA0}" dt="2026-02-22T15:57:06.350" v="318" actId="790"/>
          <ac:spMkLst>
            <pc:docMk/>
            <pc:sldMk cId="3190630877" sldId="1325"/>
            <ac:spMk id="21" creationId="{5CE02DE5-6CBB-1A35-36C6-7B465361CC5B}"/>
          </ac:spMkLst>
        </pc:spChg>
        <pc:spChg chg="mod">
          <ac:chgData name="Karl Michael Höferl" userId="544d2ce1-0a3b-4706-9dfd-c6d69d0e3c8e" providerId="ADAL" clId="{728816E0-0922-4745-AF12-C87F45E7DFA0}" dt="2026-02-22T15:57:06.351" v="319" actId="790"/>
          <ac:spMkLst>
            <pc:docMk/>
            <pc:sldMk cId="3190630877" sldId="1325"/>
            <ac:spMk id="22" creationId="{98C02D29-FD4E-0BCF-7EE2-A37B35E329AE}"/>
          </ac:spMkLst>
        </pc:spChg>
      </pc:sldChg>
      <pc:sldChg chg="modSp new mod modNotesTx">
        <pc:chgData name="Karl Michael Höferl" userId="544d2ce1-0a3b-4706-9dfd-c6d69d0e3c8e" providerId="ADAL" clId="{728816E0-0922-4745-AF12-C87F45E7DFA0}" dt="2026-02-22T16:09:22.948" v="869" actId="1035"/>
        <pc:sldMkLst>
          <pc:docMk/>
          <pc:sldMk cId="3036179036" sldId="1326"/>
        </pc:sldMkLst>
        <pc:spChg chg="mod">
          <ac:chgData name="Karl Michael Höferl" userId="544d2ce1-0a3b-4706-9dfd-c6d69d0e3c8e" providerId="ADAL" clId="{728816E0-0922-4745-AF12-C87F45E7DFA0}" dt="2026-02-22T16:01:41.545" v="676" actId="20577"/>
          <ac:spMkLst>
            <pc:docMk/>
            <pc:sldMk cId="3036179036" sldId="1326"/>
            <ac:spMk id="3" creationId="{F5BD72D4-9EB7-05BF-2098-1158D0A67A41}"/>
          </ac:spMkLst>
        </pc:spChg>
        <pc:spChg chg="mod">
          <ac:chgData name="Karl Michael Höferl" userId="544d2ce1-0a3b-4706-9dfd-c6d69d0e3c8e" providerId="ADAL" clId="{728816E0-0922-4745-AF12-C87F45E7DFA0}" dt="2026-02-22T16:09:22.948" v="869" actId="1035"/>
          <ac:spMkLst>
            <pc:docMk/>
            <pc:sldMk cId="3036179036" sldId="1326"/>
            <ac:spMk id="4" creationId="{74A6BB3C-F6CB-ED1D-AFF4-1FAC2FBCEA5E}"/>
          </ac:spMkLst>
        </pc:spChg>
      </pc:sldChg>
      <pc:sldChg chg="modSp add mod">
        <pc:chgData name="Karl Michael Höferl" userId="544d2ce1-0a3b-4706-9dfd-c6d69d0e3c8e" providerId="ADAL" clId="{728816E0-0922-4745-AF12-C87F45E7DFA0}" dt="2026-02-22T16:11:17.756" v="933" actId="20577"/>
        <pc:sldMkLst>
          <pc:docMk/>
          <pc:sldMk cId="2887974821" sldId="1327"/>
        </pc:sldMkLst>
        <pc:spChg chg="mod">
          <ac:chgData name="Karl Michael Höferl" userId="544d2ce1-0a3b-4706-9dfd-c6d69d0e3c8e" providerId="ADAL" clId="{728816E0-0922-4745-AF12-C87F45E7DFA0}" dt="2026-02-22T16:11:17.756" v="933" actId="20577"/>
          <ac:spMkLst>
            <pc:docMk/>
            <pc:sldMk cId="2887974821" sldId="1327"/>
            <ac:spMk id="7" creationId="{5C43C097-C27B-D2C4-A5AF-172820DC0CE3}"/>
          </ac:spMkLst>
        </pc:spChg>
      </pc:sldChg>
      <pc:sldChg chg="addSp modSp new mod modAnim modNotes">
        <pc:chgData name="Karl Michael Höferl" userId="544d2ce1-0a3b-4706-9dfd-c6d69d0e3c8e" providerId="ADAL" clId="{728816E0-0922-4745-AF12-C87F45E7DFA0}" dt="2026-02-22T16:26:58.597" v="1256"/>
        <pc:sldMkLst>
          <pc:docMk/>
          <pc:sldMk cId="1385749799" sldId="1328"/>
        </pc:sldMkLst>
        <pc:spChg chg="mod">
          <ac:chgData name="Karl Michael Höferl" userId="544d2ce1-0a3b-4706-9dfd-c6d69d0e3c8e" providerId="ADAL" clId="{728816E0-0922-4745-AF12-C87F45E7DFA0}" dt="2026-02-22T16:21:51.913" v="1099" actId="20577"/>
          <ac:spMkLst>
            <pc:docMk/>
            <pc:sldMk cId="1385749799" sldId="1328"/>
            <ac:spMk id="3" creationId="{9A7DFB27-33BD-BAB1-B2D6-A860E2A525AC}"/>
          </ac:spMkLst>
        </pc:spChg>
        <pc:spChg chg="mod">
          <ac:chgData name="Karl Michael Höferl" userId="544d2ce1-0a3b-4706-9dfd-c6d69d0e3c8e" providerId="ADAL" clId="{728816E0-0922-4745-AF12-C87F45E7DFA0}" dt="2026-02-22T16:25:33.383" v="1250" actId="6549"/>
          <ac:spMkLst>
            <pc:docMk/>
            <pc:sldMk cId="1385749799" sldId="1328"/>
            <ac:spMk id="4" creationId="{2DD73CAB-2780-5216-D506-7F3B2F2BD5EB}"/>
          </ac:spMkLst>
        </pc:spChg>
        <pc:picChg chg="add mod">
          <ac:chgData name="Karl Michael Höferl" userId="544d2ce1-0a3b-4706-9dfd-c6d69d0e3c8e" providerId="ADAL" clId="{728816E0-0922-4745-AF12-C87F45E7DFA0}" dt="2026-02-22T16:25:37.493" v="1251" actId="1076"/>
          <ac:picMkLst>
            <pc:docMk/>
            <pc:sldMk cId="1385749799" sldId="1328"/>
            <ac:picMk id="7" creationId="{0FFDEB76-78DA-368D-D9D7-5F359865432E}"/>
          </ac:picMkLst>
        </pc:picChg>
        <pc:picChg chg="add mod">
          <ac:chgData name="Karl Michael Höferl" userId="544d2ce1-0a3b-4706-9dfd-c6d69d0e3c8e" providerId="ADAL" clId="{728816E0-0922-4745-AF12-C87F45E7DFA0}" dt="2026-02-22T16:25:47.366" v="1253" actId="1076"/>
          <ac:picMkLst>
            <pc:docMk/>
            <pc:sldMk cId="1385749799" sldId="1328"/>
            <ac:picMk id="8" creationId="{6F7FE538-C146-2682-506F-D3A40D015713}"/>
          </ac:picMkLst>
        </pc:picChg>
      </pc:sldChg>
      <pc:sldChg chg="addSp delSp modSp new mod">
        <pc:chgData name="Karl Michael Höferl" userId="544d2ce1-0a3b-4706-9dfd-c6d69d0e3c8e" providerId="ADAL" clId="{728816E0-0922-4745-AF12-C87F45E7DFA0}" dt="2026-02-23T15:58:36.583" v="1515" actId="20577"/>
        <pc:sldMkLst>
          <pc:docMk/>
          <pc:sldMk cId="673221551" sldId="1329"/>
        </pc:sldMkLst>
        <pc:spChg chg="mod">
          <ac:chgData name="Karl Michael Höferl" userId="544d2ce1-0a3b-4706-9dfd-c6d69d0e3c8e" providerId="ADAL" clId="{728816E0-0922-4745-AF12-C87F45E7DFA0}" dt="2026-02-23T15:57:55.666" v="1512" actId="20577"/>
          <ac:spMkLst>
            <pc:docMk/>
            <pc:sldMk cId="673221551" sldId="1329"/>
            <ac:spMk id="3" creationId="{DD62D4B1-9C0D-9F00-E300-C94D1E46C0ED}"/>
          </ac:spMkLst>
        </pc:spChg>
        <pc:spChg chg="del">
          <ac:chgData name="Karl Michael Höferl" userId="544d2ce1-0a3b-4706-9dfd-c6d69d0e3c8e" providerId="ADAL" clId="{728816E0-0922-4745-AF12-C87F45E7DFA0}" dt="2026-02-23T15:58:09.488" v="1513"/>
          <ac:spMkLst>
            <pc:docMk/>
            <pc:sldMk cId="673221551" sldId="1329"/>
            <ac:spMk id="4" creationId="{F0DB1D8B-FD25-7A85-452F-439605A9DBC4}"/>
          </ac:spMkLst>
        </pc:spChg>
        <pc:spChg chg="mod">
          <ac:chgData name="Karl Michael Höferl" userId="544d2ce1-0a3b-4706-9dfd-c6d69d0e3c8e" providerId="ADAL" clId="{728816E0-0922-4745-AF12-C87F45E7DFA0}" dt="2026-02-23T15:58:36.583" v="1515" actId="20577"/>
          <ac:spMkLst>
            <pc:docMk/>
            <pc:sldMk cId="673221551" sldId="1329"/>
            <ac:spMk id="5" creationId="{8D594BD7-6F56-282B-3D6A-A2B98C446BD6}"/>
          </ac:spMkLst>
        </pc:spChg>
        <pc:picChg chg="add mod">
          <ac:chgData name="Karl Michael Höferl" userId="544d2ce1-0a3b-4706-9dfd-c6d69d0e3c8e" providerId="ADAL" clId="{728816E0-0922-4745-AF12-C87F45E7DFA0}" dt="2026-02-23T15:58:13.214" v="1514" actId="1076"/>
          <ac:picMkLst>
            <pc:docMk/>
            <pc:sldMk cId="673221551" sldId="1329"/>
            <ac:picMk id="1026" creationId="{59CD5FB2-D25D-8FF2-CD8D-F4CC47BF7E9C}"/>
          </ac:picMkLst>
        </pc:picChg>
      </pc:sldChg>
      <pc:sldMasterChg chg="delSldLayout">
        <pc:chgData name="Karl Michael Höferl" userId="544d2ce1-0a3b-4706-9dfd-c6d69d0e3c8e" providerId="ADAL" clId="{728816E0-0922-4745-AF12-C87F45E7DFA0}" dt="2026-02-22T16:27:58.423" v="1258" actId="47"/>
        <pc:sldMasterMkLst>
          <pc:docMk/>
          <pc:sldMasterMk cId="2449632651" sldId="2147483703"/>
        </pc:sldMasterMkLst>
        <pc:sldLayoutChg chg="del">
          <pc:chgData name="Karl Michael Höferl" userId="544d2ce1-0a3b-4706-9dfd-c6d69d0e3c8e" providerId="ADAL" clId="{728816E0-0922-4745-AF12-C87F45E7DFA0}" dt="2026-02-22T16:27:58.423" v="1258" actId="47"/>
          <pc:sldLayoutMkLst>
            <pc:docMk/>
            <pc:sldMasterMk cId="2449632651" sldId="2147483703"/>
            <pc:sldLayoutMk cId="2791950896" sldId="2147483728"/>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29F03AC3-06BE-49BF-B59B-6C714818996D}">
      <dgm:prSet phldrT="[Text]" custT="1"/>
      <dgm:spPr>
        <a:solidFill>
          <a:schemeClr val="accent2"/>
        </a:solidFill>
      </dgm:spPr>
      <dgm:t>
        <a:bodyPr/>
        <a:lstStyle/>
        <a:p>
          <a:r>
            <a:rPr lang="en-GB" sz="2000" dirty="0"/>
            <a:t>Model data</a:t>
          </a:r>
        </a:p>
      </dgm:t>
    </dgm:pt>
    <dgm:pt modelId="{9F49785A-31E4-460D-8698-5EBDB748FD60}" type="parTrans" cxnId="{B23388E8-5ECF-4139-B31F-2AEE15E2B6B5}">
      <dgm:prSet/>
      <dgm:spPr/>
      <dgm:t>
        <a:bodyPr/>
        <a:lstStyle/>
        <a:p>
          <a:endParaRPr lang="de-AT" sz="3200"/>
        </a:p>
      </dgm:t>
    </dgm:pt>
    <dgm:pt modelId="{411B9115-3BD8-42FF-B04B-4D2D418DF585}" type="sibTrans" cxnId="{B23388E8-5ECF-4139-B31F-2AEE15E2B6B5}">
      <dgm:prSet custT="1"/>
      <dgm:spPr/>
      <dgm:t>
        <a:bodyPr/>
        <a:lstStyle/>
        <a:p>
          <a:endParaRPr lang="de-AT" sz="1400" dirty="0"/>
        </a:p>
      </dgm:t>
    </dgm:pt>
    <dgm:pt modelId="{68BDA154-BFEB-46E6-BEE8-8F2F9CD55105}">
      <dgm:prSet phldrT="[Text]" custT="1"/>
      <dgm:spPr>
        <a:solidFill>
          <a:schemeClr val="accent2"/>
        </a:solidFill>
      </dgm:spPr>
      <dgm:t>
        <a:bodyPr/>
        <a:lstStyle/>
        <a:p>
          <a:r>
            <a:rPr lang="en-GB" sz="2000" dirty="0"/>
            <a:t>Validate models</a:t>
          </a:r>
        </a:p>
      </dgm:t>
    </dgm:pt>
    <dgm:pt modelId="{A0BF3AA7-1C4A-4FC6-84F3-C5D43406CE23}" type="parTrans" cxnId="{16F53D4B-C4D9-4D87-A929-151A26ECB7BA}">
      <dgm:prSet/>
      <dgm:spPr/>
      <dgm:t>
        <a:bodyPr/>
        <a:lstStyle/>
        <a:p>
          <a:endParaRPr lang="de-AT" sz="3200"/>
        </a:p>
      </dgm:t>
    </dgm:pt>
    <dgm:pt modelId="{F2A17C29-009B-4480-8A32-37BC99B407F2}" type="sibTrans" cxnId="{16F53D4B-C4D9-4D87-A929-151A26ECB7BA}">
      <dgm:prSet custT="1"/>
      <dgm:spPr/>
      <dgm:t>
        <a:bodyPr/>
        <a:lstStyle/>
        <a:p>
          <a:endParaRPr lang="de-AT" sz="1400" dirty="0"/>
        </a:p>
      </dgm:t>
    </dgm:pt>
    <dgm:pt modelId="{F49D79F9-D1F9-4DB0-AA30-940E9698CD85}">
      <dgm:prSet phldrT="[Text]" custT="1"/>
      <dgm:spPr>
        <a:solidFill>
          <a:schemeClr val="accent2"/>
        </a:solidFill>
      </dgm:spPr>
      <dgm:t>
        <a:bodyPr/>
        <a:lstStyle/>
        <a:p>
          <a:r>
            <a:rPr lang="en-GB" sz="2000" dirty="0"/>
            <a:t>Evaluate</a:t>
          </a:r>
          <a:br>
            <a:rPr lang="en-GB" sz="2000" dirty="0"/>
          </a:br>
          <a:r>
            <a:rPr lang="en-GB" sz="2000" dirty="0"/>
            <a:t>models</a:t>
          </a:r>
        </a:p>
      </dgm:t>
    </dgm:pt>
    <dgm:pt modelId="{3FDCBC74-4A35-41EF-97FE-BF6F93D2110E}" type="parTrans" cxnId="{DAF1BE1D-E8C0-429A-BB0E-E9B4AA38E454}">
      <dgm:prSet/>
      <dgm:spPr/>
      <dgm:t>
        <a:bodyPr/>
        <a:lstStyle/>
        <a:p>
          <a:endParaRPr lang="de-AT" sz="3200"/>
        </a:p>
      </dgm:t>
    </dgm:pt>
    <dgm:pt modelId="{A2FFD495-4582-45A1-BC91-705530047760}" type="sibTrans" cxnId="{DAF1BE1D-E8C0-429A-BB0E-E9B4AA38E454}">
      <dgm:prSet custT="1"/>
      <dgm:spPr/>
      <dgm:t>
        <a:bodyPr/>
        <a:lstStyle/>
        <a:p>
          <a:endParaRPr lang="de-AT" sz="1400" dirty="0"/>
        </a:p>
      </dgm:t>
    </dgm:pt>
    <dgm:pt modelId="{93535CA3-8E4E-4C68-A216-1298D30354C7}">
      <dgm:prSet phldrT="[Text]" custT="1"/>
      <dgm:spPr>
        <a:solidFill>
          <a:srgbClr val="768692"/>
        </a:solidFill>
      </dgm:spPr>
      <dgm:t>
        <a:bodyPr/>
        <a:lstStyle/>
        <a:p>
          <a:r>
            <a:rPr lang="en-GB" sz="2000" dirty="0"/>
            <a:t>Documentation</a:t>
          </a:r>
        </a:p>
      </dgm:t>
    </dgm:pt>
    <dgm:pt modelId="{E5B96038-236B-451C-8113-49BE663CD0C1}" type="parTrans" cxnId="{FBACF19C-683A-4ECF-8C78-2F53FECEA0F9}">
      <dgm:prSet/>
      <dgm:spPr/>
      <dgm:t>
        <a:bodyPr/>
        <a:lstStyle/>
        <a:p>
          <a:endParaRPr lang="de-AT" sz="3200"/>
        </a:p>
      </dgm:t>
    </dgm:pt>
    <dgm:pt modelId="{9483055A-8EEB-4191-AC97-F734E18D151D}" type="sibTrans" cxnId="{FBACF19C-683A-4ECF-8C78-2F53FECEA0F9}">
      <dgm:prSet custT="1"/>
      <dgm:spPr/>
      <dgm:t>
        <a:bodyPr/>
        <a:lstStyle/>
        <a:p>
          <a:endParaRPr lang="de-AT" sz="1400" dirty="0"/>
        </a:p>
      </dgm:t>
    </dgm:pt>
    <dgm:pt modelId="{F74A1C6C-F65D-47F2-ADC8-93CE00B534BB}">
      <dgm:prSet phldrT="[Text]" custT="1"/>
      <dgm:spPr>
        <a:solidFill>
          <a:srgbClr val="768692"/>
        </a:solidFill>
      </dgm:spPr>
      <dgm:t>
        <a:bodyPr/>
        <a:lstStyle/>
        <a:p>
          <a:r>
            <a:rPr lang="en-GB" sz="2000" dirty="0"/>
            <a:t>Summarise findings</a:t>
          </a:r>
        </a:p>
      </dgm:t>
    </dgm:pt>
    <dgm:pt modelId="{6C3450A2-930C-46E3-B5EF-C92874736F16}" type="parTrans" cxnId="{582D8684-9A44-4D96-A8CB-33BAD879929A}">
      <dgm:prSet/>
      <dgm:spPr/>
      <dgm:t>
        <a:bodyPr/>
        <a:lstStyle/>
        <a:p>
          <a:endParaRPr lang="de-AT" sz="3200"/>
        </a:p>
      </dgm:t>
    </dgm:pt>
    <dgm:pt modelId="{DB9E2D33-AABD-4073-BA34-A451097E166A}" type="sibTrans" cxnId="{582D8684-9A44-4D96-A8CB-33BAD879929A}">
      <dgm:prSet/>
      <dgm:spPr/>
      <dgm:t>
        <a:bodyPr/>
        <a:lstStyle/>
        <a:p>
          <a:endParaRPr lang="de-AT" sz="3200"/>
        </a:p>
      </dgm:t>
    </dgm:pt>
    <dgm:pt modelId="{9A46751B-FC20-4E6A-A344-2172B29125FF}" type="pres">
      <dgm:prSet presAssocID="{D8103A76-D9D1-4975-93D9-D9DB6F7A978E}" presName="Name0" presStyleCnt="0">
        <dgm:presLayoutVars>
          <dgm:dir/>
          <dgm:resizeHandles val="exact"/>
        </dgm:presLayoutVars>
      </dgm:prSet>
      <dgm:spPr/>
    </dgm:pt>
    <dgm:pt modelId="{09CE4735-CFD0-4E60-8BA3-8595F9C25A00}" type="pres">
      <dgm:prSet presAssocID="{29F03AC3-06BE-49BF-B59B-6C714818996D}" presName="node" presStyleLbl="node1" presStyleIdx="0" presStyleCnt="5">
        <dgm:presLayoutVars>
          <dgm:bulletEnabled val="1"/>
        </dgm:presLayoutVars>
      </dgm:prSet>
      <dgm:spPr/>
    </dgm:pt>
    <dgm:pt modelId="{9FC757E6-BD8D-4D15-9F78-E678A2C58CB4}" type="pres">
      <dgm:prSet presAssocID="{411B9115-3BD8-42FF-B04B-4D2D418DF585}" presName="sibTrans" presStyleLbl="sibTrans2D1" presStyleIdx="0" presStyleCnt="4"/>
      <dgm:spPr/>
    </dgm:pt>
    <dgm:pt modelId="{4A0772F0-C54D-4300-AE61-A8B20C43829F}" type="pres">
      <dgm:prSet presAssocID="{411B9115-3BD8-42FF-B04B-4D2D418DF585}" presName="connectorText" presStyleLbl="sibTrans2D1" presStyleIdx="0" presStyleCnt="4"/>
      <dgm:spPr/>
    </dgm:pt>
    <dgm:pt modelId="{5EED1DBE-0BA4-4B65-AF5A-769A02F4E756}" type="pres">
      <dgm:prSet presAssocID="{68BDA154-BFEB-46E6-BEE8-8F2F9CD55105}" presName="node" presStyleLbl="node1" presStyleIdx="1" presStyleCnt="5">
        <dgm:presLayoutVars>
          <dgm:bulletEnabled val="1"/>
        </dgm:presLayoutVars>
      </dgm:prSet>
      <dgm:spPr/>
    </dgm:pt>
    <dgm:pt modelId="{F756F10B-CBE1-4848-B2C7-062F3ACC84CA}" type="pres">
      <dgm:prSet presAssocID="{F2A17C29-009B-4480-8A32-37BC99B407F2}" presName="sibTrans" presStyleLbl="sibTrans2D1" presStyleIdx="1" presStyleCnt="4"/>
      <dgm:spPr/>
    </dgm:pt>
    <dgm:pt modelId="{8A563414-7AD9-4B88-A873-B943290CB4D6}" type="pres">
      <dgm:prSet presAssocID="{F2A17C29-009B-4480-8A32-37BC99B407F2}" presName="connectorText" presStyleLbl="sibTrans2D1" presStyleIdx="1" presStyleCnt="4"/>
      <dgm:spPr/>
    </dgm:pt>
    <dgm:pt modelId="{453B0BD3-BB78-4EF4-8C6E-6805561F2F28}" type="pres">
      <dgm:prSet presAssocID="{F49D79F9-D1F9-4DB0-AA30-940E9698CD85}" presName="node" presStyleLbl="node1" presStyleIdx="2" presStyleCnt="5">
        <dgm:presLayoutVars>
          <dgm:bulletEnabled val="1"/>
        </dgm:presLayoutVars>
      </dgm:prSet>
      <dgm:spPr/>
    </dgm:pt>
    <dgm:pt modelId="{6A9AF9A7-08AC-4EBB-934D-F708CD3C92B7}" type="pres">
      <dgm:prSet presAssocID="{A2FFD495-4582-45A1-BC91-705530047760}" presName="sibTrans" presStyleLbl="sibTrans2D1" presStyleIdx="2" presStyleCnt="4"/>
      <dgm:spPr/>
    </dgm:pt>
    <dgm:pt modelId="{5BD4AC60-BA35-4EE1-964E-686D02796233}" type="pres">
      <dgm:prSet presAssocID="{A2FFD495-4582-45A1-BC91-705530047760}" presName="connectorText" presStyleLbl="sibTrans2D1" presStyleIdx="2" presStyleCnt="4"/>
      <dgm:spPr/>
    </dgm:pt>
    <dgm:pt modelId="{DF227C00-1374-40DA-AADA-FE7D07B3E881}" type="pres">
      <dgm:prSet presAssocID="{93535CA3-8E4E-4C68-A216-1298D30354C7}" presName="node" presStyleLbl="node1" presStyleIdx="3" presStyleCnt="5" custScaleX="107768">
        <dgm:presLayoutVars>
          <dgm:bulletEnabled val="1"/>
        </dgm:presLayoutVars>
      </dgm:prSet>
      <dgm:spPr/>
    </dgm:pt>
    <dgm:pt modelId="{DF583930-8CA5-4976-9CF5-51844FFDFF36}" type="pres">
      <dgm:prSet presAssocID="{9483055A-8EEB-4191-AC97-F734E18D151D}" presName="sibTrans" presStyleLbl="sibTrans2D1" presStyleIdx="3" presStyleCnt="4"/>
      <dgm:spPr/>
    </dgm:pt>
    <dgm:pt modelId="{AD565495-D18F-4A8C-9299-04BAA35F82FB}" type="pres">
      <dgm:prSet presAssocID="{9483055A-8EEB-4191-AC97-F734E18D151D}" presName="connectorText" presStyleLbl="sibTrans2D1" presStyleIdx="3" presStyleCnt="4"/>
      <dgm:spPr/>
    </dgm:pt>
    <dgm:pt modelId="{5AA0AB36-31E6-4AC4-94E5-25ACDAB97CD7}" type="pres">
      <dgm:prSet presAssocID="{F74A1C6C-F65D-47F2-ADC8-93CE00B534BB}" presName="node" presStyleLbl="node1" presStyleIdx="4" presStyleCnt="5" custScaleX="120316">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CD28E301-76DE-4E0E-81D3-66A04E320011}" type="presOf" srcId="{411B9115-3BD8-42FF-B04B-4D2D418DF585}" destId="{9FC757E6-BD8D-4D15-9F78-E678A2C58CB4}" srcOrd="0" destOrd="0" presId="urn:microsoft.com/office/officeart/2005/8/layout/process1"/>
    <dgm:cxn modelId="{AA80B904-873F-4A4F-A29D-732DCDF62645}" type="presOf" srcId="{29F03AC3-06BE-49BF-B59B-6C714818996D}" destId="{09CE4735-CFD0-4E60-8BA3-8595F9C25A00}" srcOrd="0" destOrd="0" presId="urn:microsoft.com/office/officeart/2005/8/layout/process1"/>
    <dgm:cxn modelId="{20186208-7431-42A0-B4BD-82684A28CC07}" type="presOf" srcId="{9483055A-8EEB-4191-AC97-F734E18D151D}" destId="{DF583930-8CA5-4976-9CF5-51844FFDFF36}" srcOrd="0" destOrd="0" presId="urn:microsoft.com/office/officeart/2005/8/layout/process1"/>
    <dgm:cxn modelId="{DAF1BE1D-E8C0-429A-BB0E-E9B4AA38E454}" srcId="{D8103A76-D9D1-4975-93D9-D9DB6F7A978E}" destId="{F49D79F9-D1F9-4DB0-AA30-940E9698CD85}" srcOrd="2" destOrd="0" parTransId="{3FDCBC74-4A35-41EF-97FE-BF6F93D2110E}" sibTransId="{A2FFD495-4582-45A1-BC91-705530047760}"/>
    <dgm:cxn modelId="{8CDD7B1E-5215-43A2-9F28-E88CAB593F37}" type="presOf" srcId="{F2A17C29-009B-4480-8A32-37BC99B407F2}" destId="{8A563414-7AD9-4B88-A873-B943290CB4D6}" srcOrd="1" destOrd="0" presId="urn:microsoft.com/office/officeart/2005/8/layout/process1"/>
    <dgm:cxn modelId="{0824C435-FD74-45D5-9A2A-E8B9CDF2DFF7}" type="presOf" srcId="{68BDA154-BFEB-46E6-BEE8-8F2F9CD55105}" destId="{5EED1DBE-0BA4-4B65-AF5A-769A02F4E756}" srcOrd="0" destOrd="0" presId="urn:microsoft.com/office/officeart/2005/8/layout/process1"/>
    <dgm:cxn modelId="{33DFF566-2465-4EAB-BF41-3540A484D19C}" type="presOf" srcId="{A2FFD495-4582-45A1-BC91-705530047760}" destId="{5BD4AC60-BA35-4EE1-964E-686D02796233}" srcOrd="1" destOrd="0" presId="urn:microsoft.com/office/officeart/2005/8/layout/process1"/>
    <dgm:cxn modelId="{16F53D4B-C4D9-4D87-A929-151A26ECB7BA}" srcId="{D8103A76-D9D1-4975-93D9-D9DB6F7A978E}" destId="{68BDA154-BFEB-46E6-BEE8-8F2F9CD55105}" srcOrd="1" destOrd="0" parTransId="{A0BF3AA7-1C4A-4FC6-84F3-C5D43406CE23}" sibTransId="{F2A17C29-009B-4480-8A32-37BC99B407F2}"/>
    <dgm:cxn modelId="{1D561A58-71BF-4249-B725-7AB8B3400714}" type="presOf" srcId="{411B9115-3BD8-42FF-B04B-4D2D418DF585}" destId="{4A0772F0-C54D-4300-AE61-A8B20C43829F}" srcOrd="1" destOrd="0" presId="urn:microsoft.com/office/officeart/2005/8/layout/process1"/>
    <dgm:cxn modelId="{582D8684-9A44-4D96-A8CB-33BAD879929A}" srcId="{D8103A76-D9D1-4975-93D9-D9DB6F7A978E}" destId="{F74A1C6C-F65D-47F2-ADC8-93CE00B534BB}" srcOrd="4" destOrd="0" parTransId="{6C3450A2-930C-46E3-B5EF-C92874736F16}" sibTransId="{DB9E2D33-AABD-4073-BA34-A451097E166A}"/>
    <dgm:cxn modelId="{B350C296-7DCD-4FF6-8401-5C99E04DF190}" type="presOf" srcId="{F2A17C29-009B-4480-8A32-37BC99B407F2}" destId="{F756F10B-CBE1-4848-B2C7-062F3ACC84CA}" srcOrd="0" destOrd="0" presId="urn:microsoft.com/office/officeart/2005/8/layout/process1"/>
    <dgm:cxn modelId="{FBACF19C-683A-4ECF-8C78-2F53FECEA0F9}" srcId="{D8103A76-D9D1-4975-93D9-D9DB6F7A978E}" destId="{93535CA3-8E4E-4C68-A216-1298D30354C7}" srcOrd="3" destOrd="0" parTransId="{E5B96038-236B-451C-8113-49BE663CD0C1}" sibTransId="{9483055A-8EEB-4191-AC97-F734E18D151D}"/>
    <dgm:cxn modelId="{05A681C6-8FE4-4594-8E8B-D5AFAF882995}" type="presOf" srcId="{F74A1C6C-F65D-47F2-ADC8-93CE00B534BB}" destId="{5AA0AB36-31E6-4AC4-94E5-25ACDAB97CD7}" srcOrd="0" destOrd="0" presId="urn:microsoft.com/office/officeart/2005/8/layout/process1"/>
    <dgm:cxn modelId="{5DA0BEE0-C1C4-4CCB-9EE3-C2363F1893E1}" type="presOf" srcId="{A2FFD495-4582-45A1-BC91-705530047760}" destId="{6A9AF9A7-08AC-4EBB-934D-F708CD3C92B7}" srcOrd="0" destOrd="0" presId="urn:microsoft.com/office/officeart/2005/8/layout/process1"/>
    <dgm:cxn modelId="{B23388E8-5ECF-4139-B31F-2AEE15E2B6B5}" srcId="{D8103A76-D9D1-4975-93D9-D9DB6F7A978E}" destId="{29F03AC3-06BE-49BF-B59B-6C714818996D}" srcOrd="0" destOrd="0" parTransId="{9F49785A-31E4-460D-8698-5EBDB748FD60}" sibTransId="{411B9115-3BD8-42FF-B04B-4D2D418DF585}"/>
    <dgm:cxn modelId="{61CCB1E9-BB73-41B5-87B8-98EC5EAE4A50}" type="presOf" srcId="{93535CA3-8E4E-4C68-A216-1298D30354C7}" destId="{DF227C00-1374-40DA-AADA-FE7D07B3E881}" srcOrd="0" destOrd="0" presId="urn:microsoft.com/office/officeart/2005/8/layout/process1"/>
    <dgm:cxn modelId="{C393DCF4-68A2-49DF-92E4-D43C908B3F63}" type="presOf" srcId="{9483055A-8EEB-4191-AC97-F734E18D151D}" destId="{AD565495-D18F-4A8C-9299-04BAA35F82FB}" srcOrd="1" destOrd="0" presId="urn:microsoft.com/office/officeart/2005/8/layout/process1"/>
    <dgm:cxn modelId="{144771FB-3C1E-4880-A9E4-4350C636630A}" type="presOf" srcId="{F49D79F9-D1F9-4DB0-AA30-940E9698CD85}" destId="{453B0BD3-BB78-4EF4-8C6E-6805561F2F28}" srcOrd="0" destOrd="0" presId="urn:microsoft.com/office/officeart/2005/8/layout/process1"/>
    <dgm:cxn modelId="{CD91AAF3-81CC-4CB4-967D-98B51F8FD155}" type="presParOf" srcId="{9A46751B-FC20-4E6A-A344-2172B29125FF}" destId="{09CE4735-CFD0-4E60-8BA3-8595F9C25A00}" srcOrd="0" destOrd="0" presId="urn:microsoft.com/office/officeart/2005/8/layout/process1"/>
    <dgm:cxn modelId="{AE166BFE-847A-4914-A991-EE01ABE6BC0A}" type="presParOf" srcId="{9A46751B-FC20-4E6A-A344-2172B29125FF}" destId="{9FC757E6-BD8D-4D15-9F78-E678A2C58CB4}" srcOrd="1" destOrd="0" presId="urn:microsoft.com/office/officeart/2005/8/layout/process1"/>
    <dgm:cxn modelId="{610214B6-FC5B-4615-9650-551941386A81}" type="presParOf" srcId="{9FC757E6-BD8D-4D15-9F78-E678A2C58CB4}" destId="{4A0772F0-C54D-4300-AE61-A8B20C43829F}" srcOrd="0" destOrd="0" presId="urn:microsoft.com/office/officeart/2005/8/layout/process1"/>
    <dgm:cxn modelId="{0A3894AE-CC22-4E9D-AFFA-A049BCCC25C5}" type="presParOf" srcId="{9A46751B-FC20-4E6A-A344-2172B29125FF}" destId="{5EED1DBE-0BA4-4B65-AF5A-769A02F4E756}" srcOrd="2" destOrd="0" presId="urn:microsoft.com/office/officeart/2005/8/layout/process1"/>
    <dgm:cxn modelId="{17A1970E-302B-4FB0-8839-7F86411145F4}" type="presParOf" srcId="{9A46751B-FC20-4E6A-A344-2172B29125FF}" destId="{F756F10B-CBE1-4848-B2C7-062F3ACC84CA}" srcOrd="3" destOrd="0" presId="urn:microsoft.com/office/officeart/2005/8/layout/process1"/>
    <dgm:cxn modelId="{FDB577E4-AD4F-468D-9DEE-592B6E3D2363}" type="presParOf" srcId="{F756F10B-CBE1-4848-B2C7-062F3ACC84CA}" destId="{8A563414-7AD9-4B88-A873-B943290CB4D6}" srcOrd="0" destOrd="0" presId="urn:microsoft.com/office/officeart/2005/8/layout/process1"/>
    <dgm:cxn modelId="{33255B81-A359-401D-B08E-D5C57AF5298D}" type="presParOf" srcId="{9A46751B-FC20-4E6A-A344-2172B29125FF}" destId="{453B0BD3-BB78-4EF4-8C6E-6805561F2F28}" srcOrd="4" destOrd="0" presId="urn:microsoft.com/office/officeart/2005/8/layout/process1"/>
    <dgm:cxn modelId="{12431C93-2F40-42F4-A4E3-EBEA71546888}" type="presParOf" srcId="{9A46751B-FC20-4E6A-A344-2172B29125FF}" destId="{6A9AF9A7-08AC-4EBB-934D-F708CD3C92B7}" srcOrd="5" destOrd="0" presId="urn:microsoft.com/office/officeart/2005/8/layout/process1"/>
    <dgm:cxn modelId="{27024B39-867D-45C5-836E-2CC39F0593EA}" type="presParOf" srcId="{6A9AF9A7-08AC-4EBB-934D-F708CD3C92B7}" destId="{5BD4AC60-BA35-4EE1-964E-686D02796233}" srcOrd="0" destOrd="0" presId="urn:microsoft.com/office/officeart/2005/8/layout/process1"/>
    <dgm:cxn modelId="{DBCEE41B-6A96-4703-BA1D-574280D83B81}" type="presParOf" srcId="{9A46751B-FC20-4E6A-A344-2172B29125FF}" destId="{DF227C00-1374-40DA-AADA-FE7D07B3E881}" srcOrd="6" destOrd="0" presId="urn:microsoft.com/office/officeart/2005/8/layout/process1"/>
    <dgm:cxn modelId="{518002E1-E0BF-4BE7-A102-1E7BC3BAF53C}" type="presParOf" srcId="{9A46751B-FC20-4E6A-A344-2172B29125FF}" destId="{DF583930-8CA5-4976-9CF5-51844FFDFF36}" srcOrd="7" destOrd="0" presId="urn:microsoft.com/office/officeart/2005/8/layout/process1"/>
    <dgm:cxn modelId="{771E186B-6C20-49D0-BA36-AB029A8F7CDC}" type="presParOf" srcId="{DF583930-8CA5-4976-9CF5-51844FFDFF36}" destId="{AD565495-D18F-4A8C-9299-04BAA35F82FB}" srcOrd="0" destOrd="0" presId="urn:microsoft.com/office/officeart/2005/8/layout/process1"/>
    <dgm:cxn modelId="{69A01666-8AFA-4EA8-9E93-571A245A7465}" type="presParOf" srcId="{9A46751B-FC20-4E6A-A344-2172B29125FF}" destId="{5AA0AB36-31E6-4AC4-94E5-25ACDAB97CD7}"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103A76-D9D1-4975-93D9-D9DB6F7A978E}" type="doc">
      <dgm:prSet loTypeId="urn:microsoft.com/office/officeart/2005/8/layout/process1" loCatId="process" qsTypeId="urn:microsoft.com/office/officeart/2005/8/quickstyle/simple2" qsCatId="simple" csTypeId="urn:microsoft.com/office/officeart/2005/8/colors/accent1_2" csCatId="accent1" phldr="1"/>
      <dgm:spPr/>
      <dgm:t>
        <a:bodyPr/>
        <a:lstStyle/>
        <a:p>
          <a:endParaRPr lang="de-AT"/>
        </a:p>
      </dgm:t>
    </dgm:pt>
    <dgm:pt modelId="{AD816315-533E-4505-94C6-A0886F27B5BA}">
      <dgm:prSet phldrT="[Text]" custT="1"/>
      <dgm:spPr>
        <a:solidFill>
          <a:srgbClr val="0070C0"/>
        </a:solidFill>
      </dgm:spPr>
      <dgm:t>
        <a:bodyPr/>
        <a:lstStyle/>
        <a:p>
          <a:r>
            <a:rPr lang="en-GB" sz="1800" dirty="0"/>
            <a:t>Define research questions</a:t>
          </a:r>
        </a:p>
      </dgm:t>
    </dgm:pt>
    <dgm:pt modelId="{495F338C-B96A-4958-A566-458E3F88EED8}" type="sibTrans" cxnId="{CC3A0363-0E41-4728-8674-3A2F201FDACC}">
      <dgm:prSet custT="1"/>
      <dgm:spPr/>
      <dgm:t>
        <a:bodyPr/>
        <a:lstStyle/>
        <a:p>
          <a:endParaRPr lang="de-AT" sz="1400" dirty="0"/>
        </a:p>
      </dgm:t>
    </dgm:pt>
    <dgm:pt modelId="{70F5AD27-46FC-49ED-ABC5-784AB9DDCD24}" type="parTrans" cxnId="{CC3A0363-0E41-4728-8674-3A2F201FDACC}">
      <dgm:prSet/>
      <dgm:spPr/>
      <dgm:t>
        <a:bodyPr/>
        <a:lstStyle/>
        <a:p>
          <a:endParaRPr lang="de-AT" sz="4000"/>
        </a:p>
      </dgm:t>
    </dgm:pt>
    <dgm:pt modelId="{992842F5-C66D-4F6E-84A0-E6C4A6B0528A}">
      <dgm:prSet phldrT="[Text]" custT="1"/>
      <dgm:spPr>
        <a:solidFill>
          <a:srgbClr val="0070C0"/>
        </a:solidFill>
      </dgm:spPr>
      <dgm:t>
        <a:bodyPr/>
        <a:lstStyle/>
        <a:p>
          <a:r>
            <a:rPr lang="en-GB" sz="1800" dirty="0"/>
            <a:t>Data </a:t>
          </a:r>
          <a:r>
            <a:rPr lang="en-GB" sz="1800" dirty="0" err="1"/>
            <a:t>acqui-sition</a:t>
          </a:r>
          <a:endParaRPr lang="en-GB" sz="1800" dirty="0"/>
        </a:p>
      </dgm:t>
    </dgm:pt>
    <dgm:pt modelId="{5409D866-1C31-46ED-93D8-A006206E560E}" type="sibTrans" cxnId="{88F73EE0-A05F-4815-8199-5CDE3214376F}">
      <dgm:prSet custT="1"/>
      <dgm:spPr/>
      <dgm:t>
        <a:bodyPr/>
        <a:lstStyle/>
        <a:p>
          <a:endParaRPr lang="de-AT" sz="1400" dirty="0"/>
        </a:p>
      </dgm:t>
    </dgm:pt>
    <dgm:pt modelId="{000BCA1E-D8C4-4231-A270-3E17CC53A9A3}" type="parTrans" cxnId="{88F73EE0-A05F-4815-8199-5CDE3214376F}">
      <dgm:prSet/>
      <dgm:spPr/>
      <dgm:t>
        <a:bodyPr/>
        <a:lstStyle/>
        <a:p>
          <a:endParaRPr lang="de-AT" sz="4000"/>
        </a:p>
      </dgm:t>
    </dgm:pt>
    <dgm:pt modelId="{F65907C2-CA49-4561-9503-68CF2DE180F6}">
      <dgm:prSet phldrT="[Text]" custT="1"/>
      <dgm:spPr>
        <a:solidFill>
          <a:schemeClr val="accent2"/>
        </a:solidFill>
      </dgm:spPr>
      <dgm:t>
        <a:bodyPr/>
        <a:lstStyle/>
        <a:p>
          <a:r>
            <a:rPr lang="en-GB" sz="1800" dirty="0"/>
            <a:t>Import data</a:t>
          </a:r>
        </a:p>
      </dgm:t>
    </dgm:pt>
    <dgm:pt modelId="{DB7561AA-D049-45C5-8227-8D937A3C0877}" type="sibTrans" cxnId="{8D7F0B79-9A15-4B27-B7D0-E9EE5F7F5793}">
      <dgm:prSet custT="1"/>
      <dgm:spPr/>
      <dgm:t>
        <a:bodyPr/>
        <a:lstStyle/>
        <a:p>
          <a:endParaRPr lang="de-AT" sz="1400" dirty="0"/>
        </a:p>
      </dgm:t>
    </dgm:pt>
    <dgm:pt modelId="{FF48E334-DB7C-4976-BDCF-2451CB95120F}" type="parTrans" cxnId="{8D7F0B79-9A15-4B27-B7D0-E9EE5F7F5793}">
      <dgm:prSet/>
      <dgm:spPr/>
      <dgm:t>
        <a:bodyPr/>
        <a:lstStyle/>
        <a:p>
          <a:endParaRPr lang="de-AT" sz="4000"/>
        </a:p>
      </dgm:t>
    </dgm:pt>
    <dgm:pt modelId="{FCA8AA5D-C2FC-404A-ADEF-CB270465EBBC}">
      <dgm:prSet phldrT="[Text]" custT="1"/>
      <dgm:spPr>
        <a:solidFill>
          <a:schemeClr val="accent2"/>
        </a:solidFill>
      </dgm:spPr>
      <dgm:t>
        <a:bodyPr/>
        <a:lstStyle/>
        <a:p>
          <a:r>
            <a:rPr lang="en-GB" sz="1800" dirty="0"/>
            <a:t>Explore &amp; validate data</a:t>
          </a:r>
        </a:p>
      </dgm:t>
    </dgm:pt>
    <dgm:pt modelId="{9CAA6400-B1D1-4B19-9A33-D67920AE6CAC}" type="sibTrans" cxnId="{18225CE1-C6C2-42F5-840F-5293D90E756E}">
      <dgm:prSet custT="1"/>
      <dgm:spPr/>
      <dgm:t>
        <a:bodyPr/>
        <a:lstStyle/>
        <a:p>
          <a:endParaRPr lang="de-AT" sz="1400" dirty="0"/>
        </a:p>
      </dgm:t>
    </dgm:pt>
    <dgm:pt modelId="{D824AFC2-2288-4D0D-844C-EC0F550F6DB6}" type="parTrans" cxnId="{18225CE1-C6C2-42F5-840F-5293D90E756E}">
      <dgm:prSet/>
      <dgm:spPr/>
      <dgm:t>
        <a:bodyPr/>
        <a:lstStyle/>
        <a:p>
          <a:endParaRPr lang="de-AT" sz="4000"/>
        </a:p>
      </dgm:t>
    </dgm:pt>
    <dgm:pt modelId="{20C3C2D2-6ECD-47B5-A7B8-15F4718116D4}">
      <dgm:prSet phldrT="[Text]" custT="1"/>
      <dgm:spPr>
        <a:solidFill>
          <a:schemeClr val="accent2"/>
        </a:solidFill>
      </dgm:spPr>
      <dgm:t>
        <a:bodyPr/>
        <a:lstStyle/>
        <a:p>
          <a:r>
            <a:rPr lang="en-GB" sz="1800" dirty="0"/>
            <a:t>Modify data</a:t>
          </a:r>
        </a:p>
      </dgm:t>
    </dgm:pt>
    <dgm:pt modelId="{5D74A0C1-8B85-4F8B-B2C4-2E90AA7A1787}" type="sibTrans" cxnId="{B8941292-0CA8-44DA-8C7B-81447657FD67}">
      <dgm:prSet/>
      <dgm:spPr/>
      <dgm:t>
        <a:bodyPr/>
        <a:lstStyle/>
        <a:p>
          <a:endParaRPr lang="de-AT" sz="4000"/>
        </a:p>
      </dgm:t>
    </dgm:pt>
    <dgm:pt modelId="{752CCD59-44C6-479C-AC1C-6576DC417144}" type="parTrans" cxnId="{B8941292-0CA8-44DA-8C7B-81447657FD67}">
      <dgm:prSet/>
      <dgm:spPr/>
      <dgm:t>
        <a:bodyPr/>
        <a:lstStyle/>
        <a:p>
          <a:endParaRPr lang="de-AT" sz="4000"/>
        </a:p>
      </dgm:t>
    </dgm:pt>
    <dgm:pt modelId="{9A46751B-FC20-4E6A-A344-2172B29125FF}" type="pres">
      <dgm:prSet presAssocID="{D8103A76-D9D1-4975-93D9-D9DB6F7A978E}" presName="Name0" presStyleCnt="0">
        <dgm:presLayoutVars>
          <dgm:dir/>
          <dgm:resizeHandles val="exact"/>
        </dgm:presLayoutVars>
      </dgm:prSet>
      <dgm:spPr/>
    </dgm:pt>
    <dgm:pt modelId="{75A1DD85-D377-4B38-BEDB-6B35BDA44639}" type="pres">
      <dgm:prSet presAssocID="{AD816315-533E-4505-94C6-A0886F27B5BA}" presName="node" presStyleLbl="node1" presStyleIdx="0" presStyleCnt="5" custScaleX="154417">
        <dgm:presLayoutVars>
          <dgm:bulletEnabled val="1"/>
        </dgm:presLayoutVars>
      </dgm:prSet>
      <dgm:spPr/>
    </dgm:pt>
    <dgm:pt modelId="{B1788994-A8F9-41F5-8D6F-AB7020D5EF6F}" type="pres">
      <dgm:prSet presAssocID="{495F338C-B96A-4958-A566-458E3F88EED8}" presName="sibTrans" presStyleLbl="sibTrans2D1" presStyleIdx="0" presStyleCnt="4"/>
      <dgm:spPr/>
    </dgm:pt>
    <dgm:pt modelId="{CA9C0948-6994-4419-A72F-1D2F2CBA6C28}" type="pres">
      <dgm:prSet presAssocID="{495F338C-B96A-4958-A566-458E3F88EED8}" presName="connectorText" presStyleLbl="sibTrans2D1" presStyleIdx="0" presStyleCnt="4"/>
      <dgm:spPr/>
    </dgm:pt>
    <dgm:pt modelId="{AE91CE98-9D2A-49D3-946F-206ABA6C2DE3}" type="pres">
      <dgm:prSet presAssocID="{992842F5-C66D-4F6E-84A0-E6C4A6B0528A}" presName="node" presStyleLbl="node1" presStyleIdx="1" presStyleCnt="5">
        <dgm:presLayoutVars>
          <dgm:bulletEnabled val="1"/>
        </dgm:presLayoutVars>
      </dgm:prSet>
      <dgm:spPr/>
    </dgm:pt>
    <dgm:pt modelId="{6A840977-A864-4624-8AD5-E2DB19433E76}" type="pres">
      <dgm:prSet presAssocID="{5409D866-1C31-46ED-93D8-A006206E560E}" presName="sibTrans" presStyleLbl="sibTrans2D1" presStyleIdx="1" presStyleCnt="4"/>
      <dgm:spPr/>
    </dgm:pt>
    <dgm:pt modelId="{F8A99B90-D9BD-40A5-8ED7-D59684D90047}" type="pres">
      <dgm:prSet presAssocID="{5409D866-1C31-46ED-93D8-A006206E560E}" presName="connectorText" presStyleLbl="sibTrans2D1" presStyleIdx="1" presStyleCnt="4"/>
      <dgm:spPr/>
    </dgm:pt>
    <dgm:pt modelId="{BF01A06A-00B0-497A-A4F1-CD0FE8378C0F}" type="pres">
      <dgm:prSet presAssocID="{F65907C2-CA49-4561-9503-68CF2DE180F6}" presName="node" presStyleLbl="node1" presStyleIdx="2" presStyleCnt="5">
        <dgm:presLayoutVars>
          <dgm:bulletEnabled val="1"/>
        </dgm:presLayoutVars>
      </dgm:prSet>
      <dgm:spPr/>
    </dgm:pt>
    <dgm:pt modelId="{8394E310-8F72-4A93-BA28-70BE4CC307C4}" type="pres">
      <dgm:prSet presAssocID="{DB7561AA-D049-45C5-8227-8D937A3C0877}" presName="sibTrans" presStyleLbl="sibTrans2D1" presStyleIdx="2" presStyleCnt="4"/>
      <dgm:spPr/>
    </dgm:pt>
    <dgm:pt modelId="{A096BCF2-D843-4A82-A54C-D951B6EB2F1B}" type="pres">
      <dgm:prSet presAssocID="{DB7561AA-D049-45C5-8227-8D937A3C0877}" presName="connectorText" presStyleLbl="sibTrans2D1" presStyleIdx="2" presStyleCnt="4"/>
      <dgm:spPr/>
    </dgm:pt>
    <dgm:pt modelId="{63369FD1-71EC-4E7B-9E0A-9CFCA4038F69}" type="pres">
      <dgm:prSet presAssocID="{FCA8AA5D-C2FC-404A-ADEF-CB270465EBBC}" presName="node" presStyleLbl="node1" presStyleIdx="3" presStyleCnt="5" custScaleX="117804">
        <dgm:presLayoutVars>
          <dgm:bulletEnabled val="1"/>
        </dgm:presLayoutVars>
      </dgm:prSet>
      <dgm:spPr/>
    </dgm:pt>
    <dgm:pt modelId="{E9B1F861-5AE8-4997-924C-1B0462D8D388}" type="pres">
      <dgm:prSet presAssocID="{9CAA6400-B1D1-4B19-9A33-D67920AE6CAC}" presName="sibTrans" presStyleLbl="sibTrans2D1" presStyleIdx="3" presStyleCnt="4"/>
      <dgm:spPr/>
    </dgm:pt>
    <dgm:pt modelId="{F090BC86-1DC4-4294-AB80-E90E45ABE8E2}" type="pres">
      <dgm:prSet presAssocID="{9CAA6400-B1D1-4B19-9A33-D67920AE6CAC}" presName="connectorText" presStyleLbl="sibTrans2D1" presStyleIdx="3" presStyleCnt="4"/>
      <dgm:spPr/>
    </dgm:pt>
    <dgm:pt modelId="{0664E7A5-DADB-44A2-ADA8-E7389A6421F0}" type="pres">
      <dgm:prSet presAssocID="{20C3C2D2-6ECD-47B5-A7B8-15F4718116D4}" presName="node" presStyleLbl="node1" presStyleIdx="4" presStyleCnt="5">
        <dgm:presLayoutVars>
          <dgm:bulletEnabled val="1"/>
        </dgm:presLayoutVars>
      </dgm:prSet>
      <dgm:spPr/>
    </dgm:pt>
  </dgm:ptLst>
  <dgm:cxnLst>
    <dgm:cxn modelId="{9C2EC800-0403-461C-A90B-F0930FF75732}" type="presOf" srcId="{D8103A76-D9D1-4975-93D9-D9DB6F7A978E}" destId="{9A46751B-FC20-4E6A-A344-2172B29125FF}" srcOrd="0" destOrd="0" presId="urn:microsoft.com/office/officeart/2005/8/layout/process1"/>
    <dgm:cxn modelId="{927D3901-C1FB-4265-9712-F7F29AB19F6C}" type="presOf" srcId="{5409D866-1C31-46ED-93D8-A006206E560E}" destId="{F8A99B90-D9BD-40A5-8ED7-D59684D90047}" srcOrd="1" destOrd="0" presId="urn:microsoft.com/office/officeart/2005/8/layout/process1"/>
    <dgm:cxn modelId="{79EC881D-80A3-4625-BD22-3DC7D25EA24C}" type="presOf" srcId="{495F338C-B96A-4958-A566-458E3F88EED8}" destId="{CA9C0948-6994-4419-A72F-1D2F2CBA6C28}" srcOrd="1" destOrd="0" presId="urn:microsoft.com/office/officeart/2005/8/layout/process1"/>
    <dgm:cxn modelId="{847FEE2C-C41C-4641-871B-7F2B89C19CC1}" type="presOf" srcId="{F65907C2-CA49-4561-9503-68CF2DE180F6}" destId="{BF01A06A-00B0-497A-A4F1-CD0FE8378C0F}" srcOrd="0" destOrd="0" presId="urn:microsoft.com/office/officeart/2005/8/layout/process1"/>
    <dgm:cxn modelId="{FAC6472E-03B8-4D05-AF44-0D93E00C6C9A}" type="presOf" srcId="{DB7561AA-D049-45C5-8227-8D937A3C0877}" destId="{A096BCF2-D843-4A82-A54C-D951B6EB2F1B}" srcOrd="1" destOrd="0" presId="urn:microsoft.com/office/officeart/2005/8/layout/process1"/>
    <dgm:cxn modelId="{D0097038-1116-4636-B0F7-6BDAE1ACBCD9}" type="presOf" srcId="{DB7561AA-D049-45C5-8227-8D937A3C0877}" destId="{8394E310-8F72-4A93-BA28-70BE4CC307C4}" srcOrd="0" destOrd="0" presId="urn:microsoft.com/office/officeart/2005/8/layout/process1"/>
    <dgm:cxn modelId="{CC3A0363-0E41-4728-8674-3A2F201FDACC}" srcId="{D8103A76-D9D1-4975-93D9-D9DB6F7A978E}" destId="{AD816315-533E-4505-94C6-A0886F27B5BA}" srcOrd="0" destOrd="0" parTransId="{70F5AD27-46FC-49ED-ABC5-784AB9DDCD24}" sibTransId="{495F338C-B96A-4958-A566-458E3F88EED8}"/>
    <dgm:cxn modelId="{8C9CCE69-CAB6-429E-AE96-DB7B379AC056}" type="presOf" srcId="{5409D866-1C31-46ED-93D8-A006206E560E}" destId="{6A840977-A864-4624-8AD5-E2DB19433E76}" srcOrd="0" destOrd="0" presId="urn:microsoft.com/office/officeart/2005/8/layout/process1"/>
    <dgm:cxn modelId="{0D2BBB4A-F89F-4B39-BFBA-6593F3B0E167}" type="presOf" srcId="{495F338C-B96A-4958-A566-458E3F88EED8}" destId="{B1788994-A8F9-41F5-8D6F-AB7020D5EF6F}" srcOrd="0" destOrd="0" presId="urn:microsoft.com/office/officeart/2005/8/layout/process1"/>
    <dgm:cxn modelId="{8D7F0B79-9A15-4B27-B7D0-E9EE5F7F5793}" srcId="{D8103A76-D9D1-4975-93D9-D9DB6F7A978E}" destId="{F65907C2-CA49-4561-9503-68CF2DE180F6}" srcOrd="2" destOrd="0" parTransId="{FF48E334-DB7C-4976-BDCF-2451CB95120F}" sibTransId="{DB7561AA-D049-45C5-8227-8D937A3C0877}"/>
    <dgm:cxn modelId="{D287B27C-3CC1-454B-9F86-A5019FEF9C27}" type="presOf" srcId="{FCA8AA5D-C2FC-404A-ADEF-CB270465EBBC}" destId="{63369FD1-71EC-4E7B-9E0A-9CFCA4038F69}" srcOrd="0" destOrd="0" presId="urn:microsoft.com/office/officeart/2005/8/layout/process1"/>
    <dgm:cxn modelId="{95DD7F8C-196D-4595-B20A-D2927E18E83F}" type="presOf" srcId="{9CAA6400-B1D1-4B19-9A33-D67920AE6CAC}" destId="{E9B1F861-5AE8-4997-924C-1B0462D8D388}" srcOrd="0" destOrd="0" presId="urn:microsoft.com/office/officeart/2005/8/layout/process1"/>
    <dgm:cxn modelId="{B8941292-0CA8-44DA-8C7B-81447657FD67}" srcId="{D8103A76-D9D1-4975-93D9-D9DB6F7A978E}" destId="{20C3C2D2-6ECD-47B5-A7B8-15F4718116D4}" srcOrd="4" destOrd="0" parTransId="{752CCD59-44C6-479C-AC1C-6576DC417144}" sibTransId="{5D74A0C1-8B85-4F8B-B2C4-2E90AA7A1787}"/>
    <dgm:cxn modelId="{9F303992-4227-4D7E-AC72-066DF2953F3E}" type="presOf" srcId="{992842F5-C66D-4F6E-84A0-E6C4A6B0528A}" destId="{AE91CE98-9D2A-49D3-946F-206ABA6C2DE3}" srcOrd="0" destOrd="0" presId="urn:microsoft.com/office/officeart/2005/8/layout/process1"/>
    <dgm:cxn modelId="{B70CE1AC-DDAD-424F-B024-574570E9FB55}" type="presOf" srcId="{20C3C2D2-6ECD-47B5-A7B8-15F4718116D4}" destId="{0664E7A5-DADB-44A2-ADA8-E7389A6421F0}" srcOrd="0" destOrd="0" presId="urn:microsoft.com/office/officeart/2005/8/layout/process1"/>
    <dgm:cxn modelId="{925F0DC3-088C-4865-8938-FB443692741C}" type="presOf" srcId="{9CAA6400-B1D1-4B19-9A33-D67920AE6CAC}" destId="{F090BC86-1DC4-4294-AB80-E90E45ABE8E2}" srcOrd="1" destOrd="0" presId="urn:microsoft.com/office/officeart/2005/8/layout/process1"/>
    <dgm:cxn modelId="{7292D6DB-AB7D-4289-AD4F-D4355E638AF5}" type="presOf" srcId="{AD816315-533E-4505-94C6-A0886F27B5BA}" destId="{75A1DD85-D377-4B38-BEDB-6B35BDA44639}" srcOrd="0" destOrd="0" presId="urn:microsoft.com/office/officeart/2005/8/layout/process1"/>
    <dgm:cxn modelId="{88F73EE0-A05F-4815-8199-5CDE3214376F}" srcId="{D8103A76-D9D1-4975-93D9-D9DB6F7A978E}" destId="{992842F5-C66D-4F6E-84A0-E6C4A6B0528A}" srcOrd="1" destOrd="0" parTransId="{000BCA1E-D8C4-4231-A270-3E17CC53A9A3}" sibTransId="{5409D866-1C31-46ED-93D8-A006206E560E}"/>
    <dgm:cxn modelId="{18225CE1-C6C2-42F5-840F-5293D90E756E}" srcId="{D8103A76-D9D1-4975-93D9-D9DB6F7A978E}" destId="{FCA8AA5D-C2FC-404A-ADEF-CB270465EBBC}" srcOrd="3" destOrd="0" parTransId="{D824AFC2-2288-4D0D-844C-EC0F550F6DB6}" sibTransId="{9CAA6400-B1D1-4B19-9A33-D67920AE6CAC}"/>
    <dgm:cxn modelId="{8F4085D0-CA71-4BCF-A3B7-2BD9EE8273D3}" type="presParOf" srcId="{9A46751B-FC20-4E6A-A344-2172B29125FF}" destId="{75A1DD85-D377-4B38-BEDB-6B35BDA44639}" srcOrd="0" destOrd="0" presId="urn:microsoft.com/office/officeart/2005/8/layout/process1"/>
    <dgm:cxn modelId="{20EA9802-B361-481D-9B17-2EE8BBABA001}" type="presParOf" srcId="{9A46751B-FC20-4E6A-A344-2172B29125FF}" destId="{B1788994-A8F9-41F5-8D6F-AB7020D5EF6F}" srcOrd="1" destOrd="0" presId="urn:microsoft.com/office/officeart/2005/8/layout/process1"/>
    <dgm:cxn modelId="{441576F2-17FB-4562-A610-267DB9C488FF}" type="presParOf" srcId="{B1788994-A8F9-41F5-8D6F-AB7020D5EF6F}" destId="{CA9C0948-6994-4419-A72F-1D2F2CBA6C28}" srcOrd="0" destOrd="0" presId="urn:microsoft.com/office/officeart/2005/8/layout/process1"/>
    <dgm:cxn modelId="{0B372DCA-9D15-4215-BD10-E80D892BC3A1}" type="presParOf" srcId="{9A46751B-FC20-4E6A-A344-2172B29125FF}" destId="{AE91CE98-9D2A-49D3-946F-206ABA6C2DE3}" srcOrd="2" destOrd="0" presId="urn:microsoft.com/office/officeart/2005/8/layout/process1"/>
    <dgm:cxn modelId="{901FD173-172A-4CBD-87F3-4B01388DF198}" type="presParOf" srcId="{9A46751B-FC20-4E6A-A344-2172B29125FF}" destId="{6A840977-A864-4624-8AD5-E2DB19433E76}" srcOrd="3" destOrd="0" presId="urn:microsoft.com/office/officeart/2005/8/layout/process1"/>
    <dgm:cxn modelId="{B0D12C38-F350-4CB9-AA25-F2B3CA692B5F}" type="presParOf" srcId="{6A840977-A864-4624-8AD5-E2DB19433E76}" destId="{F8A99B90-D9BD-40A5-8ED7-D59684D90047}" srcOrd="0" destOrd="0" presId="urn:microsoft.com/office/officeart/2005/8/layout/process1"/>
    <dgm:cxn modelId="{9F709313-E8F0-4186-B73D-637AEFEC47FE}" type="presParOf" srcId="{9A46751B-FC20-4E6A-A344-2172B29125FF}" destId="{BF01A06A-00B0-497A-A4F1-CD0FE8378C0F}" srcOrd="4" destOrd="0" presId="urn:microsoft.com/office/officeart/2005/8/layout/process1"/>
    <dgm:cxn modelId="{B47BED5E-7B9C-4019-B406-A9D5039BA079}" type="presParOf" srcId="{9A46751B-FC20-4E6A-A344-2172B29125FF}" destId="{8394E310-8F72-4A93-BA28-70BE4CC307C4}" srcOrd="5" destOrd="0" presId="urn:microsoft.com/office/officeart/2005/8/layout/process1"/>
    <dgm:cxn modelId="{F57C8CAD-47C9-4ACA-9E05-2F5A48D3A10E}" type="presParOf" srcId="{8394E310-8F72-4A93-BA28-70BE4CC307C4}" destId="{A096BCF2-D843-4A82-A54C-D951B6EB2F1B}" srcOrd="0" destOrd="0" presId="urn:microsoft.com/office/officeart/2005/8/layout/process1"/>
    <dgm:cxn modelId="{F1F5037E-F27A-49FF-BF74-45CB59452757}" type="presParOf" srcId="{9A46751B-FC20-4E6A-A344-2172B29125FF}" destId="{63369FD1-71EC-4E7B-9E0A-9CFCA4038F69}" srcOrd="6" destOrd="0" presId="urn:microsoft.com/office/officeart/2005/8/layout/process1"/>
    <dgm:cxn modelId="{62D630C9-DEED-4A73-A661-9AFB7593ECC1}" type="presParOf" srcId="{9A46751B-FC20-4E6A-A344-2172B29125FF}" destId="{E9B1F861-5AE8-4997-924C-1B0462D8D388}" srcOrd="7" destOrd="0" presId="urn:microsoft.com/office/officeart/2005/8/layout/process1"/>
    <dgm:cxn modelId="{1BC83B5F-24CA-4EB9-8F93-B408FAF24FB2}" type="presParOf" srcId="{E9B1F861-5AE8-4997-924C-1B0462D8D388}" destId="{F090BC86-1DC4-4294-AB80-E90E45ABE8E2}" srcOrd="0" destOrd="0" presId="urn:microsoft.com/office/officeart/2005/8/layout/process1"/>
    <dgm:cxn modelId="{80238FE7-25C8-447C-A640-B97C5805A264}" type="presParOf" srcId="{9A46751B-FC20-4E6A-A344-2172B29125FF}" destId="{0664E7A5-DADB-44A2-ADA8-E7389A6421F0}" srcOrd="8"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CE4735-CFD0-4E60-8BA3-8595F9C25A00}">
      <dsp:nvSpPr>
        <dsp:cNvPr id="0" name=""/>
        <dsp:cNvSpPr/>
      </dsp:nvSpPr>
      <dsp:spPr>
        <a:xfrm>
          <a:off x="628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Model data</a:t>
          </a:r>
        </a:p>
      </dsp:txBody>
      <dsp:txXfrm>
        <a:off x="28558" y="477996"/>
        <a:ext cx="1222765" cy="715842"/>
      </dsp:txXfrm>
    </dsp:sp>
    <dsp:sp modelId="{9FC757E6-BD8D-4D15-9F78-E678A2C58CB4}">
      <dsp:nvSpPr>
        <dsp:cNvPr id="0" name=""/>
        <dsp:cNvSpPr/>
      </dsp:nvSpPr>
      <dsp:spPr>
        <a:xfrm>
          <a:off x="140032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400325" y="741629"/>
        <a:ext cx="188068" cy="188576"/>
      </dsp:txXfrm>
    </dsp:sp>
    <dsp:sp modelId="{5EED1DBE-0BA4-4B65-AF5A-769A02F4E756}">
      <dsp:nvSpPr>
        <dsp:cNvPr id="0" name=""/>
        <dsp:cNvSpPr/>
      </dsp:nvSpPr>
      <dsp:spPr>
        <a:xfrm>
          <a:off x="178051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Validate models</a:t>
          </a:r>
        </a:p>
      </dsp:txBody>
      <dsp:txXfrm>
        <a:off x="1802788" y="477996"/>
        <a:ext cx="1222765" cy="715842"/>
      </dsp:txXfrm>
    </dsp:sp>
    <dsp:sp modelId="{F756F10B-CBE1-4848-B2C7-062F3ACC84CA}">
      <dsp:nvSpPr>
        <dsp:cNvPr id="0" name=""/>
        <dsp:cNvSpPr/>
      </dsp:nvSpPr>
      <dsp:spPr>
        <a:xfrm>
          <a:off x="317455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174555" y="741629"/>
        <a:ext cx="188068" cy="188576"/>
      </dsp:txXfrm>
    </dsp:sp>
    <dsp:sp modelId="{453B0BD3-BB78-4EF4-8C6E-6805561F2F28}">
      <dsp:nvSpPr>
        <dsp:cNvPr id="0" name=""/>
        <dsp:cNvSpPr/>
      </dsp:nvSpPr>
      <dsp:spPr>
        <a:xfrm>
          <a:off x="3554747" y="455725"/>
          <a:ext cx="1267307" cy="76038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Evaluate</a:t>
          </a:r>
          <a:br>
            <a:rPr lang="en-GB" sz="2000" kern="1200" dirty="0"/>
          </a:br>
          <a:r>
            <a:rPr lang="en-GB" sz="2000" kern="1200" dirty="0"/>
            <a:t>models</a:t>
          </a:r>
        </a:p>
      </dsp:txBody>
      <dsp:txXfrm>
        <a:off x="3577018" y="477996"/>
        <a:ext cx="1222765" cy="715842"/>
      </dsp:txXfrm>
    </dsp:sp>
    <dsp:sp modelId="{6A9AF9A7-08AC-4EBB-934D-F708CD3C92B7}">
      <dsp:nvSpPr>
        <dsp:cNvPr id="0" name=""/>
        <dsp:cNvSpPr/>
      </dsp:nvSpPr>
      <dsp:spPr>
        <a:xfrm>
          <a:off x="4948785"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4948785" y="741629"/>
        <a:ext cx="188068" cy="188576"/>
      </dsp:txXfrm>
    </dsp:sp>
    <dsp:sp modelId="{DF227C00-1374-40DA-AADA-FE7D07B3E881}">
      <dsp:nvSpPr>
        <dsp:cNvPr id="0" name=""/>
        <dsp:cNvSpPr/>
      </dsp:nvSpPr>
      <dsp:spPr>
        <a:xfrm>
          <a:off x="5328977" y="455725"/>
          <a:ext cx="1365751"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Documentation</a:t>
          </a:r>
        </a:p>
      </dsp:txBody>
      <dsp:txXfrm>
        <a:off x="5351248" y="477996"/>
        <a:ext cx="1321209" cy="715842"/>
      </dsp:txXfrm>
    </dsp:sp>
    <dsp:sp modelId="{DF583930-8CA5-4976-9CF5-51844FFDFF36}">
      <dsp:nvSpPr>
        <dsp:cNvPr id="0" name=""/>
        <dsp:cNvSpPr/>
      </dsp:nvSpPr>
      <dsp:spPr>
        <a:xfrm>
          <a:off x="6821459" y="678771"/>
          <a:ext cx="268669" cy="31429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6821459" y="741629"/>
        <a:ext cx="188068" cy="188576"/>
      </dsp:txXfrm>
    </dsp:sp>
    <dsp:sp modelId="{5AA0AB36-31E6-4AC4-94E5-25ACDAB97CD7}">
      <dsp:nvSpPr>
        <dsp:cNvPr id="0" name=""/>
        <dsp:cNvSpPr/>
      </dsp:nvSpPr>
      <dsp:spPr>
        <a:xfrm>
          <a:off x="7201652" y="455725"/>
          <a:ext cx="1524773" cy="760384"/>
        </a:xfrm>
        <a:prstGeom prst="roundRect">
          <a:avLst>
            <a:gd name="adj" fmla="val 10000"/>
          </a:avLst>
        </a:prstGeom>
        <a:solidFill>
          <a:srgbClr val="76869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t>Summarise findings</a:t>
          </a:r>
        </a:p>
      </dsp:txBody>
      <dsp:txXfrm>
        <a:off x="7223923" y="477996"/>
        <a:ext cx="1480231" cy="7158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A1DD85-D377-4B38-BEDB-6B35BDA44639}">
      <dsp:nvSpPr>
        <dsp:cNvPr id="0" name=""/>
        <dsp:cNvSpPr/>
      </dsp:nvSpPr>
      <dsp:spPr>
        <a:xfrm>
          <a:off x="3075" y="361062"/>
          <a:ext cx="1840331"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Define research questions</a:t>
          </a:r>
        </a:p>
      </dsp:txBody>
      <dsp:txXfrm>
        <a:off x="30891" y="388878"/>
        <a:ext cx="1784699" cy="894078"/>
      </dsp:txXfrm>
    </dsp:sp>
    <dsp:sp modelId="{B1788994-A8F9-41F5-8D6F-AB7020D5EF6F}">
      <dsp:nvSpPr>
        <dsp:cNvPr id="0" name=""/>
        <dsp:cNvSpPr/>
      </dsp:nvSpPr>
      <dsp:spPr>
        <a:xfrm>
          <a:off x="196258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1962586" y="747248"/>
        <a:ext cx="176862" cy="177338"/>
      </dsp:txXfrm>
    </dsp:sp>
    <dsp:sp modelId="{AE91CE98-9D2A-49D3-946F-206ABA6C2DE3}">
      <dsp:nvSpPr>
        <dsp:cNvPr id="0" name=""/>
        <dsp:cNvSpPr/>
      </dsp:nvSpPr>
      <dsp:spPr>
        <a:xfrm>
          <a:off x="2320124" y="361062"/>
          <a:ext cx="1191793" cy="949710"/>
        </a:xfrm>
        <a:prstGeom prst="roundRect">
          <a:avLst>
            <a:gd name="adj" fmla="val 10000"/>
          </a:avLst>
        </a:prstGeom>
        <a:solidFill>
          <a:srgbClr val="0070C0"/>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Data </a:t>
          </a:r>
          <a:r>
            <a:rPr lang="en-GB" sz="1800" kern="1200" dirty="0" err="1"/>
            <a:t>acqui-sition</a:t>
          </a:r>
          <a:endParaRPr lang="en-GB" sz="1800" kern="1200" dirty="0"/>
        </a:p>
      </dsp:txBody>
      <dsp:txXfrm>
        <a:off x="2347940" y="388878"/>
        <a:ext cx="1136161" cy="894078"/>
      </dsp:txXfrm>
    </dsp:sp>
    <dsp:sp modelId="{6A840977-A864-4624-8AD5-E2DB19433E76}">
      <dsp:nvSpPr>
        <dsp:cNvPr id="0" name=""/>
        <dsp:cNvSpPr/>
      </dsp:nvSpPr>
      <dsp:spPr>
        <a:xfrm>
          <a:off x="3631097"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3631097" y="747248"/>
        <a:ext cx="176862" cy="177338"/>
      </dsp:txXfrm>
    </dsp:sp>
    <dsp:sp modelId="{BF01A06A-00B0-497A-A4F1-CD0FE8378C0F}">
      <dsp:nvSpPr>
        <dsp:cNvPr id="0" name=""/>
        <dsp:cNvSpPr/>
      </dsp:nvSpPr>
      <dsp:spPr>
        <a:xfrm>
          <a:off x="3988635"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Import data</a:t>
          </a:r>
        </a:p>
      </dsp:txBody>
      <dsp:txXfrm>
        <a:off x="4016451" y="388878"/>
        <a:ext cx="1136161" cy="894078"/>
      </dsp:txXfrm>
    </dsp:sp>
    <dsp:sp modelId="{8394E310-8F72-4A93-BA28-70BE4CC307C4}">
      <dsp:nvSpPr>
        <dsp:cNvPr id="0" name=""/>
        <dsp:cNvSpPr/>
      </dsp:nvSpPr>
      <dsp:spPr>
        <a:xfrm>
          <a:off x="5299608"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5299608" y="747248"/>
        <a:ext cx="176862" cy="177338"/>
      </dsp:txXfrm>
    </dsp:sp>
    <dsp:sp modelId="{63369FD1-71EC-4E7B-9E0A-9CFCA4038F69}">
      <dsp:nvSpPr>
        <dsp:cNvPr id="0" name=""/>
        <dsp:cNvSpPr/>
      </dsp:nvSpPr>
      <dsp:spPr>
        <a:xfrm>
          <a:off x="5657146" y="361062"/>
          <a:ext cx="1403980"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Explore &amp; validate data</a:t>
          </a:r>
        </a:p>
      </dsp:txBody>
      <dsp:txXfrm>
        <a:off x="5684962" y="388878"/>
        <a:ext cx="1348348" cy="894078"/>
      </dsp:txXfrm>
    </dsp:sp>
    <dsp:sp modelId="{E9B1F861-5AE8-4997-924C-1B0462D8D388}">
      <dsp:nvSpPr>
        <dsp:cNvPr id="0" name=""/>
        <dsp:cNvSpPr/>
      </dsp:nvSpPr>
      <dsp:spPr>
        <a:xfrm>
          <a:off x="7180306" y="688135"/>
          <a:ext cx="252660" cy="29556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de-AT" sz="1400" kern="1200" dirty="0"/>
        </a:p>
      </dsp:txBody>
      <dsp:txXfrm>
        <a:off x="7180306" y="747248"/>
        <a:ext cx="176862" cy="177338"/>
      </dsp:txXfrm>
    </dsp:sp>
    <dsp:sp modelId="{0664E7A5-DADB-44A2-ADA8-E7389A6421F0}">
      <dsp:nvSpPr>
        <dsp:cNvPr id="0" name=""/>
        <dsp:cNvSpPr/>
      </dsp:nvSpPr>
      <dsp:spPr>
        <a:xfrm>
          <a:off x="7537844" y="361062"/>
          <a:ext cx="1191793" cy="949710"/>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Modify data</a:t>
          </a:r>
        </a:p>
      </dsp:txBody>
      <dsp:txXfrm>
        <a:off x="7565660" y="388878"/>
        <a:ext cx="1136161" cy="8940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15F8177-9F15-A215-F3C4-749F9F8A0EDF}"/>
              </a:ext>
            </a:extLst>
          </p:cNvPr>
          <p:cNvSpPr>
            <a:spLocks noGrp="1"/>
          </p:cNvSpPr>
          <p:nvPr>
            <p:ph type="hdr" sz="quarter"/>
          </p:nvPr>
        </p:nvSpPr>
        <p:spPr>
          <a:xfrm>
            <a:off x="477000" y="324000"/>
            <a:ext cx="2952000" cy="216000"/>
          </a:xfrm>
          <a:prstGeom prst="rect">
            <a:avLst/>
          </a:prstGeom>
        </p:spPr>
        <p:txBody>
          <a:bodyPr vert="horz" lIns="0" tIns="0" rIns="0" bIns="0" rtlCol="0"/>
          <a:lstStyle>
            <a:lvl1pPr algn="l">
              <a:defRPr sz="1200"/>
            </a:lvl1pPr>
          </a:lstStyle>
          <a:p>
            <a:endParaRPr lang="de-DE" dirty="0"/>
          </a:p>
        </p:txBody>
      </p:sp>
      <p:sp>
        <p:nvSpPr>
          <p:cNvPr id="4" name="Fußzeilenplatzhalter 3">
            <a:extLst>
              <a:ext uri="{FF2B5EF4-FFF2-40B4-BE49-F238E27FC236}">
                <a16:creationId xmlns:a16="http://schemas.microsoft.com/office/drawing/2014/main" id="{A63E3666-93B0-A358-FB9D-381E2C03CCBC}"/>
              </a:ext>
            </a:extLst>
          </p:cNvPr>
          <p:cNvSpPr>
            <a:spLocks noGrp="1"/>
          </p:cNvSpPr>
          <p:nvPr>
            <p:ph type="ftr" sz="quarter" idx="2"/>
          </p:nvPr>
        </p:nvSpPr>
        <p:spPr>
          <a:xfrm>
            <a:off x="479423" y="8676000"/>
            <a:ext cx="5112000" cy="144000"/>
          </a:xfrm>
          <a:prstGeom prst="rect">
            <a:avLst/>
          </a:prstGeom>
        </p:spPr>
        <p:txBody>
          <a:bodyPr vert="horz" lIns="0" tIns="0" rIns="0" bIns="0" rtlCol="0" anchor="ctr" anchorCtr="0"/>
          <a:lstStyle>
            <a:lvl1pPr algn="l">
              <a:defRPr sz="1200"/>
            </a:lvl1pPr>
          </a:lstStyle>
          <a:p>
            <a:endParaRPr lang="de-DE" sz="800" dirty="0"/>
          </a:p>
        </p:txBody>
      </p:sp>
      <p:sp>
        <p:nvSpPr>
          <p:cNvPr id="5" name="Foliennummernplatzhalter 4">
            <a:extLst>
              <a:ext uri="{FF2B5EF4-FFF2-40B4-BE49-F238E27FC236}">
                <a16:creationId xmlns:a16="http://schemas.microsoft.com/office/drawing/2014/main" id="{151CD7CC-0A62-7BB1-722B-C6E491D37056}"/>
              </a:ext>
            </a:extLst>
          </p:cNvPr>
          <p:cNvSpPr>
            <a:spLocks noGrp="1"/>
          </p:cNvSpPr>
          <p:nvPr>
            <p:ph type="sldNum" sz="quarter" idx="3"/>
          </p:nvPr>
        </p:nvSpPr>
        <p:spPr>
          <a:xfrm>
            <a:off x="5661000" y="8676000"/>
            <a:ext cx="720000" cy="144000"/>
          </a:xfrm>
          <a:prstGeom prst="rect">
            <a:avLst/>
          </a:prstGeom>
        </p:spPr>
        <p:txBody>
          <a:bodyPr vert="horz" lIns="0" tIns="0" rIns="0" bIns="0" rtlCol="0" anchor="ctr" anchorCtr="0"/>
          <a:lstStyle>
            <a:lvl1pPr algn="r">
              <a:defRPr sz="1200"/>
            </a:lvl1pPr>
          </a:lstStyle>
          <a:p>
            <a:fld id="{27294502-B475-4000-8BE3-099734D1677B}" type="slidenum">
              <a:rPr lang="de-DE" sz="800" smtClean="0"/>
              <a:t>‹#›</a:t>
            </a:fld>
            <a:endParaRPr lang="de-DE" sz="800" dirty="0"/>
          </a:p>
        </p:txBody>
      </p:sp>
    </p:spTree>
    <p:extLst>
      <p:ext uri="{BB962C8B-B14F-4D97-AF65-F5344CB8AC3E}">
        <p14:creationId xmlns:p14="http://schemas.microsoft.com/office/powerpoint/2010/main" val="8229968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7000" y="324000"/>
            <a:ext cx="2952000" cy="216000"/>
          </a:xfrm>
          <a:prstGeom prst="rect">
            <a:avLst/>
          </a:prstGeom>
        </p:spPr>
        <p:txBody>
          <a:bodyPr vert="horz" lIns="0" tIns="0" rIns="0" bIns="0" rtlCol="0" anchor="ctr" anchorCtr="0"/>
          <a:lstStyle>
            <a:lvl1pPr algn="l">
              <a:defRPr sz="1200"/>
            </a:lvl1pPr>
          </a:lstStyle>
          <a:p>
            <a:endParaRPr lang="de-DE" dirty="0"/>
          </a:p>
        </p:txBody>
      </p:sp>
      <p:sp>
        <p:nvSpPr>
          <p:cNvPr id="4" name="Folienbildplatzhalter 3"/>
          <p:cNvSpPr>
            <a:spLocks noGrp="1" noRot="1" noChangeAspect="1"/>
          </p:cNvSpPr>
          <p:nvPr>
            <p:ph type="sldImg" idx="2"/>
          </p:nvPr>
        </p:nvSpPr>
        <p:spPr>
          <a:xfrm>
            <a:off x="479425" y="828000"/>
            <a:ext cx="5903913" cy="3320951"/>
          </a:xfrm>
          <a:prstGeom prst="rect">
            <a:avLst/>
          </a:prstGeom>
          <a:noFill/>
          <a:ln w="6350">
            <a:solidFill>
              <a:schemeClr val="bg2"/>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479425" y="4428000"/>
            <a:ext cx="5903913" cy="403200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a:xfrm>
            <a:off x="477000" y="8685213"/>
            <a:ext cx="5112000" cy="144000"/>
          </a:xfrm>
          <a:prstGeom prst="rect">
            <a:avLst/>
          </a:prstGeom>
        </p:spPr>
        <p:txBody>
          <a:bodyPr vert="horz" lIns="0" tIns="0" rIns="0" bIns="0" rtlCol="0" anchor="ctr" anchorCtr="0"/>
          <a:lstStyle>
            <a:lvl1pPr algn="l">
              <a:defRPr sz="800"/>
            </a:lvl1pPr>
          </a:lstStyle>
          <a:p>
            <a:endParaRPr lang="de-DE" dirty="0"/>
          </a:p>
        </p:txBody>
      </p:sp>
      <p:sp>
        <p:nvSpPr>
          <p:cNvPr id="7" name="Foliennummernplatzhalter 6"/>
          <p:cNvSpPr>
            <a:spLocks noGrp="1"/>
          </p:cNvSpPr>
          <p:nvPr>
            <p:ph type="sldNum" sz="quarter" idx="5"/>
          </p:nvPr>
        </p:nvSpPr>
        <p:spPr>
          <a:xfrm>
            <a:off x="5661000" y="8685213"/>
            <a:ext cx="720000" cy="144000"/>
          </a:xfrm>
          <a:prstGeom prst="rect">
            <a:avLst/>
          </a:prstGeom>
        </p:spPr>
        <p:txBody>
          <a:bodyPr vert="horz" lIns="0" tIns="0" rIns="0" bIns="0" rtlCol="0" anchor="ctr" anchorCtr="0"/>
          <a:lstStyle>
            <a:lvl1pPr algn="r">
              <a:defRPr sz="800"/>
            </a:lvl1pPr>
          </a:lstStyle>
          <a:p>
            <a:fld id="{160CD836-151D-406C-BB8C-1AD153EDB684}" type="slidenum">
              <a:rPr lang="de-DE" smtClean="0"/>
              <a:pPr/>
              <a:t>‹#›</a:t>
            </a:fld>
            <a:endParaRPr lang="de-DE" dirty="0"/>
          </a:p>
        </p:txBody>
      </p:sp>
    </p:spTree>
    <p:extLst>
      <p:ext uri="{BB962C8B-B14F-4D97-AF65-F5344CB8AC3E}">
        <p14:creationId xmlns:p14="http://schemas.microsoft.com/office/powerpoint/2010/main" val="2189108648"/>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600"/>
      </a:spcBef>
      <a:spcAft>
        <a:spcPts val="300"/>
      </a:spcAft>
      <a:defRPr sz="1200" kern="1200">
        <a:solidFill>
          <a:schemeClr val="tx1"/>
        </a:solidFill>
        <a:latin typeface="+mn-lt"/>
        <a:ea typeface="+mn-ea"/>
        <a:cs typeface="+mn-cs"/>
      </a:defRPr>
    </a:lvl1pPr>
    <a:lvl2pPr marL="0" indent="0" algn="l" defTabSz="914400" rtl="0" eaLnBrk="1" latinLnBrk="0" hangingPunct="1">
      <a:lnSpc>
        <a:spcPct val="120000"/>
      </a:lnSpc>
      <a:spcBef>
        <a:spcPts val="1200"/>
      </a:spcBef>
      <a:defRPr sz="1400" b="1" kern="1200">
        <a:solidFill>
          <a:schemeClr val="tx1"/>
        </a:solidFill>
        <a:latin typeface="+mj-lt"/>
        <a:ea typeface="+mn-ea"/>
        <a:cs typeface="+mn-cs"/>
      </a:defRPr>
    </a:lvl2pPr>
    <a:lvl3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4pPr>
    <a:lvl5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6pPr>
    <a:lvl7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txBody>
          <a:bodyPr/>
          <a:lstStyle/>
          <a:p>
            <a:endParaRPr lang="en-GB" dirty="0"/>
          </a:p>
        </p:txBody>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a:t>
            </a:fld>
            <a:endParaRPr lang="de-DE" dirty="0"/>
          </a:p>
        </p:txBody>
      </p:sp>
    </p:spTree>
    <p:extLst>
      <p:ext uri="{BB962C8B-B14F-4D97-AF65-F5344CB8AC3E}">
        <p14:creationId xmlns:p14="http://schemas.microsoft.com/office/powerpoint/2010/main" val="151831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828675"/>
            <a:ext cx="5903913" cy="3321050"/>
          </a:xfrm>
        </p:spPr>
      </p:sp>
      <p:sp>
        <p:nvSpPr>
          <p:cNvPr id="3" name="Notes Placeholder 2"/>
          <p:cNvSpPr>
            <a:spLocks noGrp="1"/>
          </p:cNvSpPr>
          <p:nvPr>
            <p:ph type="body" idx="1"/>
          </p:nvPr>
        </p:nvSpPr>
        <p:spPr/>
        <p:txBody>
          <a:bodyPr/>
          <a:lstStyle/>
          <a:p>
            <a:r>
              <a:rPr lang="en-GB" dirty="0"/>
              <a:t>GDPR: General Data Protection Regulation</a:t>
            </a:r>
          </a:p>
        </p:txBody>
      </p:sp>
      <p:sp>
        <p:nvSpPr>
          <p:cNvPr id="4" name="Slide Number Placeholder 3"/>
          <p:cNvSpPr>
            <a:spLocks noGrp="1"/>
          </p:cNvSpPr>
          <p:nvPr>
            <p:ph type="sldNum" sz="quarter" idx="5"/>
          </p:nvPr>
        </p:nvSpPr>
        <p:spPr/>
        <p:txBody>
          <a:bodyPr/>
          <a:lstStyle/>
          <a:p>
            <a:fld id="{160CD836-151D-406C-BB8C-1AD153EDB684}" type="slidenum">
              <a:rPr lang="de-DE" smtClean="0"/>
              <a:pPr/>
              <a:t>26</a:t>
            </a:fld>
            <a:endParaRPr lang="de-DE" dirty="0"/>
          </a:p>
        </p:txBody>
      </p:sp>
    </p:spTree>
    <p:extLst>
      <p:ext uri="{BB962C8B-B14F-4D97-AF65-F5344CB8AC3E}">
        <p14:creationId xmlns:p14="http://schemas.microsoft.com/office/powerpoint/2010/main" val="290181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828675"/>
            <a:ext cx="5903913" cy="332105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60CD836-151D-406C-BB8C-1AD153EDB684}" type="slidenum">
              <a:rPr lang="de-DE" smtClean="0"/>
              <a:pPr/>
              <a:t>27</a:t>
            </a:fld>
            <a:endParaRPr lang="de-DE" dirty="0"/>
          </a:p>
        </p:txBody>
      </p:sp>
    </p:spTree>
    <p:extLst>
      <p:ext uri="{BB962C8B-B14F-4D97-AF65-F5344CB8AC3E}">
        <p14:creationId xmlns:p14="http://schemas.microsoft.com/office/powerpoint/2010/main" val="2085560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r>
              <a:rPr lang="de-AT" dirty="0"/>
              <a:t># Einehit Einkommen: k$</a:t>
            </a:r>
          </a:p>
          <a:p>
            <a:r>
              <a:rPr lang="de-AT" dirty="0"/>
              <a:t># rechtsschiefe</a:t>
            </a:r>
            <a:r>
              <a:rPr lang="de-AT" baseline="0" dirty="0"/>
              <a:t> – linkssteile Verteilung</a:t>
            </a:r>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pPr/>
              <a:t>35</a:t>
            </a:fld>
            <a:endParaRPr lang="de-AT" dirty="0"/>
          </a:p>
        </p:txBody>
      </p:sp>
    </p:spTree>
    <p:extLst>
      <p:ext uri="{BB962C8B-B14F-4D97-AF65-F5344CB8AC3E}">
        <p14:creationId xmlns:p14="http://schemas.microsoft.com/office/powerpoint/2010/main" val="731581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pPr/>
              <a:t>36</a:t>
            </a:fld>
            <a:endParaRPr lang="de-AT" dirty="0"/>
          </a:p>
        </p:txBody>
      </p:sp>
    </p:spTree>
    <p:extLst>
      <p:ext uri="{BB962C8B-B14F-4D97-AF65-F5344CB8AC3E}">
        <p14:creationId xmlns:p14="http://schemas.microsoft.com/office/powerpoint/2010/main" val="2627670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pPr/>
              <a:t>37</a:t>
            </a:fld>
            <a:endParaRPr lang="de-AT" dirty="0"/>
          </a:p>
        </p:txBody>
      </p:sp>
    </p:spTree>
    <p:extLst>
      <p:ext uri="{BB962C8B-B14F-4D97-AF65-F5344CB8AC3E}">
        <p14:creationId xmlns:p14="http://schemas.microsoft.com/office/powerpoint/2010/main" val="14991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pPr/>
              <a:t>38</a:t>
            </a:fld>
            <a:endParaRPr lang="de-AT" dirty="0"/>
          </a:p>
        </p:txBody>
      </p:sp>
    </p:spTree>
    <p:extLst>
      <p:ext uri="{BB962C8B-B14F-4D97-AF65-F5344CB8AC3E}">
        <p14:creationId xmlns:p14="http://schemas.microsoft.com/office/powerpoint/2010/main" val="4124761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r>
              <a:rPr lang="de-AT" dirty="0"/>
              <a:t>#</a:t>
            </a:r>
            <a:r>
              <a:rPr lang="de-AT" baseline="0" dirty="0"/>
              <a:t> </a:t>
            </a:r>
            <a:r>
              <a:rPr lang="de-AT" dirty="0"/>
              <a:t>alpha: Rückverweis auf die Standardabweichung</a:t>
            </a:r>
            <a:r>
              <a:rPr lang="de-AT" baseline="0" dirty="0"/>
              <a:t> → Anteile der Werte unter der Kurve (= Fläche)</a:t>
            </a:r>
          </a:p>
          <a:p>
            <a:endParaRPr lang="de-AT" baseline="0" dirty="0"/>
          </a:p>
          <a:p>
            <a:r>
              <a:rPr lang="de-AT" baseline="0" dirty="0"/>
              <a:t># Epsilon: Schwankungsbreite</a:t>
            </a:r>
          </a:p>
          <a:p>
            <a:endParaRPr lang="de-AT" baseline="0" dirty="0"/>
          </a:p>
          <a:p>
            <a:r>
              <a:rPr lang="de-AT" baseline="0" dirty="0"/>
              <a:t># u-wert: Ober – Untergrenze der Standardnormalverteilung</a:t>
            </a:r>
            <a:endParaRPr lang="de-AT" dirty="0"/>
          </a:p>
        </p:txBody>
      </p:sp>
      <p:sp>
        <p:nvSpPr>
          <p:cNvPr id="4" name="Foliennummernplatzhalter 3"/>
          <p:cNvSpPr>
            <a:spLocks noGrp="1"/>
          </p:cNvSpPr>
          <p:nvPr>
            <p:ph type="sldNum" sz="quarter" idx="10"/>
          </p:nvPr>
        </p:nvSpPr>
        <p:spPr/>
        <p:txBody>
          <a:bodyPr/>
          <a:lstStyle/>
          <a:p>
            <a:fld id="{B134760B-3763-4458-991D-CD3579C771E2}" type="slidenum">
              <a:rPr lang="de-AT" smtClean="0"/>
              <a:pPr/>
              <a:t>39</a:t>
            </a:fld>
            <a:endParaRPr lang="de-AT" dirty="0"/>
          </a:p>
        </p:txBody>
      </p:sp>
    </p:spTree>
    <p:extLst>
      <p:ext uri="{BB962C8B-B14F-4D97-AF65-F5344CB8AC3E}">
        <p14:creationId xmlns:p14="http://schemas.microsoft.com/office/powerpoint/2010/main" val="3616581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828675"/>
            <a:ext cx="5903913" cy="33210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20000"/>
              </a:lnSpc>
              <a:spcBef>
                <a:spcPts val="600"/>
              </a:spcBef>
              <a:spcAft>
                <a:spcPts val="300"/>
              </a:spcAft>
              <a:buClrTx/>
              <a:buSzTx/>
              <a:buFontTx/>
              <a:buNone/>
              <a:tabLst/>
              <a:defRPr/>
            </a:pPr>
            <a:r>
              <a:rPr lang="en-US" dirty="0"/>
              <a:t>Sample variance s: mean squared deviation from the mean value</a:t>
            </a:r>
          </a:p>
          <a:p>
            <a:endParaRPr lang="en-GB" dirty="0"/>
          </a:p>
        </p:txBody>
      </p:sp>
      <p:sp>
        <p:nvSpPr>
          <p:cNvPr id="4" name="Slide Number Placeholder 3"/>
          <p:cNvSpPr>
            <a:spLocks noGrp="1"/>
          </p:cNvSpPr>
          <p:nvPr>
            <p:ph type="sldNum" sz="quarter" idx="5"/>
          </p:nvPr>
        </p:nvSpPr>
        <p:spPr/>
        <p:txBody>
          <a:bodyPr/>
          <a:lstStyle/>
          <a:p>
            <a:fld id="{160CD836-151D-406C-BB8C-1AD153EDB684}" type="slidenum">
              <a:rPr lang="de-DE" smtClean="0"/>
              <a:pPr/>
              <a:t>40</a:t>
            </a:fld>
            <a:endParaRPr lang="de-DE" dirty="0"/>
          </a:p>
        </p:txBody>
      </p:sp>
    </p:spTree>
    <p:extLst>
      <p:ext uri="{BB962C8B-B14F-4D97-AF65-F5344CB8AC3E}">
        <p14:creationId xmlns:p14="http://schemas.microsoft.com/office/powerpoint/2010/main" val="26003033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imcfhkrems.sharepoint.com/sites/courseware?lvaid=74909#/studentsattendancecheck" TargetMode="Externa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commons.wikimedia.org/wiki/File:Wassily-kandinsky-stars.jpg" TargetMode="External"/><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5641399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2"/>
        </a:solidFill>
        <a:effectLst/>
      </p:bgPr>
    </p:bg>
    <p:spTree>
      <p:nvGrpSpPr>
        <p:cNvPr id="1" name=""/>
        <p:cNvGrpSpPr/>
        <p:nvPr/>
      </p:nvGrpSpPr>
      <p:grpSpPr>
        <a:xfrm>
          <a:off x="0" y="0"/>
          <a:ext cx="0" cy="0"/>
          <a:chOff x="0" y="0"/>
          <a:chExt cx="0" cy="0"/>
        </a:xfrm>
      </p:grpSpPr>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95326" y="1917700"/>
            <a:ext cx="5400674" cy="2663300"/>
          </a:xfrm>
        </p:spPr>
        <p:txBody>
          <a:bodyPr anchor="b"/>
          <a:lstStyle>
            <a:lvl1pPr algn="l">
              <a:defRPr sz="40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a:prstGeom prst="rect">
            <a:avLst/>
          </a:prstGeo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pic>
        <p:nvPicPr>
          <p:cNvPr id="10" name="Logo">
            <a:extLst>
              <a:ext uri="{FF2B5EF4-FFF2-40B4-BE49-F238E27FC236}">
                <a16:creationId xmlns:a16="http://schemas.microsoft.com/office/drawing/2014/main" id="{88FE6F79-2335-5254-9250-1A749D8130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a:prstGeom prst="rect">
            <a:avLst/>
          </a:prstGeo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spTree>
    <p:extLst>
      <p:ext uri="{BB962C8B-B14F-4D97-AF65-F5344CB8AC3E}">
        <p14:creationId xmlns:p14="http://schemas.microsoft.com/office/powerpoint/2010/main" val="1229188569"/>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 vollflächiges Bild">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12192000" cy="6858000"/>
          </a:xfrm>
          <a:prstGeom prst="rect">
            <a:avLst/>
          </a:prstGeom>
          <a:solidFill>
            <a:srgbClr val="E4E7E9"/>
          </a:solidFill>
        </p:spPr>
        <p:txBody>
          <a:bodyPr lIns="6552000" tIns="1080000" rIns="864000" bIns="288000" anchor="ctr" anchorCtr="0"/>
          <a:lstStyle>
            <a:lvl1pPr marL="0" indent="0" algn="l">
              <a:spcBef>
                <a:spcPts val="0"/>
              </a:spcBef>
              <a:spcAft>
                <a:spcPts val="0"/>
              </a:spcAft>
              <a:buNone/>
              <a:defRPr sz="1200" b="0">
                <a:solidFill>
                  <a:schemeClr val="tx1"/>
                </a:solidFill>
                <a:latin typeface="+mn-lt"/>
              </a:defRPr>
            </a:lvl1pPr>
            <a:lvl2pPr marL="0" indent="0" algn="l">
              <a:spcBef>
                <a:spcPts val="0"/>
              </a:spcBef>
              <a:spcAft>
                <a:spcPts val="0"/>
              </a:spcAft>
              <a:buNone/>
              <a:defRPr sz="1200" b="0">
                <a:solidFill>
                  <a:schemeClr val="tx1"/>
                </a:solidFill>
                <a:latin typeface="+mn-lt"/>
              </a:defRPr>
            </a:lvl2pPr>
            <a:lvl3pPr marL="0" indent="0" algn="l">
              <a:spcBef>
                <a:spcPts val="0"/>
              </a:spcBef>
              <a:spcAft>
                <a:spcPts val="0"/>
              </a:spcAft>
              <a:buNone/>
              <a:defRPr sz="1200" b="0">
                <a:solidFill>
                  <a:schemeClr val="tx1"/>
                </a:solidFill>
                <a:latin typeface="+mn-lt"/>
              </a:defRPr>
            </a:lvl3pPr>
            <a:lvl4pPr marL="0" indent="0" algn="l">
              <a:spcBef>
                <a:spcPts val="0"/>
              </a:spcBef>
              <a:spcAft>
                <a:spcPts val="0"/>
              </a:spcAft>
              <a:buNone/>
              <a:defRPr sz="1200" b="0">
                <a:solidFill>
                  <a:schemeClr val="tx1"/>
                </a:solidFill>
                <a:latin typeface="+mn-lt"/>
              </a:defRPr>
            </a:lvl4pPr>
            <a:lvl5pPr marL="0" indent="0" algn="l">
              <a:spcBef>
                <a:spcPts val="0"/>
              </a:spcBef>
              <a:spcAft>
                <a:spcPts val="0"/>
              </a:spcAft>
              <a:buNone/>
              <a:defRPr sz="1200" b="0">
                <a:solidFill>
                  <a:schemeClr val="tx1"/>
                </a:solidFill>
                <a:latin typeface="+mn-lt"/>
              </a:defRPr>
            </a:lvl5pPr>
            <a:lvl6pPr marL="0" indent="0" algn="l">
              <a:spcBef>
                <a:spcPts val="0"/>
              </a:spcBef>
              <a:spcAft>
                <a:spcPts val="0"/>
              </a:spcAft>
              <a:buNone/>
              <a:defRPr sz="1200" b="0">
                <a:solidFill>
                  <a:schemeClr val="tx1"/>
                </a:solidFill>
                <a:latin typeface="+mn-lt"/>
              </a:defRPr>
            </a:lvl6pPr>
            <a:lvl7pPr marL="0" indent="0" algn="l">
              <a:spcBef>
                <a:spcPts val="0"/>
              </a:spcBef>
              <a:spcAft>
                <a:spcPts val="0"/>
              </a:spcAft>
              <a:buNone/>
              <a:defRPr sz="1200" b="0">
                <a:solidFill>
                  <a:schemeClr val="tx1"/>
                </a:solidFill>
                <a:latin typeface="+mn-lt"/>
              </a:defRPr>
            </a:lvl7pPr>
            <a:lvl8pPr marL="0" indent="0" algn="l">
              <a:spcBef>
                <a:spcPts val="0"/>
              </a:spcBef>
              <a:spcAft>
                <a:spcPts val="0"/>
              </a:spcAft>
              <a:buNone/>
              <a:defRPr sz="1200" b="0">
                <a:solidFill>
                  <a:schemeClr val="tx1"/>
                </a:solidFill>
                <a:latin typeface="+mn-lt"/>
              </a:defRPr>
            </a:lvl8pPr>
            <a:lvl9pPr marL="0" indent="0" algn="l">
              <a:spcBef>
                <a:spcPts val="0"/>
              </a:spcBef>
              <a:spcAft>
                <a:spcPts val="0"/>
              </a:spcAft>
              <a:buNone/>
              <a:defRPr sz="1200" b="0">
                <a:solidFill>
                  <a:schemeClr val="tx1"/>
                </a:solidFill>
                <a:latin typeface="+mn-lt"/>
              </a:defRPr>
            </a:lvl9pPr>
          </a:lstStyle>
          <a:p>
            <a:pPr lvl="0"/>
            <a:r>
              <a:rPr lang="de-DE" sz="1200"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6" name="Transparenz">
            <a:extLst>
              <a:ext uri="{FF2B5EF4-FFF2-40B4-BE49-F238E27FC236}">
                <a16:creationId xmlns:a16="http://schemas.microsoft.com/office/drawing/2014/main" id="{7165EB65-F10E-50DF-D5F7-78DB8E024405}"/>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dirty="0"/>
              <a:t> </a:t>
            </a:r>
          </a:p>
        </p:txBody>
      </p:sp>
      <p:sp>
        <p:nvSpPr>
          <p:cNvPr id="9" name="Logo">
            <a:extLst>
              <a:ext uri="{FF2B5EF4-FFF2-40B4-BE49-F238E27FC236}">
                <a16:creationId xmlns:a16="http://schemas.microsoft.com/office/drawing/2014/main" id="{CD799FFE-7F94-C709-ABDB-FF3379E6AE1E}"/>
              </a:ext>
              <a:ext uri="{C183D7F6-B498-43B3-948B-1728B52AA6E4}">
                <adec:decorative xmlns:adec="http://schemas.microsoft.com/office/drawing/2017/decorative" val="1"/>
              </a:ext>
            </a:extLst>
          </p:cNvPr>
          <p:cNvSpPr>
            <a:spLocks noGrp="1"/>
          </p:cNvSpPr>
          <p:nvPr>
            <p:ph type="body" sz="quarter" idx="13" hasCustomPrompt="1"/>
          </p:nvPr>
        </p:nvSpPr>
        <p:spPr bwMode="gray">
          <a:xfrm>
            <a:off x="9861600" y="621000"/>
            <a:ext cx="1706400" cy="2160000"/>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gray">
          <a:xfrm>
            <a:off x="695326" y="1917700"/>
            <a:ext cx="5400674" cy="2663300"/>
          </a:xfrm>
        </p:spPr>
        <p:txBody>
          <a:bodyPr anchor="b"/>
          <a:lstStyle>
            <a:lvl1pPr algn="l">
              <a:defRPr sz="40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a:prstGeom prst="rect">
            <a:avLst/>
          </a:prstGeo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a:prstGeom prst="rect">
            <a:avLst/>
          </a:prstGeo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Autor • Datum • Ort</a:t>
            </a:r>
          </a:p>
        </p:txBody>
      </p:sp>
    </p:spTree>
    <p:extLst>
      <p:ext uri="{BB962C8B-B14F-4D97-AF65-F5344CB8AC3E}">
        <p14:creationId xmlns:p14="http://schemas.microsoft.com/office/powerpoint/2010/main" val="3356405246"/>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prstGeom prst="rect">
            <a:avLst/>
          </a:prstGeom>
          <a:solidFill>
            <a:srgbClr val="E4E7E9"/>
          </a:solidFill>
          <a:ln w="50800">
            <a:solidFill>
              <a:schemeClr val="bg1"/>
            </a:solidFill>
          </a:ln>
          <a:effectLst>
            <a:outerShdw blurRad="254000" dist="107763" dir="2699994" algn="tl">
              <a:prstClr val="black">
                <a:alpha val="40000"/>
              </a:prstClr>
            </a:outerShdw>
          </a:effectLst>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528000" y="2709000"/>
            <a:ext cx="4967326" cy="1440000"/>
          </a:xfrm>
        </p:spPr>
        <p:txBody>
          <a:bodyPr anchor="ctr">
            <a:noAutofit/>
          </a:bodyPr>
          <a:lstStyle>
            <a:lvl1pPr algn="r">
              <a:defRPr sz="3200" baseline="0">
                <a:solidFill>
                  <a:schemeClr val="bg1"/>
                </a:solidFill>
              </a:defRPr>
            </a:lvl1pPr>
          </a:lstStyle>
          <a:p>
            <a:r>
              <a:rPr lang="de-DE" dirty="0"/>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528000" y="4293000"/>
            <a:ext cx="4967326" cy="720000"/>
          </a:xfrm>
          <a:prstGeom prst="rect">
            <a:avLst/>
          </a:prstGeom>
        </p:spPr>
        <p:txBody>
          <a:bodyPr anchor="ctr">
            <a:noAutofit/>
          </a:bodyPr>
          <a:lstStyle>
            <a:lvl1pPr marL="0" indent="0" algn="r">
              <a:spcBef>
                <a:spcPts val="0"/>
              </a:spcBef>
              <a:spcAft>
                <a:spcPts val="0"/>
              </a:spcAft>
              <a:buNone/>
              <a:defRPr sz="20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dirty="0"/>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528674" y="6021000"/>
            <a:ext cx="4967326" cy="288000"/>
          </a:xfrm>
          <a:prstGeom prst="rect">
            <a:avLst/>
          </a:prstGeom>
        </p:spPr>
        <p:txBody>
          <a:bodyPr>
            <a:noAutofit/>
          </a:bodyPr>
          <a:lstStyle>
            <a:lvl1pPr marL="0" indent="0" algn="r">
              <a:spcBef>
                <a:spcPts val="0"/>
              </a:spcBef>
              <a:spcAft>
                <a:spcPts val="0"/>
              </a:spcAft>
              <a:buFontTx/>
              <a:buNone/>
              <a:defRPr sz="16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dirty="0"/>
              <a:t>Kami Höferl</a:t>
            </a:r>
          </a:p>
        </p:txBody>
      </p:sp>
      <p:pic>
        <p:nvPicPr>
          <p:cNvPr id="7" name="Logo">
            <a:hlinkClick r:id="rId2"/>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gray">
          <a:xfrm>
            <a:off x="10344000" y="621001"/>
            <a:ext cx="1224000" cy="1548976"/>
          </a:xfrm>
          <a:prstGeom prst="rect">
            <a:avLst/>
          </a:prstGeom>
        </p:spPr>
      </p:pic>
    </p:spTree>
    <p:extLst>
      <p:ext uri="{BB962C8B-B14F-4D97-AF65-F5344CB8AC3E}">
        <p14:creationId xmlns:p14="http://schemas.microsoft.com/office/powerpoint/2010/main" val="2772534688"/>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3976" userDrawn="1">
          <p15:clr>
            <a:srgbClr val="FBAE40"/>
          </p15:clr>
        </p15:guide>
        <p15:guide id="3" pos="7242" userDrawn="1">
          <p15:clr>
            <a:srgbClr val="FBAE40"/>
          </p15:clr>
        </p15:guide>
        <p15:guide id="4" orient="horz" pos="197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renner">
    <p:bg>
      <p:bgPr>
        <a:solidFill>
          <a:schemeClr val="bg2"/>
        </a:solidFill>
        <a:effectLst/>
      </p:bgPr>
    </p:bg>
    <p:spTree>
      <p:nvGrpSpPr>
        <p:cNvPr id="1" name=""/>
        <p:cNvGrpSpPr/>
        <p:nvPr/>
      </p:nvGrpSpPr>
      <p:grpSpPr>
        <a:xfrm>
          <a:off x="0" y="0"/>
          <a:ext cx="0" cy="0"/>
          <a:chOff x="0" y="0"/>
          <a:chExt cx="0" cy="0"/>
        </a:xfrm>
      </p:grpSpPr>
      <p:sp>
        <p:nvSpPr>
          <p:cNvPr id="12" name="Kapitelnummer">
            <a:extLst>
              <a:ext uri="{FF2B5EF4-FFF2-40B4-BE49-F238E27FC236}">
                <a16:creationId xmlns:a16="http://schemas.microsoft.com/office/drawing/2014/main" id="{77236AAD-C3D7-19B7-D74C-ED45ED69B362}"/>
              </a:ext>
            </a:extLst>
          </p:cNvPr>
          <p:cNvSpPr>
            <a:spLocks noGrp="1"/>
          </p:cNvSpPr>
          <p:nvPr>
            <p:ph type="body" sz="quarter" idx="10" hasCustomPrompt="1"/>
          </p:nvPr>
        </p:nvSpPr>
        <p:spPr bwMode="invGray">
          <a:xfrm>
            <a:off x="696000" y="3357000"/>
            <a:ext cx="2376000" cy="1152000"/>
          </a:xfrm>
          <a:prstGeom prst="rect">
            <a:avLst/>
          </a:prstGeom>
        </p:spPr>
        <p:txBody>
          <a:bodyPr anchor="ctr" anchorCtr="0"/>
          <a:lstStyle>
            <a:lvl1pPr marL="0" indent="0" algn="r">
              <a:lnSpc>
                <a:spcPct val="100000"/>
              </a:lnSpc>
              <a:spcBef>
                <a:spcPts val="0"/>
              </a:spcBef>
              <a:spcAft>
                <a:spcPts val="0"/>
              </a:spcAft>
              <a:buFontTx/>
              <a:buNone/>
              <a:defRPr sz="10000" b="1">
                <a:solidFill>
                  <a:schemeClr val="bg1"/>
                </a:solidFill>
                <a:latin typeface="+mj-lt"/>
              </a:defRPr>
            </a:lvl1pPr>
            <a:lvl2pPr marL="0" indent="0" algn="r">
              <a:lnSpc>
                <a:spcPct val="100000"/>
              </a:lnSpc>
              <a:spcBef>
                <a:spcPts val="0"/>
              </a:spcBef>
              <a:spcAft>
                <a:spcPts val="0"/>
              </a:spcAft>
              <a:buFontTx/>
              <a:buNone/>
              <a:defRPr sz="10000" b="1">
                <a:solidFill>
                  <a:schemeClr val="bg1"/>
                </a:solidFill>
                <a:latin typeface="+mj-lt"/>
              </a:defRPr>
            </a:lvl2pPr>
            <a:lvl3pPr marL="0" indent="0" algn="r">
              <a:lnSpc>
                <a:spcPct val="100000"/>
              </a:lnSpc>
              <a:spcBef>
                <a:spcPts val="0"/>
              </a:spcBef>
              <a:spcAft>
                <a:spcPts val="0"/>
              </a:spcAft>
              <a:buFontTx/>
              <a:buNone/>
              <a:defRPr sz="10000" b="1">
                <a:solidFill>
                  <a:schemeClr val="bg1"/>
                </a:solidFill>
                <a:latin typeface="+mj-lt"/>
              </a:defRPr>
            </a:lvl3pPr>
            <a:lvl4pPr marL="0" indent="0" algn="r">
              <a:lnSpc>
                <a:spcPct val="100000"/>
              </a:lnSpc>
              <a:spcBef>
                <a:spcPts val="0"/>
              </a:spcBef>
              <a:spcAft>
                <a:spcPts val="0"/>
              </a:spcAft>
              <a:buFontTx/>
              <a:buNone/>
              <a:defRPr sz="10000" b="1">
                <a:solidFill>
                  <a:schemeClr val="bg1"/>
                </a:solidFill>
                <a:latin typeface="+mj-lt"/>
              </a:defRPr>
            </a:lvl4pPr>
            <a:lvl5pPr marL="0" indent="0" algn="r">
              <a:lnSpc>
                <a:spcPct val="100000"/>
              </a:lnSpc>
              <a:spcBef>
                <a:spcPts val="0"/>
              </a:spcBef>
              <a:spcAft>
                <a:spcPts val="0"/>
              </a:spcAft>
              <a:buFontTx/>
              <a:buNone/>
              <a:defRPr sz="10000" b="1">
                <a:solidFill>
                  <a:schemeClr val="bg1"/>
                </a:solidFill>
                <a:latin typeface="+mj-lt"/>
              </a:defRPr>
            </a:lvl5pPr>
            <a:lvl6pPr marL="0" indent="0" algn="r">
              <a:lnSpc>
                <a:spcPct val="100000"/>
              </a:lnSpc>
              <a:spcBef>
                <a:spcPts val="0"/>
              </a:spcBef>
              <a:spcAft>
                <a:spcPts val="0"/>
              </a:spcAft>
              <a:buFontTx/>
              <a:buNone/>
              <a:defRPr sz="10000" b="1">
                <a:solidFill>
                  <a:schemeClr val="bg1"/>
                </a:solidFill>
                <a:latin typeface="+mj-lt"/>
              </a:defRPr>
            </a:lvl6pPr>
            <a:lvl7pPr marL="0" indent="0" algn="r">
              <a:lnSpc>
                <a:spcPct val="100000"/>
              </a:lnSpc>
              <a:spcBef>
                <a:spcPts val="0"/>
              </a:spcBef>
              <a:spcAft>
                <a:spcPts val="0"/>
              </a:spcAft>
              <a:buFontTx/>
              <a:buNone/>
              <a:defRPr sz="10000" b="1">
                <a:solidFill>
                  <a:schemeClr val="bg1"/>
                </a:solidFill>
                <a:latin typeface="+mj-lt"/>
              </a:defRPr>
            </a:lvl7pPr>
            <a:lvl8pPr marL="0" indent="0" algn="r">
              <a:lnSpc>
                <a:spcPct val="100000"/>
              </a:lnSpc>
              <a:spcBef>
                <a:spcPts val="0"/>
              </a:spcBef>
              <a:spcAft>
                <a:spcPts val="0"/>
              </a:spcAft>
              <a:buFontTx/>
              <a:buNone/>
              <a:defRPr sz="10000" b="1">
                <a:solidFill>
                  <a:schemeClr val="bg1"/>
                </a:solidFill>
                <a:latin typeface="+mj-lt"/>
              </a:defRPr>
            </a:lvl8pPr>
            <a:lvl9pPr marL="0" indent="0" algn="r">
              <a:lnSpc>
                <a:spcPct val="100000"/>
              </a:lnSpc>
              <a:spcBef>
                <a:spcPts val="0"/>
              </a:spcBef>
              <a:spcAft>
                <a:spcPts val="0"/>
              </a:spcAft>
              <a:buFontTx/>
              <a:buNone/>
              <a:defRPr sz="10000" b="1">
                <a:solidFill>
                  <a:schemeClr val="bg1"/>
                </a:solidFill>
                <a:latin typeface="+mj-lt"/>
              </a:defRPr>
            </a:lvl9pPr>
          </a:lstStyle>
          <a:p>
            <a:pPr lvl="0"/>
            <a:r>
              <a:rPr lang="de-DE" dirty="0"/>
              <a:t>XX</a:t>
            </a:r>
          </a:p>
        </p:txBody>
      </p:sp>
      <p:sp>
        <p:nvSpPr>
          <p:cNvPr id="2" name="Titel">
            <a:extLst>
              <a:ext uri="{FF2B5EF4-FFF2-40B4-BE49-F238E27FC236}">
                <a16:creationId xmlns:a16="http://schemas.microsoft.com/office/drawing/2014/main" id="{7437C5DC-0C5B-DB74-37B2-6FF9FCEF1A0D}"/>
              </a:ext>
            </a:extLst>
          </p:cNvPr>
          <p:cNvSpPr>
            <a:spLocks noGrp="1"/>
          </p:cNvSpPr>
          <p:nvPr>
            <p:ph type="title" hasCustomPrompt="1"/>
          </p:nvPr>
        </p:nvSpPr>
        <p:spPr bwMode="invGray">
          <a:xfrm>
            <a:off x="3504000" y="2709000"/>
            <a:ext cx="5184388" cy="1800000"/>
          </a:xfrm>
        </p:spPr>
        <p:txBody>
          <a:bodyPr anchor="b" anchorCtr="0"/>
          <a:lstStyle>
            <a:lvl1pPr>
              <a:defRPr sz="4000">
                <a:solidFill>
                  <a:schemeClr val="bg1"/>
                </a:solidFill>
              </a:defRPr>
            </a:lvl1pPr>
          </a:lstStyle>
          <a:p>
            <a:r>
              <a:rPr lang="de-DE" dirty="0"/>
              <a:t>Name des Kapitels</a:t>
            </a:r>
          </a:p>
        </p:txBody>
      </p:sp>
      <p:sp>
        <p:nvSpPr>
          <p:cNvPr id="3" name="Textplatzhalter">
            <a:extLst>
              <a:ext uri="{FF2B5EF4-FFF2-40B4-BE49-F238E27FC236}">
                <a16:creationId xmlns:a16="http://schemas.microsoft.com/office/drawing/2014/main" id="{55E385CE-2652-72AF-0FEC-689A81B82752}"/>
              </a:ext>
            </a:extLst>
          </p:cNvPr>
          <p:cNvSpPr>
            <a:spLocks noGrp="1"/>
          </p:cNvSpPr>
          <p:nvPr>
            <p:ph type="body" idx="1" hasCustomPrompt="1"/>
          </p:nvPr>
        </p:nvSpPr>
        <p:spPr bwMode="gray">
          <a:xfrm>
            <a:off x="3504000" y="4725001"/>
            <a:ext cx="5184388" cy="720000"/>
          </a:xfrm>
          <a:prstGeom prst="rect">
            <a:avLst/>
          </a:prstGeom>
        </p:spPr>
        <p:txBody>
          <a:bodyPr/>
          <a:lstStyle>
            <a:lvl1pPr marL="0" indent="0">
              <a:spcBef>
                <a:spcPts val="0"/>
              </a:spcBef>
              <a:spcAft>
                <a:spcPts val="0"/>
              </a:spcAft>
              <a:buNone/>
              <a:defRPr sz="2000" b="0">
                <a:solidFill>
                  <a:schemeClr val="tx1"/>
                </a:solidFill>
                <a:latin typeface="+mn-lt"/>
              </a:defRPr>
            </a:lvl1pPr>
            <a:lvl2pPr marL="0" indent="0">
              <a:spcBef>
                <a:spcPts val="0"/>
              </a:spcBef>
              <a:spcAft>
                <a:spcPts val="0"/>
              </a:spcAft>
              <a:buNone/>
              <a:defRPr sz="2000" b="0">
                <a:solidFill>
                  <a:schemeClr val="tx1"/>
                </a:solidFill>
                <a:latin typeface="+mn-lt"/>
              </a:defRPr>
            </a:lvl2pPr>
            <a:lvl3pPr marL="0" indent="0">
              <a:spcBef>
                <a:spcPts val="0"/>
              </a:spcBef>
              <a:spcAft>
                <a:spcPts val="0"/>
              </a:spcAft>
              <a:buNone/>
              <a:defRPr sz="2000" b="0">
                <a:solidFill>
                  <a:schemeClr val="tx1"/>
                </a:solidFill>
                <a:latin typeface="+mn-lt"/>
              </a:defRPr>
            </a:lvl3pPr>
            <a:lvl4pPr marL="0" indent="0">
              <a:spcBef>
                <a:spcPts val="0"/>
              </a:spcBef>
              <a:spcAft>
                <a:spcPts val="0"/>
              </a:spcAft>
              <a:buNone/>
              <a:defRPr sz="2000" b="0">
                <a:solidFill>
                  <a:schemeClr val="tx1"/>
                </a:solidFill>
                <a:latin typeface="+mn-lt"/>
              </a:defRPr>
            </a:lvl4pPr>
            <a:lvl5pPr marL="0" indent="0">
              <a:spcBef>
                <a:spcPts val="0"/>
              </a:spcBef>
              <a:spcAft>
                <a:spcPts val="0"/>
              </a:spcAft>
              <a:buNone/>
              <a:defRPr sz="2000" b="0">
                <a:solidFill>
                  <a:schemeClr val="tx1"/>
                </a:solidFill>
                <a:latin typeface="+mn-lt"/>
              </a:defRPr>
            </a:lvl5pPr>
            <a:lvl6pPr marL="0" indent="0">
              <a:spcBef>
                <a:spcPts val="0"/>
              </a:spcBef>
              <a:spcAft>
                <a:spcPts val="0"/>
              </a:spcAft>
              <a:buNone/>
              <a:defRPr sz="2000" b="0">
                <a:solidFill>
                  <a:schemeClr val="tx1"/>
                </a:solidFill>
                <a:latin typeface="+mn-lt"/>
              </a:defRPr>
            </a:lvl6pPr>
            <a:lvl7pPr marL="0" indent="0">
              <a:spcBef>
                <a:spcPts val="0"/>
              </a:spcBef>
              <a:spcAft>
                <a:spcPts val="0"/>
              </a:spcAft>
              <a:buNone/>
              <a:defRPr sz="2000" b="0">
                <a:solidFill>
                  <a:schemeClr val="tx1"/>
                </a:solidFill>
                <a:latin typeface="+mn-lt"/>
              </a:defRPr>
            </a:lvl7pPr>
            <a:lvl8pPr marL="0" indent="0">
              <a:spcBef>
                <a:spcPts val="0"/>
              </a:spcBef>
              <a:spcAft>
                <a:spcPts val="0"/>
              </a:spcAft>
              <a:buNone/>
              <a:defRPr sz="2000" b="0">
                <a:solidFill>
                  <a:schemeClr val="tx1"/>
                </a:solidFill>
                <a:latin typeface="+mn-lt"/>
              </a:defRPr>
            </a:lvl8pPr>
            <a:lvl9pPr marL="0" indent="0">
              <a:spcBef>
                <a:spcPts val="0"/>
              </a:spcBef>
              <a:spcAft>
                <a:spcPts val="0"/>
              </a:spcAft>
              <a:buNone/>
              <a:defRPr sz="2000" b="0">
                <a:solidFill>
                  <a:schemeClr val="tx1"/>
                </a:solidFill>
                <a:latin typeface="+mn-lt"/>
              </a:defRPr>
            </a:lvl9pPr>
          </a:lstStyle>
          <a:p>
            <a:pPr lvl="0"/>
            <a:r>
              <a:rPr lang="de-DE" dirty="0"/>
              <a:t>Optionale Kurzbeschreibung</a:t>
            </a:r>
          </a:p>
        </p:txBody>
      </p:sp>
      <p:pic>
        <p:nvPicPr>
          <p:cNvPr id="16" name="Logo">
            <a:extLst>
              <a:ext uri="{FF2B5EF4-FFF2-40B4-BE49-F238E27FC236}">
                <a16:creationId xmlns:a16="http://schemas.microsoft.com/office/drawing/2014/main" id="{7C8043C2-3095-4704-440B-79B554FBDB2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Tree>
    <p:extLst>
      <p:ext uri="{BB962C8B-B14F-4D97-AF65-F5344CB8AC3E}">
        <p14:creationId xmlns:p14="http://schemas.microsoft.com/office/powerpoint/2010/main" val="1313537673"/>
      </p:ext>
    </p:extLst>
  </p:cSld>
  <p:clrMapOvr>
    <a:masterClrMapping/>
  </p:clrMapOvr>
  <p:extLst>
    <p:ext uri="{DCECCB84-F9BA-43D5-87BE-67443E8EF086}">
      <p15:sldGuideLst xmlns:p15="http://schemas.microsoft.com/office/powerpoint/2012/main">
        <p15:guide id="1" orient="horz" pos="1706" userDrawn="1">
          <p15:clr>
            <a:srgbClr val="FBAE40"/>
          </p15:clr>
        </p15:guide>
        <p15:guide id="2" pos="5473" userDrawn="1">
          <p15:clr>
            <a:srgbClr val="FBAE40"/>
          </p15:clr>
        </p15:guide>
        <p15:guide id="3" pos="2207" userDrawn="1">
          <p15:clr>
            <a:srgbClr val="FBAE40"/>
          </p15:clr>
        </p15:guide>
        <p15:guide id="4" orient="horz" pos="2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renner">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C95B4E-4D0C-D73A-1E99-7A95FDCB6C07}"/>
              </a:ext>
            </a:extLst>
          </p:cNvPr>
          <p:cNvSpPr>
            <a:spLocks noGrp="1"/>
          </p:cNvSpPr>
          <p:nvPr>
            <p:ph type="title"/>
          </p:nvPr>
        </p:nvSpPr>
        <p:spPr>
          <a:xfrm>
            <a:off x="3503662" y="1881000"/>
            <a:ext cx="5184675" cy="3096000"/>
          </a:xfrm>
          <a:prstGeom prst="roundRect">
            <a:avLst/>
          </a:prstGeom>
          <a:solidFill>
            <a:schemeClr val="bg1"/>
          </a:solidFill>
          <a:ln w="76200">
            <a:solidFill>
              <a:schemeClr val="tx2"/>
            </a:solidFill>
          </a:ln>
        </p:spPr>
        <p:txBody>
          <a:bodyPr anchor="ctr"/>
          <a:lstStyle>
            <a:lvl1pPr algn="ctr">
              <a:defRPr sz="4400">
                <a:solidFill>
                  <a:schemeClr val="tx2"/>
                </a:solidFill>
              </a:defRPr>
            </a:lvl1pPr>
          </a:lstStyle>
          <a:p>
            <a:r>
              <a:rPr lang="de-DE" dirty="0"/>
              <a:t>Click </a:t>
            </a:r>
            <a:r>
              <a:rPr lang="de-DE" dirty="0" err="1"/>
              <a:t>to</a:t>
            </a:r>
            <a:r>
              <a:rPr lang="de-DE" dirty="0"/>
              <a:t> </a:t>
            </a:r>
            <a:r>
              <a:rPr lang="de-DE" dirty="0" err="1"/>
              <a:t>edit</a:t>
            </a:r>
            <a:r>
              <a:rPr lang="de-DE" dirty="0"/>
              <a:t> Master title style</a:t>
            </a:r>
          </a:p>
        </p:txBody>
      </p:sp>
      <p:sp>
        <p:nvSpPr>
          <p:cNvPr id="2" name="Rechteck 1">
            <a:hlinkClick r:id="rId3"/>
            <a:extLst>
              <a:ext uri="{FF2B5EF4-FFF2-40B4-BE49-F238E27FC236}">
                <a16:creationId xmlns:a16="http://schemas.microsoft.com/office/drawing/2014/main" id="{0A87BDB0-34FB-C93D-D796-04726AAADE87}"/>
              </a:ext>
            </a:extLst>
          </p:cNvPr>
          <p:cNvSpPr/>
          <p:nvPr userDrawn="1"/>
        </p:nvSpPr>
        <p:spPr>
          <a:xfrm>
            <a:off x="296673" y="6560073"/>
            <a:ext cx="4572000" cy="200055"/>
          </a:xfrm>
          <a:prstGeom prst="rect">
            <a:avLst/>
          </a:prstGeom>
        </p:spPr>
        <p:txBody>
          <a:bodyPr>
            <a:spAutoFit/>
          </a:bodyPr>
          <a:lstStyle/>
          <a:p>
            <a:pPr defTabSz="457200"/>
            <a:r>
              <a:rPr lang="de-AT" sz="700" dirty="0">
                <a:solidFill>
                  <a:prstClr val="black">
                    <a:lumMod val="50000"/>
                    <a:lumOff val="50000"/>
                  </a:prstClr>
                </a:solidFill>
                <a:cs typeface="Calibri" panose="020F0502020204030204" pitchFamily="34" charset="0"/>
              </a:rPr>
              <a:t>(Wassily K&amp;insky, CC0, Wikimedia)</a:t>
            </a:r>
          </a:p>
        </p:txBody>
      </p:sp>
    </p:spTree>
    <p:extLst>
      <p:ext uri="{BB962C8B-B14F-4D97-AF65-F5344CB8AC3E}">
        <p14:creationId xmlns:p14="http://schemas.microsoft.com/office/powerpoint/2010/main" val="1433558114"/>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549000"/>
            <a:ext cx="8928100" cy="792000"/>
          </a:xfrm>
        </p:spPr>
        <p:txBody>
          <a:bodyPr/>
          <a:lstStyle/>
          <a:p>
            <a:r>
              <a:rPr lang="de-DE" noProof="0"/>
              <a:t>Folientitel</a:t>
            </a:r>
            <a:endParaRPr lang="de-DE" noProof="0" dirty="0"/>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4" y="1628999"/>
            <a:ext cx="10800675" cy="4535265"/>
          </a:xfrm>
          <a:prstGeom prst="rect">
            <a:avLst/>
          </a:prstGeom>
        </p:spPr>
        <p:txBody>
          <a:bodyPr anchor="ctr"/>
          <a:lstStyle/>
          <a:p>
            <a:pPr lvl="0"/>
            <a:r>
              <a:rPr lang="de-DE" noProof="0" dirty="0"/>
              <a:t>Das ist ein Fließtext. Nutzen Sie die Schaltflächen „Listenebene erhöhen“ bzw. „verringern“ (auf der Registerlasche „Start“), um die vordefinierten Textformatierungen anzusteuern.</a:t>
            </a:r>
          </a:p>
          <a:p>
            <a:pPr lvl="1"/>
            <a:r>
              <a:rPr lang="de-DE" noProof="0" dirty="0"/>
              <a:t>Zweite Ebene</a:t>
            </a:r>
          </a:p>
          <a:p>
            <a:pPr lvl="2"/>
            <a:r>
              <a:rPr lang="de-DE" noProof="0" dirty="0"/>
              <a:t>Dritte Ebene</a:t>
            </a:r>
          </a:p>
          <a:p>
            <a:pPr lvl="3"/>
            <a:r>
              <a:rPr lang="de-DE" noProof="0" dirty="0"/>
              <a:t>Vierte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232414894"/>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438" userDrawn="1">
          <p15:clr>
            <a:srgbClr val="FBAE40"/>
          </p15:clr>
        </p15:guide>
        <p15:guide id="3" pos="6062" userDrawn="1">
          <p15:clr>
            <a:srgbClr val="FBAE40"/>
          </p15:clr>
        </p15:guide>
        <p15:guide id="4" orient="horz" pos="388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a:prstGeom prst="rect">
            <a:avLst/>
          </a:prstGeom>
        </p:spPr>
        <p:txBody>
          <a:bodyPr anchor="ctr"/>
          <a:lstStyle>
            <a:lvl5pPr>
              <a:defRPr/>
            </a:lvl5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177052816"/>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155" userDrawn="1">
          <p15:clr>
            <a:srgbClr val="FBAE40"/>
          </p15:clr>
        </p15:guide>
        <p15:guide id="3" pos="438" userDrawn="1">
          <p15:clr>
            <a:srgbClr val="FBAE40"/>
          </p15:clr>
        </p15:guide>
        <p15:guide id="4" pos="4883"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de-DE"/>
              <a:t>Folientitel</a:t>
            </a:r>
            <a:endParaRPr lang="de-DE" dirty="0"/>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3888075122"/>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3976" userDrawn="1">
          <p15:clr>
            <a:srgbClr val="FBAE40"/>
          </p15:clr>
        </p15:guide>
        <p15:guide id="3" pos="438" userDrawn="1">
          <p15:clr>
            <a:srgbClr val="FBAE40"/>
          </p15:clr>
        </p15:guide>
        <p15:guide id="4" pos="3704"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5" name="Seitenzahl">
            <a:extLst>
              <a:ext uri="{FF2B5EF4-FFF2-40B4-BE49-F238E27FC236}">
                <a16:creationId xmlns:a16="http://schemas.microsoft.com/office/drawing/2014/main" id="{D7647B63-C144-DF75-9699-C0B5D11920AB}"/>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
        <p:nvSpPr>
          <p:cNvPr id="2" name="Titel">
            <a:extLst>
              <a:ext uri="{FF2B5EF4-FFF2-40B4-BE49-F238E27FC236}">
                <a16:creationId xmlns:a16="http://schemas.microsoft.com/office/drawing/2014/main" id="{D42305C9-B889-1D8B-6063-010E8F13C653}"/>
              </a:ext>
            </a:extLst>
          </p:cNvPr>
          <p:cNvSpPr>
            <a:spLocks noGrp="1"/>
          </p:cNvSpPr>
          <p:nvPr>
            <p:ph type="title" hasCustomPrompt="1"/>
          </p:nvPr>
        </p:nvSpPr>
        <p:spPr bwMode="gray"/>
        <p:txBody>
          <a:bodyPr/>
          <a:lstStyle/>
          <a:p>
            <a:r>
              <a:rPr lang="de-DE"/>
              <a:t>Folientitel</a:t>
            </a:r>
            <a:endParaRPr lang="de-DE" dirty="0"/>
          </a:p>
        </p:txBody>
      </p:sp>
      <p:sp>
        <p:nvSpPr>
          <p:cNvPr id="3" name="Datum">
            <a:extLst>
              <a:ext uri="{FF2B5EF4-FFF2-40B4-BE49-F238E27FC236}">
                <a16:creationId xmlns:a16="http://schemas.microsoft.com/office/drawing/2014/main" id="{C1BF8782-6672-A080-DFAD-B6A598EC7C75}"/>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4" name="Fußzeile">
            <a:extLst>
              <a:ext uri="{FF2B5EF4-FFF2-40B4-BE49-F238E27FC236}">
                <a16:creationId xmlns:a16="http://schemas.microsoft.com/office/drawing/2014/main" id="{C02F2B38-8079-2DD7-8093-1AAF5F97A3D0}"/>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Tree>
    <p:extLst>
      <p:ext uri="{BB962C8B-B14F-4D97-AF65-F5344CB8AC3E}">
        <p14:creationId xmlns:p14="http://schemas.microsoft.com/office/powerpoint/2010/main" val="644845398"/>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7242" userDrawn="1">
          <p15:clr>
            <a:srgbClr val="FBAE40"/>
          </p15:clr>
        </p15:guide>
        <p15:guide id="3" pos="438" userDrawn="1">
          <p15:clr>
            <a:srgbClr val="FBAE40"/>
          </p15:clr>
        </p15:guide>
        <p15:guide id="4" orient="horz" pos="388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p:ph type="ftr" sz="quarter" idx="11"/>
          </p:nvPr>
        </p:nvSpPr>
        <p:spPr bwMode="gray"/>
        <p:txBody>
          <a:bodyPr/>
          <a:lstStyle>
            <a:lvl1pPr>
              <a:defRPr/>
            </a:lvl1pPr>
          </a:lstStyle>
          <a:p>
            <a:r>
              <a:rPr lang="de-DE" dirty="0"/>
              <a:t>KMH</a:t>
            </a:r>
          </a:p>
        </p:txBody>
      </p:sp>
      <p:sp>
        <p:nvSpPr>
          <p:cNvPr id="4" name="Seitenzahl">
            <a:extLst>
              <a:ext uri="{FF2B5EF4-FFF2-40B4-BE49-F238E27FC236}">
                <a16:creationId xmlns:a16="http://schemas.microsoft.com/office/drawing/2014/main" id="{DDD4A764-0924-9D33-56B6-137296B573A9}"/>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a:t>
            </a:fld>
            <a:endParaRPr lang="de-DE" dirty="0"/>
          </a:p>
        </p:txBody>
      </p:sp>
    </p:spTree>
    <p:extLst>
      <p:ext uri="{BB962C8B-B14F-4D97-AF65-F5344CB8AC3E}">
        <p14:creationId xmlns:p14="http://schemas.microsoft.com/office/powerpoint/2010/main" val="3626698971"/>
      </p:ext>
    </p:extLst>
  </p:cSld>
  <p:clrMapOvr>
    <a:masterClrMapping/>
  </p:clrMapOvr>
  <p:extLst>
    <p:ext uri="{DCECCB84-F9BA-43D5-87BE-67443E8EF086}">
      <p15:sldGuideLst xmlns:p15="http://schemas.microsoft.com/office/powerpoint/2012/main">
        <p15:guide id="1" orient="horz" pos="437" userDrawn="1">
          <p15:clr>
            <a:srgbClr val="FBAE40"/>
          </p15:clr>
        </p15:guide>
        <p15:guide id="2" pos="438" userDrawn="1">
          <p15:clr>
            <a:srgbClr val="FBAE40"/>
          </p15:clr>
        </p15:guide>
        <p15:guide id="3" pos="7242" userDrawn="1">
          <p15:clr>
            <a:srgbClr val="FBAE40"/>
          </p15:clr>
        </p15:guide>
        <p15:guide id="4" orient="horz" pos="388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ctr" anchorCtr="0"/>
          <a:lstStyle>
            <a:lvl1pPr>
              <a:lnSpc>
                <a:spcPct val="100000"/>
              </a:lnSpc>
              <a:defRPr sz="3600"/>
            </a:lvl1pPr>
          </a:lstStyle>
          <a:p>
            <a:r>
              <a:rPr lang="de-DE"/>
              <a:t>Folientitel</a:t>
            </a:r>
            <a:endParaRPr lang="de-DE" dirty="0"/>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lvl1pPr>
              <a:defRPr/>
            </a:lvl1pPr>
          </a:lstStyle>
          <a:p>
            <a:r>
              <a:rPr lang="de-DE" dirty="0"/>
              <a:t>KMH</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605531153"/>
      </p:ext>
    </p:extLst>
  </p:cSld>
  <p:clrMapOvr>
    <a:masterClrMapping/>
  </p:clrMapOvr>
  <p:extLst>
    <p:ext uri="{DCECCB84-F9BA-43D5-87BE-67443E8EF086}">
      <p15:sldGuideLst xmlns:p15="http://schemas.microsoft.com/office/powerpoint/2012/main">
        <p15:guide id="1" orient="horz" pos="437" userDrawn="1">
          <p15:clr>
            <a:srgbClr val="FBAE40"/>
          </p15:clr>
        </p15:guide>
        <p15:guide id="3" pos="438" userDrawn="1">
          <p15:clr>
            <a:srgbClr val="FBAE40"/>
          </p15:clr>
        </p15:guide>
        <p15:guide id="4" pos="4566" userDrawn="1">
          <p15:clr>
            <a:srgbClr val="FBAE40"/>
          </p15:clr>
        </p15:guide>
        <p15:guide id="5" orient="horz" pos="388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in Inhalt | drei Bilder">
    <p:spTree>
      <p:nvGrpSpPr>
        <p:cNvPr id="1" name=""/>
        <p:cNvGrpSpPr/>
        <p:nvPr/>
      </p:nvGrpSpPr>
      <p:grpSpPr>
        <a:xfrm>
          <a:off x="0" y="0"/>
          <a:ext cx="0" cy="0"/>
          <a:chOff x="0" y="0"/>
          <a:chExt cx="0" cy="0"/>
        </a:xfrm>
      </p:grpSpPr>
      <p:sp>
        <p:nvSpPr>
          <p:cNvPr id="36" name="Seitenzahl">
            <a:extLst>
              <a:ext uri="{FF2B5EF4-FFF2-40B4-BE49-F238E27FC236}">
                <a16:creationId xmlns:a16="http://schemas.microsoft.com/office/drawing/2014/main" id="{7CF479F3-EFF6-EAE7-4DE8-3E81275A2131}"/>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5" y="693000"/>
            <a:ext cx="3744913" cy="792000"/>
          </a:xfrm>
        </p:spPr>
        <p:txBody>
          <a:bodyPr/>
          <a:lstStyle/>
          <a:p>
            <a:r>
              <a:rPr lang="de-DE"/>
              <a:t>Folientitel</a:t>
            </a:r>
            <a:endParaRPr lang="de-DE" dirty="0"/>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3744913"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endParaRPr lang="de-DE" dirty="0"/>
          </a:p>
        </p:txBody>
      </p:sp>
      <p:sp>
        <p:nvSpPr>
          <p:cNvPr id="21" name="Bildplatzhalter 1">
            <a:extLst>
              <a:ext uri="{FF2B5EF4-FFF2-40B4-BE49-F238E27FC236}">
                <a16:creationId xmlns:a16="http://schemas.microsoft.com/office/drawing/2014/main" id="{AF836F0C-AB23-0834-52F8-488CDB969108}"/>
              </a:ext>
            </a:extLst>
          </p:cNvPr>
          <p:cNvSpPr>
            <a:spLocks noGrp="1"/>
          </p:cNvSpPr>
          <p:nvPr>
            <p:ph type="pic" idx="13" hasCustomPrompt="1"/>
          </p:nvPr>
        </p:nvSpPr>
        <p:spPr bwMode="gray">
          <a:xfrm>
            <a:off x="5376001" y="0"/>
            <a:ext cx="3383999"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9" name="Bildplatzhalter 2">
            <a:extLst>
              <a:ext uri="{FF2B5EF4-FFF2-40B4-BE49-F238E27FC236}">
                <a16:creationId xmlns:a16="http://schemas.microsoft.com/office/drawing/2014/main" id="{0F65B358-CE70-23FB-E16C-13EADA50F311}"/>
              </a:ext>
            </a:extLst>
          </p:cNvPr>
          <p:cNvSpPr>
            <a:spLocks noGrp="1"/>
          </p:cNvSpPr>
          <p:nvPr>
            <p:ph type="pic" idx="17" hasCustomPrompt="1"/>
          </p:nvPr>
        </p:nvSpPr>
        <p:spPr bwMode="gray">
          <a:xfrm>
            <a:off x="8832000" y="0"/>
            <a:ext cx="3360000" cy="3357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0" name="Bildplatzhalter 3">
            <a:extLst>
              <a:ext uri="{FF2B5EF4-FFF2-40B4-BE49-F238E27FC236}">
                <a16:creationId xmlns:a16="http://schemas.microsoft.com/office/drawing/2014/main" id="{09C26D89-9D23-A9D8-BB76-CC49822F1DFD}"/>
              </a:ext>
            </a:extLst>
          </p:cNvPr>
          <p:cNvSpPr>
            <a:spLocks noGrp="1"/>
          </p:cNvSpPr>
          <p:nvPr>
            <p:ph type="pic" idx="18" hasCustomPrompt="1"/>
          </p:nvPr>
        </p:nvSpPr>
        <p:spPr bwMode="gray">
          <a:xfrm>
            <a:off x="8832000" y="3429000"/>
            <a:ext cx="3360000" cy="3429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4" name="Datum">
            <a:extLst>
              <a:ext uri="{FF2B5EF4-FFF2-40B4-BE49-F238E27FC236}">
                <a16:creationId xmlns:a16="http://schemas.microsoft.com/office/drawing/2014/main" id="{EA4C7831-6E8D-936E-ACD1-6EB2EDDB54B1}"/>
              </a:ext>
              <a:ext uri="{C183D7F6-B498-43B3-948B-1728B52AA6E4}">
                <adec:decorative xmlns:adec="http://schemas.microsoft.com/office/drawing/2017/decorative" val="1"/>
              </a:ext>
            </a:extLst>
          </p:cNvPr>
          <p:cNvSpPr>
            <a:spLocks noGrp="1"/>
          </p:cNvSpPr>
          <p:nvPr>
            <p:ph type="dt" sz="half" idx="20"/>
          </p:nvPr>
        </p:nvSpPr>
        <p:spPr bwMode="gray"/>
        <p:txBody>
          <a:bodyPr/>
          <a:lstStyle/>
          <a:p>
            <a:endParaRPr lang="de-DE" dirty="0"/>
          </a:p>
        </p:txBody>
      </p:sp>
      <p:sp>
        <p:nvSpPr>
          <p:cNvPr id="35" name="Fußzeile">
            <a:extLst>
              <a:ext uri="{FF2B5EF4-FFF2-40B4-BE49-F238E27FC236}">
                <a16:creationId xmlns:a16="http://schemas.microsoft.com/office/drawing/2014/main" id="{E776CB81-10D0-E4F7-207B-6142F18CCDC1}"/>
              </a:ext>
              <a:ext uri="{C183D7F6-B498-43B3-948B-1728B52AA6E4}">
                <adec:decorative xmlns:adec="http://schemas.microsoft.com/office/drawing/2017/decorative" val="1"/>
              </a:ext>
            </a:extLst>
          </p:cNvPr>
          <p:cNvSpPr>
            <a:spLocks noGrp="1"/>
          </p:cNvSpPr>
          <p:nvPr>
            <p:ph type="ftr" sz="quarter" idx="21"/>
          </p:nvPr>
        </p:nvSpPr>
        <p:spPr bwMode="gray">
          <a:xfrm>
            <a:off x="1560000" y="6439500"/>
            <a:ext cx="2880000" cy="144000"/>
          </a:xfrm>
        </p:spPr>
        <p:txBody>
          <a:bodyPr/>
          <a:lstStyle>
            <a:lvl1pPr>
              <a:defRPr/>
            </a:lvl1pPr>
          </a:lstStyle>
          <a:p>
            <a:r>
              <a:rPr lang="de-DE" dirty="0"/>
              <a:t>KMH</a:t>
            </a:r>
          </a:p>
        </p:txBody>
      </p:sp>
      <p:sp>
        <p:nvSpPr>
          <p:cNvPr id="31" name="Logo">
            <a:extLst>
              <a:ext uri="{FF2B5EF4-FFF2-40B4-BE49-F238E27FC236}">
                <a16:creationId xmlns:a16="http://schemas.microsoft.com/office/drawing/2014/main" id="{220E6700-012A-BBA8-B56B-B2DC0E4CF31B}"/>
              </a:ext>
              <a:ext uri="{C183D7F6-B498-43B3-948B-1728B52AA6E4}">
                <adec:decorative xmlns:adec="http://schemas.microsoft.com/office/drawing/2017/decorative" val="1"/>
              </a:ext>
            </a:extLst>
          </p:cNvPr>
          <p:cNvSpPr>
            <a:spLocks noGrp="1" noChangeAspect="1"/>
          </p:cNvSpPr>
          <p:nvPr>
            <p:ph type="body" sz="quarter" idx="19"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328228728"/>
      </p:ext>
    </p:extLst>
  </p:cSld>
  <p:clrMapOvr>
    <a:masterClrMapping/>
  </p:clrMapOvr>
  <p:extLst>
    <p:ext uri="{DCECCB84-F9BA-43D5-87BE-67443E8EF086}">
      <p15:sldGuideLst xmlns:p15="http://schemas.microsoft.com/office/powerpoint/2012/main">
        <p15:guide id="1" orient="horz" pos="1162" userDrawn="1">
          <p15:clr>
            <a:srgbClr val="FBAE40"/>
          </p15:clr>
        </p15:guide>
        <p15:guide id="3" pos="438" userDrawn="1">
          <p15:clr>
            <a:srgbClr val="FBAE40"/>
          </p15:clr>
        </p15:guide>
        <p15:guide id="4" pos="2797" userDrawn="1">
          <p15:clr>
            <a:srgbClr val="FBAE40"/>
          </p15:clr>
        </p15:guide>
        <p15:guide id="5" orient="horz" pos="388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ollflächiges Bild">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0"/>
            <a:ext cx="12192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78166529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in Bild mit Text">
    <p:spTree>
      <p:nvGrpSpPr>
        <p:cNvPr id="1" name=""/>
        <p:cNvGrpSpPr/>
        <p:nvPr/>
      </p:nvGrpSpPr>
      <p:grpSpPr>
        <a:xfrm>
          <a:off x="0" y="0"/>
          <a:ext cx="0" cy="0"/>
          <a:chOff x="0" y="0"/>
          <a:chExt cx="0" cy="0"/>
        </a:xfrm>
      </p:grpSpPr>
      <p:sp>
        <p:nvSpPr>
          <p:cNvPr id="14" name="Datum">
            <a:extLst>
              <a:ext uri="{FF2B5EF4-FFF2-40B4-BE49-F238E27FC236}">
                <a16:creationId xmlns:a16="http://schemas.microsoft.com/office/drawing/2014/main" id="{E2266BD2-5D48-750F-9E5B-9908CB1B3BE9}"/>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15" name="Fußzeile">
            <a:extLst>
              <a:ext uri="{FF2B5EF4-FFF2-40B4-BE49-F238E27FC236}">
                <a16:creationId xmlns:a16="http://schemas.microsoft.com/office/drawing/2014/main" id="{BB812F79-C277-1EDF-A8FA-F87C0BFE0644}"/>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a:t>
            </a:r>
          </a:p>
        </p:txBody>
      </p:sp>
      <p:sp>
        <p:nvSpPr>
          <p:cNvPr id="16" name="Seitenzahl">
            <a:extLst>
              <a:ext uri="{FF2B5EF4-FFF2-40B4-BE49-F238E27FC236}">
                <a16:creationId xmlns:a16="http://schemas.microsoft.com/office/drawing/2014/main" id="{EE17E10C-A7AF-74BB-0D2B-65E7D6C8B3B2}"/>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gray"/>
        <p:txBody>
          <a:bodyPr/>
          <a:lstStyle/>
          <a:p>
            <a:r>
              <a:rPr lang="de-DE" dirty="0"/>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2215380905"/>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7" name="Datum">
            <a:extLst>
              <a:ext uri="{FF2B5EF4-FFF2-40B4-BE49-F238E27FC236}">
                <a16:creationId xmlns:a16="http://schemas.microsoft.com/office/drawing/2014/main" id="{ABDF3D13-9526-C050-0073-BBA0EB9356AD}"/>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endParaRPr lang="de-DE" dirty="0"/>
          </a:p>
        </p:txBody>
      </p:sp>
      <p:sp>
        <p:nvSpPr>
          <p:cNvPr id="18" name="Fußzeile">
            <a:extLst>
              <a:ext uri="{FF2B5EF4-FFF2-40B4-BE49-F238E27FC236}">
                <a16:creationId xmlns:a16="http://schemas.microsoft.com/office/drawing/2014/main" id="{F8059C70-1BE9-82F2-89E5-917632A008BC}"/>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de-DE" dirty="0"/>
              <a:t>KMH</a:t>
            </a:r>
          </a:p>
        </p:txBody>
      </p:sp>
      <p:sp>
        <p:nvSpPr>
          <p:cNvPr id="19" name="Seitenzahl">
            <a:extLst>
              <a:ext uri="{FF2B5EF4-FFF2-40B4-BE49-F238E27FC236}">
                <a16:creationId xmlns:a16="http://schemas.microsoft.com/office/drawing/2014/main" id="{87E688EA-AC44-9F1B-7BAE-E47B491E7420}"/>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968468996"/>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3449F117-7C5B-E999-46EB-D6D7E7ACAA88}"/>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2C8A6FB8-E0FF-4ED6-3D34-62BAEB628970}"/>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de-DE" dirty="0"/>
              <a:t>KMH</a:t>
            </a:r>
          </a:p>
        </p:txBody>
      </p:sp>
      <p:sp>
        <p:nvSpPr>
          <p:cNvPr id="8" name="Seitenzahl">
            <a:extLst>
              <a:ext uri="{FF2B5EF4-FFF2-40B4-BE49-F238E27FC236}">
                <a16:creationId xmlns:a16="http://schemas.microsoft.com/office/drawing/2014/main" id="{26037196-1AAA-6A1F-3F59-5790731AE36E}"/>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9820009"/>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er Bilder">
    <p:spTree>
      <p:nvGrpSpPr>
        <p:cNvPr id="1" name=""/>
        <p:cNvGrpSpPr/>
        <p:nvPr/>
      </p:nvGrpSpPr>
      <p:grpSpPr>
        <a:xfrm>
          <a:off x="0" y="0"/>
          <a:ext cx="0" cy="0"/>
          <a:chOff x="0" y="0"/>
          <a:chExt cx="0" cy="0"/>
        </a:xfrm>
      </p:grpSpPr>
      <p:sp>
        <p:nvSpPr>
          <p:cNvPr id="9" name="Datum">
            <a:extLst>
              <a:ext uri="{FF2B5EF4-FFF2-40B4-BE49-F238E27FC236}">
                <a16:creationId xmlns:a16="http://schemas.microsoft.com/office/drawing/2014/main" id="{5D0A630D-7251-2C21-FEFA-25484339C80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endParaRPr lang="de-DE" dirty="0"/>
          </a:p>
        </p:txBody>
      </p:sp>
      <p:sp>
        <p:nvSpPr>
          <p:cNvPr id="10" name="Fußzeile">
            <a:extLst>
              <a:ext uri="{FF2B5EF4-FFF2-40B4-BE49-F238E27FC236}">
                <a16:creationId xmlns:a16="http://schemas.microsoft.com/office/drawing/2014/main" id="{5662F66F-DB6E-979D-98B6-DF66F204F7C5}"/>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de-DE" dirty="0"/>
              <a:t>KMH</a:t>
            </a:r>
          </a:p>
        </p:txBody>
      </p:sp>
      <p:sp>
        <p:nvSpPr>
          <p:cNvPr id="12" name="Seitenzahl">
            <a:extLst>
              <a:ext uri="{FF2B5EF4-FFF2-40B4-BE49-F238E27FC236}">
                <a16:creationId xmlns:a16="http://schemas.microsoft.com/office/drawing/2014/main" id="{B0BCC005-5F95-1D4D-C7D9-C6A7D0B75FAE}"/>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6376688"/>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n Bild mit Text | Blaugrau">
    <p:bg>
      <p:bgPr>
        <a:solidFill>
          <a:schemeClr val="bg2"/>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CEAEF033-4CFF-0CAC-EDCE-4AF76DE3483D}"/>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9" name="Fußzeile">
            <a:extLst>
              <a:ext uri="{FF2B5EF4-FFF2-40B4-BE49-F238E27FC236}">
                <a16:creationId xmlns:a16="http://schemas.microsoft.com/office/drawing/2014/main" id="{6FD3C00F-10BD-2FF0-BB84-A4D9FEE4747B}"/>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a:t>
            </a:r>
          </a:p>
        </p:txBody>
      </p:sp>
      <p:sp>
        <p:nvSpPr>
          <p:cNvPr id="10" name="Seitenzahl">
            <a:extLst>
              <a:ext uri="{FF2B5EF4-FFF2-40B4-BE49-F238E27FC236}">
                <a16:creationId xmlns:a16="http://schemas.microsoft.com/office/drawing/2014/main" id="{2735F53F-6FCA-074F-50BC-A8593EA75957}"/>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de-DE" dirty="0"/>
              <a:t>Das ist ein Fließtext. Nutzen Sie die Schaltflächen „Listenebene erhöhen“ bzw. „verringern“ (auf der Registerlasche „Start“), um die vordefinierten Textformatierungen anzusteuern.</a:t>
            </a:r>
          </a:p>
          <a:p>
            <a:pPr lvl="1"/>
            <a:r>
              <a:rPr lang="de-DE" dirty="0"/>
              <a:t>Zweite Ebene</a:t>
            </a:r>
          </a:p>
          <a:p>
            <a:pPr lvl="2"/>
            <a:r>
              <a:rPr lang="de-DE" dirty="0"/>
              <a:t>Dritte Ebene</a:t>
            </a:r>
          </a:p>
          <a:p>
            <a:pPr lvl="3"/>
            <a:r>
              <a:rPr lang="de-DE" dirty="0"/>
              <a:t>Vierte Ebene</a:t>
            </a:r>
          </a:p>
        </p:txBody>
      </p:sp>
    </p:spTree>
    <p:extLst>
      <p:ext uri="{BB962C8B-B14F-4D97-AF65-F5344CB8AC3E}">
        <p14:creationId xmlns:p14="http://schemas.microsoft.com/office/powerpoint/2010/main" val="1880015319"/>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Bilder | Blaugrau">
    <p:bg>
      <p:bgPr>
        <a:solidFill>
          <a:schemeClr val="bg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421C8727-9DB4-D509-7970-DA87F653771E}"/>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endParaRPr lang="de-DE" dirty="0"/>
          </a:p>
        </p:txBody>
      </p:sp>
      <p:sp>
        <p:nvSpPr>
          <p:cNvPr id="9" name="Fußzeile">
            <a:extLst>
              <a:ext uri="{FF2B5EF4-FFF2-40B4-BE49-F238E27FC236}">
                <a16:creationId xmlns:a16="http://schemas.microsoft.com/office/drawing/2014/main" id="{36128DE3-C039-C247-20CB-565C35B1C502}"/>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de-DE" dirty="0"/>
              <a:t>KMH</a:t>
            </a:r>
          </a:p>
        </p:txBody>
      </p:sp>
      <p:sp>
        <p:nvSpPr>
          <p:cNvPr id="10" name="Seitenzahl">
            <a:extLst>
              <a:ext uri="{FF2B5EF4-FFF2-40B4-BE49-F238E27FC236}">
                <a16:creationId xmlns:a16="http://schemas.microsoft.com/office/drawing/2014/main" id="{E4AE5A04-4E3E-39C8-41BE-BE4DFA83436C}"/>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459233984"/>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rei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911F7BEC-B5A2-06A5-1D49-BB0D820FF77E}"/>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83947F2E-F548-B202-A3F8-63685EA6C813}"/>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de-DE" dirty="0"/>
              <a:t>KMH</a:t>
            </a:r>
          </a:p>
        </p:txBody>
      </p:sp>
      <p:sp>
        <p:nvSpPr>
          <p:cNvPr id="8" name="Seitenzahl">
            <a:extLst>
              <a:ext uri="{FF2B5EF4-FFF2-40B4-BE49-F238E27FC236}">
                <a16:creationId xmlns:a16="http://schemas.microsoft.com/office/drawing/2014/main" id="{9339CF06-7C56-EF72-73AD-18759FF7B8DD}"/>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548565317"/>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er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17EE8F1F-854F-6353-1511-DDFAEE3C059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BF5029A9-20DF-0901-58FF-3E1AADA843F9}"/>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de-DE" dirty="0"/>
              <a:t>KMH</a:t>
            </a:r>
          </a:p>
        </p:txBody>
      </p:sp>
      <p:sp>
        <p:nvSpPr>
          <p:cNvPr id="9" name="Seitenzahl">
            <a:extLst>
              <a:ext uri="{FF2B5EF4-FFF2-40B4-BE49-F238E27FC236}">
                <a16:creationId xmlns:a16="http://schemas.microsoft.com/office/drawing/2014/main" id="{FE28D956-DAE2-845F-F36A-1FF7A89D5BFA}"/>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de-DE" dirty="0"/>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90935453"/>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Zitat">
    <p:bg>
      <p:bgPr>
        <a:solidFill>
          <a:schemeClr val="bg2"/>
        </a:solidFill>
        <a:effectLst/>
      </p:bgPr>
    </p:bg>
    <p:spTree>
      <p:nvGrpSpPr>
        <p:cNvPr id="1" name=""/>
        <p:cNvGrpSpPr/>
        <p:nvPr/>
      </p:nvGrpSpPr>
      <p:grpSpPr>
        <a:xfrm>
          <a:off x="0" y="0"/>
          <a:ext cx="0" cy="0"/>
          <a:chOff x="0" y="0"/>
          <a:chExt cx="0" cy="0"/>
        </a:xfrm>
      </p:grpSpPr>
      <p:sp>
        <p:nvSpPr>
          <p:cNvPr id="5" name="Anführungszeichen">
            <a:extLst>
              <a:ext uri="{FF2B5EF4-FFF2-40B4-BE49-F238E27FC236}">
                <a16:creationId xmlns:a16="http://schemas.microsoft.com/office/drawing/2014/main" id="{672F3328-C8F1-5D82-3D6D-1471636D11D1}"/>
              </a:ext>
              <a:ext uri="{C183D7F6-B498-43B3-948B-1728B52AA6E4}">
                <adec:decorative xmlns:adec="http://schemas.microsoft.com/office/drawing/2017/decorative" val="1"/>
              </a:ext>
            </a:extLst>
          </p:cNvPr>
          <p:cNvSpPr/>
          <p:nvPr userDrawn="1"/>
        </p:nvSpPr>
        <p:spPr bwMode="gray">
          <a:xfrm>
            <a:off x="1399416" y="1952056"/>
            <a:ext cx="467100" cy="432000"/>
          </a:xfrm>
          <a:custGeom>
            <a:avLst/>
            <a:gdLst>
              <a:gd name="connsiteX0" fmla="*/ 293400 w 467100"/>
              <a:gd name="connsiteY0" fmla="*/ 0 h 432000"/>
              <a:gd name="connsiteX1" fmla="*/ 467100 w 467100"/>
              <a:gd name="connsiteY1" fmla="*/ 0 h 432000"/>
              <a:gd name="connsiteX2" fmla="*/ 467100 w 467100"/>
              <a:gd name="connsiteY2" fmla="*/ 148500 h 432000"/>
              <a:gd name="connsiteX3" fmla="*/ 439200 w 467100"/>
              <a:gd name="connsiteY3" fmla="*/ 322200 h 432000"/>
              <a:gd name="connsiteX4" fmla="*/ 318600 w 467100"/>
              <a:gd name="connsiteY4" fmla="*/ 432000 h 432000"/>
              <a:gd name="connsiteX5" fmla="*/ 279000 w 467100"/>
              <a:gd name="connsiteY5" fmla="*/ 368100 h 432000"/>
              <a:gd name="connsiteX6" fmla="*/ 351450 w 467100"/>
              <a:gd name="connsiteY6" fmla="*/ 305550 h 432000"/>
              <a:gd name="connsiteX7" fmla="*/ 378000 w 467100"/>
              <a:gd name="connsiteY7" fmla="*/ 188100 h 432000"/>
              <a:gd name="connsiteX8" fmla="*/ 293400 w 467100"/>
              <a:gd name="connsiteY8" fmla="*/ 188100 h 432000"/>
              <a:gd name="connsiteX9" fmla="*/ 14400 w 467100"/>
              <a:gd name="connsiteY9" fmla="*/ 0 h 432000"/>
              <a:gd name="connsiteX10" fmla="*/ 188100 w 467100"/>
              <a:gd name="connsiteY10" fmla="*/ 0 h 432000"/>
              <a:gd name="connsiteX11" fmla="*/ 188100 w 467100"/>
              <a:gd name="connsiteY11" fmla="*/ 148500 h 432000"/>
              <a:gd name="connsiteX12" fmla="*/ 160200 w 467100"/>
              <a:gd name="connsiteY12" fmla="*/ 322200 h 432000"/>
              <a:gd name="connsiteX13" fmla="*/ 39600 w 467100"/>
              <a:gd name="connsiteY13" fmla="*/ 432000 h 432000"/>
              <a:gd name="connsiteX14" fmla="*/ 0 w 467100"/>
              <a:gd name="connsiteY14" fmla="*/ 368100 h 432000"/>
              <a:gd name="connsiteX15" fmla="*/ 72450 w 467100"/>
              <a:gd name="connsiteY15" fmla="*/ 305550 h 432000"/>
              <a:gd name="connsiteX16" fmla="*/ 99000 w 467100"/>
              <a:gd name="connsiteY16" fmla="*/ 188100 h 432000"/>
              <a:gd name="connsiteX17" fmla="*/ 14400 w 467100"/>
              <a:gd name="connsiteY17" fmla="*/ 188100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7100" h="432000">
                <a:moveTo>
                  <a:pt x="293400" y="0"/>
                </a:moveTo>
                <a:lnTo>
                  <a:pt x="467100" y="0"/>
                </a:lnTo>
                <a:lnTo>
                  <a:pt x="467100" y="148500"/>
                </a:lnTo>
                <a:cubicBezTo>
                  <a:pt x="467100" y="228900"/>
                  <a:pt x="457800" y="286800"/>
                  <a:pt x="439200" y="322200"/>
                </a:cubicBezTo>
                <a:cubicBezTo>
                  <a:pt x="413399" y="370800"/>
                  <a:pt x="373199" y="407400"/>
                  <a:pt x="318600" y="432000"/>
                </a:cubicBezTo>
                <a:lnTo>
                  <a:pt x="279000" y="368100"/>
                </a:lnTo>
                <a:cubicBezTo>
                  <a:pt x="311400" y="354900"/>
                  <a:pt x="335550" y="334050"/>
                  <a:pt x="351450" y="305550"/>
                </a:cubicBezTo>
                <a:cubicBezTo>
                  <a:pt x="367350" y="277051"/>
                  <a:pt x="376200" y="237901"/>
                  <a:pt x="378000" y="188100"/>
                </a:cubicBezTo>
                <a:lnTo>
                  <a:pt x="293400" y="188100"/>
                </a:lnTo>
                <a:close/>
                <a:moveTo>
                  <a:pt x="14400" y="0"/>
                </a:moveTo>
                <a:lnTo>
                  <a:pt x="188100" y="0"/>
                </a:lnTo>
                <a:lnTo>
                  <a:pt x="188100" y="148500"/>
                </a:lnTo>
                <a:cubicBezTo>
                  <a:pt x="188100" y="228900"/>
                  <a:pt x="178800" y="286800"/>
                  <a:pt x="160200" y="322200"/>
                </a:cubicBezTo>
                <a:cubicBezTo>
                  <a:pt x="134400" y="370800"/>
                  <a:pt x="94200" y="407400"/>
                  <a:pt x="39600" y="432000"/>
                </a:cubicBezTo>
                <a:lnTo>
                  <a:pt x="0" y="368100"/>
                </a:lnTo>
                <a:cubicBezTo>
                  <a:pt x="32400" y="354900"/>
                  <a:pt x="56550" y="334050"/>
                  <a:pt x="72450" y="305550"/>
                </a:cubicBezTo>
                <a:cubicBezTo>
                  <a:pt x="88350" y="277051"/>
                  <a:pt x="97200" y="237901"/>
                  <a:pt x="99000" y="188100"/>
                </a:cubicBezTo>
                <a:lnTo>
                  <a:pt x="14400" y="188100"/>
                </a:lnTo>
                <a:close/>
              </a:path>
            </a:pathLst>
          </a:custGeom>
          <a:solidFill>
            <a:srgbClr val="9CA8B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de-DE" sz="19900" dirty="0">
              <a:solidFill>
                <a:srgbClr val="9CA8B2"/>
              </a:solidFill>
            </a:endParaRPr>
          </a:p>
        </p:txBody>
      </p:sp>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userDrawn="1">
            <p:ph type="dt" sz="half" idx="10"/>
          </p:nvPr>
        </p:nvSpPr>
        <p:spPr bwMode="black"/>
        <p:txBody>
          <a:bodyPr/>
          <a:lstStyle>
            <a:lvl1pPr>
              <a:defRPr>
                <a:solidFill>
                  <a:schemeClr val="bg1"/>
                </a:solidFill>
              </a:defRPr>
            </a:lvl1pPr>
          </a:lstStyle>
          <a:p>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userDrawn="1">
            <p:ph type="ftr" sz="quarter" idx="11"/>
          </p:nvPr>
        </p:nvSpPr>
        <p:spPr bwMode="black"/>
        <p:txBody>
          <a:bodyPr/>
          <a:lstStyle>
            <a:lvl1pPr>
              <a:defRPr>
                <a:solidFill>
                  <a:schemeClr val="bg1"/>
                </a:solidFill>
              </a:defRPr>
            </a:lvl1pPr>
          </a:lstStyle>
          <a:p>
            <a:r>
              <a:rPr lang="de-DE" dirty="0"/>
              <a:t>KMH</a:t>
            </a:r>
          </a:p>
        </p:txBody>
      </p:sp>
      <p:sp>
        <p:nvSpPr>
          <p:cNvPr id="4" name="Seitenzahl">
            <a:extLst>
              <a:ext uri="{FF2B5EF4-FFF2-40B4-BE49-F238E27FC236}">
                <a16:creationId xmlns:a16="http://schemas.microsoft.com/office/drawing/2014/main" id="{DDD4A764-0924-9D33-56B6-137296B573A9}"/>
              </a:ext>
            </a:extLst>
          </p:cNvPr>
          <p:cNvSpPr>
            <a:spLocks noGrp="1"/>
          </p:cNvSpPr>
          <p:nvPr userDrawn="1">
            <p:ph type="sldNum" sz="quarter" idx="12"/>
          </p:nvPr>
        </p:nvSpPr>
        <p:spPr bwMode="black">
          <a:xfrm>
            <a:off x="10992000" y="6439500"/>
            <a:ext cx="504000" cy="144000"/>
          </a:xfrm>
          <a:prstGeom prst="rect">
            <a:avLst/>
          </a:prstGeom>
        </p:spPr>
        <p:txBody>
          <a:bodyPr/>
          <a:lstStyle>
            <a:lvl1pPr>
              <a:defRPr>
                <a:solidFill>
                  <a:schemeClr val="bg1"/>
                </a:solidFill>
              </a:defRPr>
            </a:lvl1pPr>
          </a:lstStyle>
          <a:p>
            <a:fld id="{D836C0FE-70CA-4950-82D6-CF602CC2B770}" type="slidenum">
              <a:rPr lang="de-DE" smtClean="0"/>
              <a:pPr/>
              <a:t>‹#›</a:t>
            </a:fld>
            <a:endParaRPr lang="de-DE" dirty="0"/>
          </a:p>
        </p:txBody>
      </p:sp>
      <p:sp>
        <p:nvSpPr>
          <p:cNvPr id="7" name="Textplatzhalter">
            <a:extLst>
              <a:ext uri="{FF2B5EF4-FFF2-40B4-BE49-F238E27FC236}">
                <a16:creationId xmlns:a16="http://schemas.microsoft.com/office/drawing/2014/main" id="{C8294393-E674-A8BF-1016-84D7B45BC61E}"/>
              </a:ext>
            </a:extLst>
          </p:cNvPr>
          <p:cNvSpPr>
            <a:spLocks noGrp="1"/>
          </p:cNvSpPr>
          <p:nvPr userDrawn="1">
            <p:ph type="body" sz="quarter" idx="13" hasCustomPrompt="1"/>
          </p:nvPr>
        </p:nvSpPr>
        <p:spPr bwMode="black">
          <a:xfrm>
            <a:off x="1631949" y="2132999"/>
            <a:ext cx="7056439" cy="4031263"/>
          </a:xfrm>
          <a:prstGeom prst="rect">
            <a:avLst/>
          </a:prstGeom>
        </p:spPr>
        <p:txBody>
          <a:bodyPr/>
          <a:lstStyle>
            <a:lvl1pPr>
              <a:lnSpc>
                <a:spcPct val="90000"/>
              </a:lnSpc>
              <a:spcBef>
                <a:spcPts val="0"/>
              </a:spcBef>
              <a:spcAft>
                <a:spcPts val="0"/>
              </a:spcAft>
              <a:defRPr sz="40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1800"/>
              </a:spcBef>
              <a:spcAft>
                <a:spcPts val="0"/>
              </a:spcAft>
              <a:buFontTx/>
              <a:buNone/>
              <a:defRPr sz="1600" b="0">
                <a:solidFill>
                  <a:schemeClr val="tx1"/>
                </a:solidFill>
                <a:latin typeface="+mn-lt"/>
              </a:defRPr>
            </a:lvl3pPr>
            <a:lvl4pPr marL="0" indent="0">
              <a:spcBef>
                <a:spcPts val="1800"/>
              </a:spcBef>
              <a:spcAft>
                <a:spcPts val="0"/>
              </a:spcAft>
              <a:buFontTx/>
              <a:buNone/>
              <a:defRPr sz="1600" b="0">
                <a:solidFill>
                  <a:schemeClr val="tx1"/>
                </a:solidFill>
                <a:latin typeface="+mn-lt"/>
              </a:defRPr>
            </a:lvl4pPr>
            <a:lvl5pPr marL="0" indent="0">
              <a:spcBef>
                <a:spcPts val="1800"/>
              </a:spcBef>
              <a:spcAft>
                <a:spcPts val="0"/>
              </a:spcAft>
              <a:buFontTx/>
              <a:buNone/>
              <a:defRPr sz="1600" b="0">
                <a:solidFill>
                  <a:schemeClr val="tx1"/>
                </a:solidFill>
                <a:latin typeface="+mn-lt"/>
              </a:defRPr>
            </a:lvl5pPr>
            <a:lvl6pPr marL="0" indent="0">
              <a:spcBef>
                <a:spcPts val="1800"/>
              </a:spcBef>
              <a:spcAft>
                <a:spcPts val="0"/>
              </a:spcAft>
              <a:buFontTx/>
              <a:buNone/>
              <a:defRPr sz="1600" b="0">
                <a:solidFill>
                  <a:schemeClr val="tx1"/>
                </a:solidFill>
                <a:latin typeface="+mn-lt"/>
              </a:defRPr>
            </a:lvl6pPr>
            <a:lvl7pPr marL="0" indent="0">
              <a:spcBef>
                <a:spcPts val="1800"/>
              </a:spcBef>
              <a:spcAft>
                <a:spcPts val="0"/>
              </a:spcAft>
              <a:buFontTx/>
              <a:buNone/>
              <a:defRPr sz="1600" b="0">
                <a:solidFill>
                  <a:schemeClr val="tx1"/>
                </a:solidFill>
                <a:latin typeface="+mn-lt"/>
              </a:defRPr>
            </a:lvl7pPr>
            <a:lvl8pPr marL="0" indent="0">
              <a:spcBef>
                <a:spcPts val="1800"/>
              </a:spcBef>
              <a:spcAft>
                <a:spcPts val="0"/>
              </a:spcAft>
              <a:buFontTx/>
              <a:buNone/>
              <a:defRPr sz="1600" b="0">
                <a:solidFill>
                  <a:schemeClr val="tx1"/>
                </a:solidFill>
                <a:latin typeface="+mn-lt"/>
              </a:defRPr>
            </a:lvl8pPr>
            <a:lvl9pPr marL="0" indent="0">
              <a:spcBef>
                <a:spcPts val="1800"/>
              </a:spcBef>
              <a:spcAft>
                <a:spcPts val="0"/>
              </a:spcAft>
              <a:buFontTx/>
              <a:buNone/>
              <a:defRPr sz="1600" b="0">
                <a:solidFill>
                  <a:schemeClr val="tx1"/>
                </a:solidFill>
                <a:latin typeface="+mn-lt"/>
              </a:defRPr>
            </a:lvl9pPr>
          </a:lstStyle>
          <a:p>
            <a:pPr lvl="0"/>
            <a:r>
              <a:rPr lang="de-DE" dirty="0"/>
              <a:t>Hier könnte ein Zitat stehen</a:t>
            </a:r>
            <a:br>
              <a:rPr lang="de-DE" dirty="0"/>
            </a:br>
            <a:r>
              <a:rPr lang="de-DE" dirty="0"/>
              <a:t>(Listenebene 1).</a:t>
            </a:r>
          </a:p>
          <a:p>
            <a:pPr lvl="1"/>
            <a:r>
              <a:rPr lang="de-DE" dirty="0"/>
              <a:t>Eine optionale Autorenzeile ist in der Listenebene 2 vordefiniert.</a:t>
            </a:r>
          </a:p>
        </p:txBody>
      </p:sp>
    </p:spTree>
    <p:extLst>
      <p:ext uri="{BB962C8B-B14F-4D97-AF65-F5344CB8AC3E}">
        <p14:creationId xmlns:p14="http://schemas.microsoft.com/office/powerpoint/2010/main" val="2984370510"/>
      </p:ext>
    </p:extLst>
  </p:cSld>
  <p:clrMapOvr>
    <a:masterClrMapping/>
  </p:clrMapOvr>
  <p:extLst>
    <p:ext uri="{DCECCB84-F9BA-43D5-87BE-67443E8EF086}">
      <p15:sldGuideLst xmlns:p15="http://schemas.microsoft.com/office/powerpoint/2012/main">
        <p15:guide id="1" orient="horz" pos="1344" userDrawn="1">
          <p15:clr>
            <a:srgbClr val="FBAE40"/>
          </p15:clr>
        </p15:guide>
        <p15:guide id="2" pos="1028" userDrawn="1">
          <p15:clr>
            <a:srgbClr val="FBAE40"/>
          </p15:clr>
        </p15:guide>
        <p15:guide id="3" pos="5473" userDrawn="1">
          <p15:clr>
            <a:srgbClr val="FBAE40"/>
          </p15:clr>
        </p15:guide>
        <p15:guide id="4" orient="horz" pos="3883"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Kontakt">
    <p:bg>
      <p:bgPr>
        <a:solidFill>
          <a:schemeClr val="bg2"/>
        </a:solidFill>
        <a:effectLst/>
      </p:bgPr>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C99E7B9A-74F7-05CE-4342-2B3FEFBAC8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
        <p:nvSpPr>
          <p:cNvPr id="9" name="Bildplatzhalter">
            <a:extLst>
              <a:ext uri="{FF2B5EF4-FFF2-40B4-BE49-F238E27FC236}">
                <a16:creationId xmlns:a16="http://schemas.microsoft.com/office/drawing/2014/main" id="{33156A7A-A483-1E0F-0AA3-59F6BE1CB97D}"/>
              </a:ext>
            </a:extLst>
          </p:cNvPr>
          <p:cNvSpPr>
            <a:spLocks noGrp="1"/>
          </p:cNvSpPr>
          <p:nvPr>
            <p:ph type="pic" idx="13" hasCustomPrompt="1"/>
          </p:nvPr>
        </p:nvSpPr>
        <p:spPr bwMode="gray">
          <a:xfrm>
            <a:off x="696000" y="2853000"/>
            <a:ext cx="3312675" cy="3312675"/>
          </a:xfrm>
          <a:prstGeom prst="ellipse">
            <a:avLst/>
          </a:prstGeom>
          <a:solidFill>
            <a:srgbClr val="E4E7E9"/>
          </a:solidFill>
        </p:spPr>
        <p:txBody>
          <a:bodyPr lIns="0" tIns="0" rIns="0" bIns="1476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Textplatzhalter">
            <a:extLst>
              <a:ext uri="{FF2B5EF4-FFF2-40B4-BE49-F238E27FC236}">
                <a16:creationId xmlns:a16="http://schemas.microsoft.com/office/drawing/2014/main" id="{CFD2BCFD-58F0-19CC-CDBE-A738810BB62D}"/>
              </a:ext>
            </a:extLst>
          </p:cNvPr>
          <p:cNvSpPr>
            <a:spLocks noGrp="1"/>
          </p:cNvSpPr>
          <p:nvPr>
            <p:ph type="body" sz="quarter" idx="14" hasCustomPrompt="1"/>
          </p:nvPr>
        </p:nvSpPr>
        <p:spPr bwMode="black">
          <a:xfrm>
            <a:off x="4440238" y="4221163"/>
            <a:ext cx="4248150" cy="1943100"/>
          </a:xfrm>
          <a:prstGeom prst="rect">
            <a:avLst/>
          </a:prstGeom>
        </p:spPr>
        <p:txBody>
          <a:bodyPr/>
          <a:lstStyle>
            <a:lvl1pPr>
              <a:lnSpc>
                <a:spcPct val="90000"/>
              </a:lnSpc>
              <a:spcBef>
                <a:spcPts val="0"/>
              </a:spcBef>
              <a:spcAft>
                <a:spcPts val="0"/>
              </a:spcAft>
              <a:defRPr sz="28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200"/>
              </a:spcBef>
              <a:spcAft>
                <a:spcPts val="0"/>
              </a:spcAft>
              <a:buFontTx/>
              <a:buNone/>
              <a:defRPr sz="1200" b="0">
                <a:solidFill>
                  <a:schemeClr val="bg1"/>
                </a:solidFill>
                <a:latin typeface="+mn-lt"/>
              </a:defRPr>
            </a:lvl3pPr>
            <a:lvl4pPr marL="0" indent="0">
              <a:spcBef>
                <a:spcPts val="200"/>
              </a:spcBef>
              <a:spcAft>
                <a:spcPts val="0"/>
              </a:spcAft>
              <a:buFontTx/>
              <a:buNone/>
              <a:defRPr sz="1200" b="0">
                <a:solidFill>
                  <a:schemeClr val="bg1"/>
                </a:solidFill>
                <a:latin typeface="+mn-lt"/>
              </a:defRPr>
            </a:lvl4pPr>
            <a:lvl5pPr marL="0" indent="0">
              <a:spcBef>
                <a:spcPts val="200"/>
              </a:spcBef>
              <a:spcAft>
                <a:spcPts val="0"/>
              </a:spcAft>
              <a:buFontTx/>
              <a:buNone/>
              <a:defRPr sz="1200" b="0">
                <a:solidFill>
                  <a:schemeClr val="bg1"/>
                </a:solidFill>
                <a:latin typeface="+mn-lt"/>
              </a:defRPr>
            </a:lvl5pPr>
            <a:lvl6pPr marL="0" indent="0">
              <a:spcBef>
                <a:spcPts val="200"/>
              </a:spcBef>
              <a:spcAft>
                <a:spcPts val="0"/>
              </a:spcAft>
              <a:buFontTx/>
              <a:buNone/>
              <a:defRPr sz="1200" b="0">
                <a:solidFill>
                  <a:schemeClr val="bg1"/>
                </a:solidFill>
                <a:latin typeface="+mn-lt"/>
              </a:defRPr>
            </a:lvl6pPr>
            <a:lvl7pPr marL="0" indent="0">
              <a:spcBef>
                <a:spcPts val="200"/>
              </a:spcBef>
              <a:spcAft>
                <a:spcPts val="0"/>
              </a:spcAft>
              <a:buFontTx/>
              <a:buNone/>
              <a:defRPr sz="1200" b="0">
                <a:solidFill>
                  <a:schemeClr val="bg1"/>
                </a:solidFill>
                <a:latin typeface="+mn-lt"/>
              </a:defRPr>
            </a:lvl7pPr>
            <a:lvl8pPr marL="0" indent="0">
              <a:spcBef>
                <a:spcPts val="200"/>
              </a:spcBef>
              <a:spcAft>
                <a:spcPts val="0"/>
              </a:spcAft>
              <a:buFontTx/>
              <a:buNone/>
              <a:defRPr sz="1200" b="0">
                <a:solidFill>
                  <a:schemeClr val="bg1"/>
                </a:solidFill>
                <a:latin typeface="+mn-lt"/>
              </a:defRPr>
            </a:lvl8pPr>
            <a:lvl9pPr marL="0" indent="0">
              <a:spcBef>
                <a:spcPts val="200"/>
              </a:spcBef>
              <a:spcAft>
                <a:spcPts val="0"/>
              </a:spcAft>
              <a:buFontTx/>
              <a:buNone/>
              <a:defRPr sz="1200" b="0">
                <a:solidFill>
                  <a:schemeClr val="bg1"/>
                </a:solidFill>
                <a:latin typeface="+mn-lt"/>
              </a:defRPr>
            </a:lvl9pPr>
          </a:lstStyle>
          <a:p>
            <a:pPr lvl="0"/>
            <a:r>
              <a:rPr lang="de-DE" dirty="0"/>
              <a:t>Kontakt</a:t>
            </a:r>
          </a:p>
          <a:p>
            <a:pPr lvl="1"/>
            <a:r>
              <a:rPr lang="de-DE" dirty="0"/>
              <a:t>Position</a:t>
            </a:r>
          </a:p>
          <a:p>
            <a:pPr lvl="2"/>
            <a:r>
              <a:rPr lang="de-DE" dirty="0"/>
              <a:t>Kontaktdaten</a:t>
            </a:r>
          </a:p>
        </p:txBody>
      </p:sp>
    </p:spTree>
    <p:extLst>
      <p:ext uri="{BB962C8B-B14F-4D97-AF65-F5344CB8AC3E}">
        <p14:creationId xmlns:p14="http://schemas.microsoft.com/office/powerpoint/2010/main" val="101969160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ussage">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a:t>
            </a:fld>
            <a:endParaRPr lang="de-DE" dirty="0"/>
          </a:p>
        </p:txBody>
      </p:sp>
      <p:sp>
        <p:nvSpPr>
          <p:cNvPr id="11" name="Bildplatzhalter">
            <a:extLst>
              <a:ext uri="{FF2B5EF4-FFF2-40B4-BE49-F238E27FC236}">
                <a16:creationId xmlns:a16="http://schemas.microsoft.com/office/drawing/2014/main" id="{FAA5048C-F469-9EBB-1545-BE067778550E}"/>
              </a:ext>
              <a:ext uri="{C183D7F6-B498-43B3-948B-1728B52AA6E4}">
                <adec:decorative xmlns:adec="http://schemas.microsoft.com/office/drawing/2017/decorative" val="1"/>
              </a:ext>
            </a:extLst>
          </p:cNvPr>
          <p:cNvSpPr>
            <a:spLocks noGrp="1"/>
          </p:cNvSpPr>
          <p:nvPr>
            <p:ph type="pic" idx="13" hasCustomPrompt="1"/>
          </p:nvPr>
        </p:nvSpPr>
        <p:spPr bwMode="gray">
          <a:xfrm>
            <a:off x="0" y="0"/>
            <a:ext cx="12192000" cy="6858000"/>
          </a:xfrm>
          <a:prstGeom prst="rect">
            <a:avLst/>
          </a:prstGeom>
          <a:solidFill>
            <a:srgbClr val="E4E7E9"/>
          </a:solidFill>
        </p:spPr>
        <p:txBody>
          <a:bodyPr lIns="2160000" tIns="0" rIns="2160000" bIns="1224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5" name="Transparenz">
            <a:extLst>
              <a:ext uri="{FF2B5EF4-FFF2-40B4-BE49-F238E27FC236}">
                <a16:creationId xmlns:a16="http://schemas.microsoft.com/office/drawing/2014/main" id="{0E4BA231-F72E-F0AA-757C-F1C95512B7C0}"/>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dirty="0"/>
              <a:t> </a:t>
            </a:r>
          </a:p>
        </p:txBody>
      </p:sp>
      <p:sp>
        <p:nvSpPr>
          <p:cNvPr id="14" name="Textplatzhalter">
            <a:extLst>
              <a:ext uri="{FF2B5EF4-FFF2-40B4-BE49-F238E27FC236}">
                <a16:creationId xmlns:a16="http://schemas.microsoft.com/office/drawing/2014/main" id="{41CA4ADD-D78B-A046-6D6E-AD8FDE3D8615}"/>
              </a:ext>
            </a:extLst>
          </p:cNvPr>
          <p:cNvSpPr>
            <a:spLocks noGrp="1"/>
          </p:cNvSpPr>
          <p:nvPr>
            <p:ph type="body" sz="quarter" idx="18" hasCustomPrompt="1"/>
          </p:nvPr>
        </p:nvSpPr>
        <p:spPr bwMode="gray">
          <a:xfrm>
            <a:off x="696001" y="5518670"/>
            <a:ext cx="5400000" cy="646331"/>
          </a:xfrm>
          <a:prstGeom prst="rect">
            <a:avLst/>
          </a:prstGeom>
        </p:spPr>
        <p:txBody>
          <a:bodyPr wrap="square" anchor="b" anchorCtr="0">
            <a:spAutoFit/>
          </a:bodyPr>
          <a:lstStyle>
            <a:lvl1pPr marL="0" indent="0">
              <a:lnSpc>
                <a:spcPct val="90000"/>
              </a:lnSpc>
              <a:spcBef>
                <a:spcPts val="0"/>
              </a:spcBef>
              <a:spcAft>
                <a:spcPts val="0"/>
              </a:spcAft>
              <a:buFontTx/>
              <a:buNone/>
              <a:defRPr sz="4000" b="1">
                <a:solidFill>
                  <a:schemeClr val="bg1"/>
                </a:solidFill>
                <a:latin typeface="+mj-lt"/>
              </a:defRPr>
            </a:lvl1pPr>
            <a:lvl2pPr marL="0" indent="0">
              <a:lnSpc>
                <a:spcPct val="90000"/>
              </a:lnSpc>
              <a:spcBef>
                <a:spcPts val="0"/>
              </a:spcBef>
              <a:spcAft>
                <a:spcPts val="0"/>
              </a:spcAft>
              <a:buFontTx/>
              <a:buNone/>
              <a:defRPr sz="4000" b="1">
                <a:solidFill>
                  <a:schemeClr val="bg1"/>
                </a:solidFill>
                <a:latin typeface="+mj-lt"/>
              </a:defRPr>
            </a:lvl2pPr>
            <a:lvl3pPr marL="0" indent="0">
              <a:lnSpc>
                <a:spcPct val="90000"/>
              </a:lnSpc>
              <a:spcBef>
                <a:spcPts val="0"/>
              </a:spcBef>
              <a:spcAft>
                <a:spcPts val="0"/>
              </a:spcAft>
              <a:buFontTx/>
              <a:buNone/>
              <a:defRPr sz="4000" b="1">
                <a:solidFill>
                  <a:schemeClr val="bg1"/>
                </a:solidFill>
                <a:latin typeface="+mj-lt"/>
              </a:defRPr>
            </a:lvl3pPr>
            <a:lvl4pPr marL="0" indent="0">
              <a:lnSpc>
                <a:spcPct val="90000"/>
              </a:lnSpc>
              <a:spcBef>
                <a:spcPts val="0"/>
              </a:spcBef>
              <a:spcAft>
                <a:spcPts val="0"/>
              </a:spcAft>
              <a:buFontTx/>
              <a:buNone/>
              <a:defRPr sz="4000" b="1">
                <a:solidFill>
                  <a:schemeClr val="bg1"/>
                </a:solidFill>
                <a:latin typeface="+mj-lt"/>
              </a:defRPr>
            </a:lvl4pPr>
            <a:lvl5pPr marL="0" indent="0">
              <a:lnSpc>
                <a:spcPct val="90000"/>
              </a:lnSpc>
              <a:spcBef>
                <a:spcPts val="0"/>
              </a:spcBef>
              <a:spcAft>
                <a:spcPts val="0"/>
              </a:spcAft>
              <a:buFontTx/>
              <a:buNone/>
              <a:defRPr sz="4000" b="1">
                <a:solidFill>
                  <a:schemeClr val="bg1"/>
                </a:solidFill>
                <a:latin typeface="+mj-lt"/>
              </a:defRPr>
            </a:lvl5pPr>
            <a:lvl6pPr marL="0" indent="0">
              <a:lnSpc>
                <a:spcPct val="90000"/>
              </a:lnSpc>
              <a:spcBef>
                <a:spcPts val="0"/>
              </a:spcBef>
              <a:spcAft>
                <a:spcPts val="0"/>
              </a:spcAft>
              <a:buFontTx/>
              <a:buNone/>
              <a:defRPr sz="4000" b="1">
                <a:solidFill>
                  <a:schemeClr val="bg1"/>
                </a:solidFill>
                <a:latin typeface="+mj-lt"/>
              </a:defRPr>
            </a:lvl6pPr>
            <a:lvl7pPr marL="0" indent="0">
              <a:lnSpc>
                <a:spcPct val="90000"/>
              </a:lnSpc>
              <a:spcBef>
                <a:spcPts val="0"/>
              </a:spcBef>
              <a:spcAft>
                <a:spcPts val="0"/>
              </a:spcAft>
              <a:buFontTx/>
              <a:buNone/>
              <a:defRPr sz="4000" b="1">
                <a:solidFill>
                  <a:schemeClr val="bg1"/>
                </a:solidFill>
                <a:latin typeface="+mj-lt"/>
              </a:defRPr>
            </a:lvl7pPr>
            <a:lvl8pPr marL="0" indent="0">
              <a:lnSpc>
                <a:spcPct val="90000"/>
              </a:lnSpc>
              <a:spcBef>
                <a:spcPts val="0"/>
              </a:spcBef>
              <a:spcAft>
                <a:spcPts val="0"/>
              </a:spcAft>
              <a:buFontTx/>
              <a:buNone/>
              <a:defRPr sz="4000" b="1">
                <a:solidFill>
                  <a:schemeClr val="bg1"/>
                </a:solidFill>
                <a:latin typeface="+mj-lt"/>
              </a:defRPr>
            </a:lvl8pPr>
            <a:lvl9pPr marL="0" indent="0">
              <a:lnSpc>
                <a:spcPct val="90000"/>
              </a:lnSpc>
              <a:spcBef>
                <a:spcPts val="0"/>
              </a:spcBef>
              <a:spcAft>
                <a:spcPts val="0"/>
              </a:spcAft>
              <a:buFontTx/>
              <a:buNone/>
              <a:defRPr sz="4000" b="1">
                <a:solidFill>
                  <a:schemeClr val="bg1"/>
                </a:solidFill>
                <a:latin typeface="+mj-lt"/>
              </a:defRPr>
            </a:lvl9pPr>
          </a:lstStyle>
          <a:p>
            <a:pPr algn="l"/>
            <a:r>
              <a:rPr lang="de-DE" sz="4000" b="1" kern="1200" baseline="0" dirty="0">
                <a:solidFill>
                  <a:schemeClr val="bg1"/>
                </a:solidFill>
                <a:latin typeface="Bookman Old Style" panose="02050604050505020204" pitchFamily="18" charset="0"/>
                <a:ea typeface="+mj-ea"/>
                <a:cs typeface="Calibri" panose="020F0502020204030204" pitchFamily="34" charset="0"/>
              </a:rPr>
              <a:t>So </a:t>
            </a:r>
            <a:r>
              <a:rPr lang="de-DE" sz="4000" b="1" kern="1200" baseline="0" dirty="0" err="1">
                <a:solidFill>
                  <a:schemeClr val="bg1"/>
                </a:solidFill>
                <a:latin typeface="Bookman Old Style" panose="02050604050505020204" pitchFamily="18" charset="0"/>
                <a:ea typeface="+mj-ea"/>
                <a:cs typeface="Calibri" panose="020F0502020204030204" pitchFamily="34" charset="0"/>
              </a:rPr>
              <a:t>long</a:t>
            </a:r>
            <a:r>
              <a:rPr lang="de-DE" sz="4000" b="1" kern="1200" baseline="0" dirty="0">
                <a:solidFill>
                  <a:schemeClr val="bg1"/>
                </a:solidFill>
                <a:latin typeface="Bookman Old Style" panose="02050604050505020204" pitchFamily="18" charset="0"/>
                <a:ea typeface="+mj-ea"/>
                <a:cs typeface="Calibri" panose="020F0502020204030204" pitchFamily="34" charset="0"/>
              </a:rPr>
              <a:t> &amp; cheerio!</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dirty="0"/>
              <a:t> </a:t>
            </a:r>
          </a:p>
        </p:txBody>
      </p:sp>
    </p:spTree>
    <p:extLst>
      <p:ext uri="{BB962C8B-B14F-4D97-AF65-F5344CB8AC3E}">
        <p14:creationId xmlns:p14="http://schemas.microsoft.com/office/powerpoint/2010/main" val="239138952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BA5A06-D1C2-054E-0E3C-99F6088E4ED3}"/>
              </a:ext>
            </a:extLst>
          </p:cNvPr>
          <p:cNvSpPr>
            <a:spLocks noGrp="1"/>
          </p:cNvSpPr>
          <p:nvPr>
            <p:ph type="title"/>
          </p:nvPr>
        </p:nvSpPr>
        <p:spPr/>
        <p:txBody>
          <a:bodyPr/>
          <a:lstStyle/>
          <a:p>
            <a:r>
              <a:rPr lang="de-DE"/>
              <a:t>Mastertitelformat bearbeiten</a:t>
            </a:r>
            <a:endParaRPr lang="en-GB"/>
          </a:p>
        </p:txBody>
      </p:sp>
      <p:sp>
        <p:nvSpPr>
          <p:cNvPr id="3" name="Foliennummernplatzhalter 2">
            <a:extLst>
              <a:ext uri="{FF2B5EF4-FFF2-40B4-BE49-F238E27FC236}">
                <a16:creationId xmlns:a16="http://schemas.microsoft.com/office/drawing/2014/main" id="{ADDB5535-3DEC-92C0-BDF0-C8DFD442E349}"/>
              </a:ext>
            </a:extLst>
          </p:cNvPr>
          <p:cNvSpPr>
            <a:spLocks noGrp="1"/>
          </p:cNvSpPr>
          <p:nvPr>
            <p:ph type="sldNum" sz="quarter" idx="10"/>
          </p:nvPr>
        </p:nvSpPr>
        <p:spPr/>
        <p:txBody>
          <a:bodyPr/>
          <a:lstStyle/>
          <a:p>
            <a:fld id="{D836C0FE-70CA-4950-82D6-CF602CC2B770}" type="slidenum">
              <a:rPr lang="en-GB" smtClean="0"/>
              <a:pPr/>
              <a:t>‹#›</a:t>
            </a:fld>
            <a:endParaRPr lang="en-GB" dirty="0"/>
          </a:p>
        </p:txBody>
      </p:sp>
      <p:sp>
        <p:nvSpPr>
          <p:cNvPr id="4" name="Datumsplatzhalter 3">
            <a:extLst>
              <a:ext uri="{FF2B5EF4-FFF2-40B4-BE49-F238E27FC236}">
                <a16:creationId xmlns:a16="http://schemas.microsoft.com/office/drawing/2014/main" id="{108A2EAD-2960-A94F-7292-49A447DEBCAB}"/>
              </a:ext>
            </a:extLst>
          </p:cNvPr>
          <p:cNvSpPr>
            <a:spLocks noGrp="1"/>
          </p:cNvSpPr>
          <p:nvPr>
            <p:ph type="dt" sz="half" idx="11"/>
          </p:nvPr>
        </p:nvSpPr>
        <p:spPr/>
        <p:txBody>
          <a:bodyPr/>
          <a:lstStyle/>
          <a:p>
            <a:endParaRPr lang="en-GB" dirty="0"/>
          </a:p>
        </p:txBody>
      </p:sp>
      <p:sp>
        <p:nvSpPr>
          <p:cNvPr id="5" name="Fußzeilenplatzhalter 4">
            <a:extLst>
              <a:ext uri="{FF2B5EF4-FFF2-40B4-BE49-F238E27FC236}">
                <a16:creationId xmlns:a16="http://schemas.microsoft.com/office/drawing/2014/main" id="{55D1E25C-3925-E1AE-F6F3-506C81DEE531}"/>
              </a:ext>
            </a:extLst>
          </p:cNvPr>
          <p:cNvSpPr>
            <a:spLocks noGrp="1"/>
          </p:cNvSpPr>
          <p:nvPr>
            <p:ph type="ftr" sz="quarter" idx="12"/>
          </p:nvPr>
        </p:nvSpPr>
        <p:spPr/>
        <p:txBody>
          <a:bodyPr/>
          <a:lstStyle>
            <a:lvl1pPr>
              <a:defRPr/>
            </a:lvl1pPr>
          </a:lstStyle>
          <a:p>
            <a:r>
              <a:rPr lang="en-GB" dirty="0"/>
              <a:t>KMH</a:t>
            </a:r>
          </a:p>
        </p:txBody>
      </p:sp>
    </p:spTree>
    <p:extLst>
      <p:ext uri="{BB962C8B-B14F-4D97-AF65-F5344CB8AC3E}">
        <p14:creationId xmlns:p14="http://schemas.microsoft.com/office/powerpoint/2010/main" val="26644813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Bild R">
    <p:spTree>
      <p:nvGrpSpPr>
        <p:cNvPr id="1" name=""/>
        <p:cNvGrpSpPr/>
        <p:nvPr/>
      </p:nvGrpSpPr>
      <p:grpSpPr>
        <a:xfrm>
          <a:off x="0" y="0"/>
          <a:ext cx="0" cy="0"/>
          <a:chOff x="0" y="0"/>
          <a:chExt cx="0" cy="0"/>
        </a:xfrm>
      </p:grpSpPr>
      <p:sp>
        <p:nvSpPr>
          <p:cNvPr id="23" name="Titelplatzhalter 1"/>
          <p:cNvSpPr>
            <a:spLocks noGrp="1"/>
          </p:cNvSpPr>
          <p:nvPr>
            <p:ph type="title" hasCustomPrompt="1"/>
          </p:nvPr>
        </p:nvSpPr>
        <p:spPr>
          <a:xfrm>
            <a:off x="240000" y="247657"/>
            <a:ext cx="11700427" cy="585537"/>
          </a:xfrm>
          <a:prstGeom prst="rect">
            <a:avLst/>
          </a:prstGeom>
        </p:spPr>
        <p:txBody>
          <a:bodyPr vert="horz" lIns="91440" tIns="45720" rIns="91440" bIns="45720" rtlCol="0" anchor="t">
            <a:noAutofit/>
          </a:bodyPr>
          <a:lstStyle>
            <a:lvl1pPr>
              <a:defRPr sz="3733" baseline="0">
                <a:solidFill>
                  <a:srgbClr val="8BB31D"/>
                </a:solidFill>
              </a:defRPr>
            </a:lvl1pPr>
          </a:lstStyle>
          <a:p>
            <a:r>
              <a:rPr lang="en-GB" noProof="0" dirty="0" err="1"/>
              <a:t>Folien</a:t>
            </a:r>
            <a:r>
              <a:rPr lang="en-GB" noProof="0" dirty="0"/>
              <a:t> </a:t>
            </a:r>
            <a:r>
              <a:rPr lang="en-GB" noProof="0" dirty="0" err="1"/>
              <a:t>Überschrift</a:t>
            </a:r>
            <a:r>
              <a:rPr lang="en-GB" noProof="0" dirty="0"/>
              <a:t> 1</a:t>
            </a:r>
          </a:p>
        </p:txBody>
      </p:sp>
      <p:cxnSp>
        <p:nvCxnSpPr>
          <p:cNvPr id="24" name="Gerader Verbinder 23">
            <a:extLst>
              <a:ext uri="{C183D7F6-B498-43B3-948B-1728B52AA6E4}">
                <adec:decorative xmlns:adec="http://schemas.microsoft.com/office/drawing/2017/decorative" val="1"/>
              </a:ext>
            </a:extLst>
          </p:cNvPr>
          <p:cNvCxnSpPr/>
          <p:nvPr userDrawn="1"/>
        </p:nvCxnSpPr>
        <p:spPr>
          <a:xfrm>
            <a:off x="0" y="6447504"/>
            <a:ext cx="12192000" cy="0"/>
          </a:xfrm>
          <a:prstGeom prst="line">
            <a:avLst/>
          </a:prstGeom>
          <a:ln w="9525">
            <a:solidFill>
              <a:srgbClr val="72777A"/>
            </a:solidFill>
          </a:ln>
        </p:spPr>
        <p:style>
          <a:lnRef idx="1">
            <a:schemeClr val="accent1"/>
          </a:lnRef>
          <a:fillRef idx="0">
            <a:schemeClr val="accent1"/>
          </a:fillRef>
          <a:effectRef idx="0">
            <a:schemeClr val="accent1"/>
          </a:effectRef>
          <a:fontRef idx="minor">
            <a:schemeClr val="tx1"/>
          </a:fontRef>
        </p:style>
      </p:cxnSp>
      <p:sp>
        <p:nvSpPr>
          <p:cNvPr id="11" name="Fußzeilenplatzhalter 10">
            <a:extLst>
              <a:ext uri="{FF2B5EF4-FFF2-40B4-BE49-F238E27FC236}">
                <a16:creationId xmlns:a16="http://schemas.microsoft.com/office/drawing/2014/main" id="{6A27FB59-6516-4608-814D-69599966B78B}"/>
              </a:ext>
              <a:ext uri="{C183D7F6-B498-43B3-948B-1728B52AA6E4}">
                <adec:decorative xmlns:adec="http://schemas.microsoft.com/office/drawing/2017/decorative" val="1"/>
              </a:ext>
            </a:extLst>
          </p:cNvPr>
          <p:cNvSpPr>
            <a:spLocks noGrp="1"/>
          </p:cNvSpPr>
          <p:nvPr>
            <p:ph type="ftr" sz="quarter" idx="12"/>
          </p:nvPr>
        </p:nvSpPr>
        <p:spPr>
          <a:xfrm>
            <a:off x="240003" y="6467824"/>
            <a:ext cx="4669948" cy="365125"/>
          </a:xfrm>
        </p:spPr>
        <p:txBody>
          <a:bodyPr/>
          <a:lstStyle>
            <a:lvl1pPr algn="l">
              <a:defRPr/>
            </a:lvl1pPr>
          </a:lstStyle>
          <a:p>
            <a:r>
              <a:rPr lang="en-GB" noProof="0"/>
              <a:t>KMH</a:t>
            </a:r>
            <a:endParaRPr lang="en-GB" noProof="0" dirty="0"/>
          </a:p>
        </p:txBody>
      </p:sp>
      <p:sp>
        <p:nvSpPr>
          <p:cNvPr id="13" name="Foliennummernplatzhalter 12">
            <a:extLst>
              <a:ext uri="{FF2B5EF4-FFF2-40B4-BE49-F238E27FC236}">
                <a16:creationId xmlns:a16="http://schemas.microsoft.com/office/drawing/2014/main" id="{E27BF722-F8E8-4DC1-892E-9949A7422027}"/>
              </a:ext>
              <a:ext uri="{C183D7F6-B498-43B3-948B-1728B52AA6E4}">
                <adec:decorative xmlns:adec="http://schemas.microsoft.com/office/drawing/2017/decorative" val="1"/>
              </a:ext>
            </a:extLst>
          </p:cNvPr>
          <p:cNvSpPr>
            <a:spLocks noGrp="1"/>
          </p:cNvSpPr>
          <p:nvPr>
            <p:ph type="sldNum" sz="quarter" idx="13"/>
          </p:nvPr>
        </p:nvSpPr>
        <p:spPr>
          <a:xfrm>
            <a:off x="11544300" y="6467824"/>
            <a:ext cx="492128" cy="365125"/>
          </a:xfrm>
        </p:spPr>
        <p:txBody>
          <a:bodyPr/>
          <a:lstStyle/>
          <a:p>
            <a:fld id="{9C057DB4-583E-41A7-BD94-987342018C17}" type="slidenum">
              <a:rPr lang="en-GB" noProof="0" smtClean="0"/>
              <a:pPr/>
              <a:t>‹#›</a:t>
            </a:fld>
            <a:endParaRPr lang="en-GB" noProof="0" dirty="0"/>
          </a:p>
        </p:txBody>
      </p:sp>
      <p:sp>
        <p:nvSpPr>
          <p:cNvPr id="6" name="Text Placeholder 3">
            <a:extLst>
              <a:ext uri="{FF2B5EF4-FFF2-40B4-BE49-F238E27FC236}">
                <a16:creationId xmlns:a16="http://schemas.microsoft.com/office/drawing/2014/main" id="{635EC146-29BC-10CD-B617-D9110FD0827C}"/>
              </a:ext>
            </a:extLst>
          </p:cNvPr>
          <p:cNvSpPr>
            <a:spLocks noGrp="1"/>
          </p:cNvSpPr>
          <p:nvPr>
            <p:ph type="body" sz="quarter" idx="14" hasCustomPrompt="1"/>
          </p:nvPr>
        </p:nvSpPr>
        <p:spPr>
          <a:xfrm>
            <a:off x="6069785" y="6467824"/>
            <a:ext cx="5004001" cy="365125"/>
          </a:xfrm>
        </p:spPr>
        <p:txBody>
          <a:bodyPr>
            <a:normAutofit/>
          </a:bodyPr>
          <a:lstStyle>
            <a:lvl1pPr marL="0" indent="0" algn="ctr">
              <a:buNone/>
              <a:defRPr sz="1000">
                <a:solidFill>
                  <a:srgbClr val="72787A"/>
                </a:solidFill>
              </a:defRPr>
            </a:lvl1pPr>
          </a:lstStyle>
          <a:p>
            <a:pPr lvl="0"/>
            <a:r>
              <a:rPr lang="en-GB" noProof="0" dirty="0" err="1"/>
              <a:t>Quellenfeld</a:t>
            </a:r>
            <a:endParaRPr lang="en-GB" noProof="0" dirty="0"/>
          </a:p>
        </p:txBody>
      </p:sp>
      <p:sp>
        <p:nvSpPr>
          <p:cNvPr id="12" name="Textplatzhalter 2">
            <a:extLst>
              <a:ext uri="{FF2B5EF4-FFF2-40B4-BE49-F238E27FC236}">
                <a16:creationId xmlns:a16="http://schemas.microsoft.com/office/drawing/2014/main" id="{BD32AAC0-223D-4B82-2B10-72EFC38D2685}"/>
              </a:ext>
            </a:extLst>
          </p:cNvPr>
          <p:cNvSpPr>
            <a:spLocks noGrp="1"/>
          </p:cNvSpPr>
          <p:nvPr>
            <p:ph type="body" sz="quarter" idx="15"/>
          </p:nvPr>
        </p:nvSpPr>
        <p:spPr>
          <a:xfrm>
            <a:off x="240003" y="1181094"/>
            <a:ext cx="6324920" cy="4961788"/>
          </a:xfrm>
        </p:spPr>
        <p:txBody>
          <a:bodyPr/>
          <a:lstStyle>
            <a:lvl1pPr marL="241294" indent="-241294">
              <a:defRPr/>
            </a:lvl1pPr>
            <a:lvl3pPr marL="1073124" indent="-160863">
              <a:buFont typeface="Arial" panose="020B0604020202020204" pitchFamily="34" charset="0"/>
              <a:buChar char="•"/>
              <a:defRPr/>
            </a:lvl3pPr>
            <a:lvl4pPr marL="1714414" indent="-228589">
              <a:buFont typeface="Symbol" panose="05050102010706020507" pitchFamily="18" charset="2"/>
              <a:buChar char="-"/>
              <a:defRPr/>
            </a:lvl4pPr>
            <a:lvl5pPr marL="2057298" indent="-228589">
              <a:buFont typeface="Symbol" panose="05050102010706020507" pitchFamily="18" charset="2"/>
              <a:buChar char="-"/>
              <a:defRPr/>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dirty="0"/>
          </a:p>
        </p:txBody>
      </p:sp>
      <p:sp>
        <p:nvSpPr>
          <p:cNvPr id="3" name="Bildplatzhalter 2">
            <a:extLst>
              <a:ext uri="{FF2B5EF4-FFF2-40B4-BE49-F238E27FC236}">
                <a16:creationId xmlns:a16="http://schemas.microsoft.com/office/drawing/2014/main" id="{B45C28A5-084A-4397-3524-8C54B587EB3F}"/>
              </a:ext>
            </a:extLst>
          </p:cNvPr>
          <p:cNvSpPr>
            <a:spLocks noGrp="1"/>
          </p:cNvSpPr>
          <p:nvPr>
            <p:ph type="pic" sz="quarter" idx="16"/>
          </p:nvPr>
        </p:nvSpPr>
        <p:spPr>
          <a:xfrm>
            <a:off x="6883791" y="1181101"/>
            <a:ext cx="5056327" cy="4961781"/>
          </a:xfrm>
        </p:spPr>
        <p:txBody>
          <a:bodyPr/>
          <a:lstStyle/>
          <a:p>
            <a:r>
              <a:rPr lang="de-DE" noProof="0" dirty="0"/>
              <a:t>Bild durch Klicken auf Symbol hinzufügen</a:t>
            </a:r>
            <a:endParaRPr lang="en-GB" noProof="0" dirty="0"/>
          </a:p>
        </p:txBody>
      </p:sp>
    </p:spTree>
    <p:extLst>
      <p:ext uri="{BB962C8B-B14F-4D97-AF65-F5344CB8AC3E}">
        <p14:creationId xmlns:p14="http://schemas.microsoft.com/office/powerpoint/2010/main" val="1145940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Img">
    <p:spTree>
      <p:nvGrpSpPr>
        <p:cNvPr id="1" name=""/>
        <p:cNvGrpSpPr/>
        <p:nvPr/>
      </p:nvGrpSpPr>
      <p:grpSpPr>
        <a:xfrm>
          <a:off x="0" y="0"/>
          <a:ext cx="0" cy="0"/>
          <a:chOff x="0" y="0"/>
          <a:chExt cx="0" cy="0"/>
        </a:xfrm>
      </p:grpSpPr>
      <p:sp>
        <p:nvSpPr>
          <p:cNvPr id="23" name="Titelplatzhalter 1"/>
          <p:cNvSpPr>
            <a:spLocks noGrp="1"/>
          </p:cNvSpPr>
          <p:nvPr>
            <p:ph type="title" hasCustomPrompt="1"/>
          </p:nvPr>
        </p:nvSpPr>
        <p:spPr>
          <a:xfrm>
            <a:off x="240000" y="247657"/>
            <a:ext cx="11700427" cy="585537"/>
          </a:xfrm>
          <a:prstGeom prst="rect">
            <a:avLst/>
          </a:prstGeom>
        </p:spPr>
        <p:txBody>
          <a:bodyPr vert="horz" lIns="91440" tIns="45720" rIns="91440" bIns="45720" rtlCol="0" anchor="t">
            <a:noAutofit/>
          </a:bodyPr>
          <a:lstStyle>
            <a:lvl1pPr>
              <a:defRPr sz="3733" baseline="0">
                <a:solidFill>
                  <a:srgbClr val="8BB31D"/>
                </a:solidFill>
              </a:defRPr>
            </a:lvl1pPr>
          </a:lstStyle>
          <a:p>
            <a:r>
              <a:rPr lang="en-GB" noProof="0" dirty="0" err="1"/>
              <a:t>Folien</a:t>
            </a:r>
            <a:r>
              <a:rPr lang="en-GB" noProof="0" dirty="0"/>
              <a:t> </a:t>
            </a:r>
            <a:r>
              <a:rPr lang="en-GB" noProof="0" dirty="0" err="1"/>
              <a:t>Überschrift</a:t>
            </a:r>
            <a:r>
              <a:rPr lang="en-GB" noProof="0" dirty="0"/>
              <a:t> 1</a:t>
            </a:r>
          </a:p>
        </p:txBody>
      </p:sp>
      <p:cxnSp>
        <p:nvCxnSpPr>
          <p:cNvPr id="24" name="Gerader Verbinder 23">
            <a:extLst>
              <a:ext uri="{C183D7F6-B498-43B3-948B-1728B52AA6E4}">
                <adec:decorative xmlns:adec="http://schemas.microsoft.com/office/drawing/2017/decorative" val="1"/>
              </a:ext>
            </a:extLst>
          </p:cNvPr>
          <p:cNvCxnSpPr/>
          <p:nvPr userDrawn="1"/>
        </p:nvCxnSpPr>
        <p:spPr>
          <a:xfrm>
            <a:off x="0" y="6447504"/>
            <a:ext cx="12192000" cy="0"/>
          </a:xfrm>
          <a:prstGeom prst="line">
            <a:avLst/>
          </a:prstGeom>
          <a:ln w="9525">
            <a:solidFill>
              <a:srgbClr val="72777A"/>
            </a:solidFill>
          </a:ln>
        </p:spPr>
        <p:style>
          <a:lnRef idx="1">
            <a:schemeClr val="accent1"/>
          </a:lnRef>
          <a:fillRef idx="0">
            <a:schemeClr val="accent1"/>
          </a:fillRef>
          <a:effectRef idx="0">
            <a:schemeClr val="accent1"/>
          </a:effectRef>
          <a:fontRef idx="minor">
            <a:schemeClr val="tx1"/>
          </a:fontRef>
        </p:style>
      </p:cxnSp>
      <p:sp>
        <p:nvSpPr>
          <p:cNvPr id="11" name="Fußzeilenplatzhalter 10">
            <a:extLst>
              <a:ext uri="{FF2B5EF4-FFF2-40B4-BE49-F238E27FC236}">
                <a16:creationId xmlns:a16="http://schemas.microsoft.com/office/drawing/2014/main" id="{6A27FB59-6516-4608-814D-69599966B78B}"/>
              </a:ext>
              <a:ext uri="{C183D7F6-B498-43B3-948B-1728B52AA6E4}">
                <adec:decorative xmlns:adec="http://schemas.microsoft.com/office/drawing/2017/decorative" val="1"/>
              </a:ext>
            </a:extLst>
          </p:cNvPr>
          <p:cNvSpPr>
            <a:spLocks noGrp="1"/>
          </p:cNvSpPr>
          <p:nvPr>
            <p:ph type="ftr" sz="quarter" idx="12"/>
          </p:nvPr>
        </p:nvSpPr>
        <p:spPr>
          <a:xfrm>
            <a:off x="240002" y="6467824"/>
            <a:ext cx="4669948" cy="365125"/>
          </a:xfrm>
        </p:spPr>
        <p:txBody>
          <a:bodyPr/>
          <a:lstStyle>
            <a:lvl1pPr algn="l">
              <a:defRPr/>
            </a:lvl1pPr>
          </a:lstStyle>
          <a:p>
            <a:r>
              <a:rPr lang="en-GB" noProof="0"/>
              <a:t>KMH</a:t>
            </a:r>
            <a:endParaRPr lang="en-GB" noProof="0" dirty="0"/>
          </a:p>
        </p:txBody>
      </p:sp>
      <p:sp>
        <p:nvSpPr>
          <p:cNvPr id="13" name="Foliennummernplatzhalter 12">
            <a:extLst>
              <a:ext uri="{FF2B5EF4-FFF2-40B4-BE49-F238E27FC236}">
                <a16:creationId xmlns:a16="http://schemas.microsoft.com/office/drawing/2014/main" id="{E27BF722-F8E8-4DC1-892E-9949A7422027}"/>
              </a:ext>
              <a:ext uri="{C183D7F6-B498-43B3-948B-1728B52AA6E4}">
                <adec:decorative xmlns:adec="http://schemas.microsoft.com/office/drawing/2017/decorative" val="1"/>
              </a:ext>
            </a:extLst>
          </p:cNvPr>
          <p:cNvSpPr>
            <a:spLocks noGrp="1"/>
          </p:cNvSpPr>
          <p:nvPr>
            <p:ph type="sldNum" sz="quarter" idx="13"/>
          </p:nvPr>
        </p:nvSpPr>
        <p:spPr>
          <a:xfrm>
            <a:off x="11544300" y="6467824"/>
            <a:ext cx="492128" cy="365125"/>
          </a:xfrm>
        </p:spPr>
        <p:txBody>
          <a:bodyPr/>
          <a:lstStyle/>
          <a:p>
            <a:fld id="{9C057DB4-583E-41A7-BD94-987342018C17}" type="slidenum">
              <a:rPr lang="en-GB" noProof="0" smtClean="0"/>
              <a:pPr/>
              <a:t>‹#›</a:t>
            </a:fld>
            <a:endParaRPr lang="en-GB" noProof="0" dirty="0"/>
          </a:p>
        </p:txBody>
      </p:sp>
      <p:sp>
        <p:nvSpPr>
          <p:cNvPr id="6" name="Text Placeholder 3">
            <a:extLst>
              <a:ext uri="{FF2B5EF4-FFF2-40B4-BE49-F238E27FC236}">
                <a16:creationId xmlns:a16="http://schemas.microsoft.com/office/drawing/2014/main" id="{635EC146-29BC-10CD-B617-D9110FD0827C}"/>
              </a:ext>
            </a:extLst>
          </p:cNvPr>
          <p:cNvSpPr>
            <a:spLocks noGrp="1"/>
          </p:cNvSpPr>
          <p:nvPr>
            <p:ph type="body" sz="quarter" idx="14" hasCustomPrompt="1"/>
          </p:nvPr>
        </p:nvSpPr>
        <p:spPr>
          <a:xfrm>
            <a:off x="6069785" y="6467824"/>
            <a:ext cx="5004001" cy="365125"/>
          </a:xfrm>
        </p:spPr>
        <p:txBody>
          <a:bodyPr>
            <a:normAutofit/>
          </a:bodyPr>
          <a:lstStyle>
            <a:lvl1pPr marL="0" indent="0" algn="ctr">
              <a:buNone/>
              <a:defRPr sz="1000">
                <a:solidFill>
                  <a:srgbClr val="72787A"/>
                </a:solidFill>
              </a:defRPr>
            </a:lvl1pPr>
          </a:lstStyle>
          <a:p>
            <a:pPr lvl="0"/>
            <a:r>
              <a:rPr lang="en-GB" noProof="0" dirty="0" err="1"/>
              <a:t>Quellenfeld</a:t>
            </a:r>
            <a:endParaRPr lang="en-GB" noProof="0" dirty="0"/>
          </a:p>
        </p:txBody>
      </p:sp>
      <p:sp>
        <p:nvSpPr>
          <p:cNvPr id="8" name="Inhaltsplatzhalter 7">
            <a:extLst>
              <a:ext uri="{FF2B5EF4-FFF2-40B4-BE49-F238E27FC236}">
                <a16:creationId xmlns:a16="http://schemas.microsoft.com/office/drawing/2014/main" id="{0DC3E709-A155-3118-FB2A-8605120A8299}"/>
              </a:ext>
            </a:extLst>
          </p:cNvPr>
          <p:cNvSpPr>
            <a:spLocks noGrp="1"/>
          </p:cNvSpPr>
          <p:nvPr>
            <p:ph sz="quarter" idx="15"/>
          </p:nvPr>
        </p:nvSpPr>
        <p:spPr>
          <a:xfrm>
            <a:off x="239184" y="1155700"/>
            <a:ext cx="11700933" cy="5003800"/>
          </a:xfrm>
        </p:spPr>
        <p:txBody>
          <a:bodyPr/>
          <a:lstStyle>
            <a:lvl1pPr algn="ctr">
              <a:defRPr/>
            </a:lvl1pPr>
            <a:lvl2pPr algn="ctr">
              <a:defRPr/>
            </a:lvl2pPr>
            <a:lvl3pPr algn="ctr">
              <a:defRPr/>
            </a:lvl3pPr>
            <a:lvl4pPr algn="ctr">
              <a:defRPr/>
            </a:lvl4pPr>
            <a:lvl5pPr algn="ctr">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4791839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Std">
    <p:spTree>
      <p:nvGrpSpPr>
        <p:cNvPr id="1" name=""/>
        <p:cNvGrpSpPr/>
        <p:nvPr/>
      </p:nvGrpSpPr>
      <p:grpSpPr>
        <a:xfrm>
          <a:off x="0" y="0"/>
          <a:ext cx="0" cy="0"/>
          <a:chOff x="0" y="0"/>
          <a:chExt cx="0" cy="0"/>
        </a:xfrm>
      </p:grpSpPr>
      <p:sp>
        <p:nvSpPr>
          <p:cNvPr id="23" name="Titelplatzhalter 1"/>
          <p:cNvSpPr>
            <a:spLocks noGrp="1"/>
          </p:cNvSpPr>
          <p:nvPr>
            <p:ph type="title" hasCustomPrompt="1"/>
          </p:nvPr>
        </p:nvSpPr>
        <p:spPr>
          <a:xfrm>
            <a:off x="240000" y="247657"/>
            <a:ext cx="11700427" cy="585537"/>
          </a:xfrm>
          <a:prstGeom prst="rect">
            <a:avLst/>
          </a:prstGeom>
        </p:spPr>
        <p:txBody>
          <a:bodyPr vert="horz" lIns="91440" tIns="45720" rIns="91440" bIns="45720" rtlCol="0" anchor="t">
            <a:noAutofit/>
          </a:bodyPr>
          <a:lstStyle>
            <a:lvl1pPr>
              <a:defRPr sz="3733" baseline="0">
                <a:solidFill>
                  <a:srgbClr val="8BB31D"/>
                </a:solidFill>
              </a:defRPr>
            </a:lvl1pPr>
          </a:lstStyle>
          <a:p>
            <a:r>
              <a:rPr lang="en-GB" noProof="0" dirty="0" err="1"/>
              <a:t>Folien</a:t>
            </a:r>
            <a:r>
              <a:rPr lang="en-GB" noProof="0" dirty="0"/>
              <a:t> </a:t>
            </a:r>
            <a:r>
              <a:rPr lang="en-GB" noProof="0" dirty="0" err="1"/>
              <a:t>Überschrift</a:t>
            </a:r>
            <a:r>
              <a:rPr lang="en-GB" noProof="0" dirty="0"/>
              <a:t> 1</a:t>
            </a:r>
          </a:p>
        </p:txBody>
      </p:sp>
      <p:cxnSp>
        <p:nvCxnSpPr>
          <p:cNvPr id="24" name="Gerader Verbinder 23">
            <a:extLst>
              <a:ext uri="{C183D7F6-B498-43B3-948B-1728B52AA6E4}">
                <adec:decorative xmlns:adec="http://schemas.microsoft.com/office/drawing/2017/decorative" val="1"/>
              </a:ext>
            </a:extLst>
          </p:cNvPr>
          <p:cNvCxnSpPr/>
          <p:nvPr userDrawn="1"/>
        </p:nvCxnSpPr>
        <p:spPr>
          <a:xfrm>
            <a:off x="0" y="6447504"/>
            <a:ext cx="12192000" cy="0"/>
          </a:xfrm>
          <a:prstGeom prst="line">
            <a:avLst/>
          </a:prstGeom>
          <a:ln w="9525">
            <a:solidFill>
              <a:srgbClr val="72777A"/>
            </a:solidFill>
          </a:ln>
        </p:spPr>
        <p:style>
          <a:lnRef idx="1">
            <a:schemeClr val="accent1"/>
          </a:lnRef>
          <a:fillRef idx="0">
            <a:schemeClr val="accent1"/>
          </a:fillRef>
          <a:effectRef idx="0">
            <a:schemeClr val="accent1"/>
          </a:effectRef>
          <a:fontRef idx="minor">
            <a:schemeClr val="tx1"/>
          </a:fontRef>
        </p:style>
      </p:cxnSp>
      <p:sp>
        <p:nvSpPr>
          <p:cNvPr id="11" name="Fußzeilenplatzhalter 10">
            <a:extLst>
              <a:ext uri="{FF2B5EF4-FFF2-40B4-BE49-F238E27FC236}">
                <a16:creationId xmlns:a16="http://schemas.microsoft.com/office/drawing/2014/main" id="{6A27FB59-6516-4608-814D-69599966B78B}"/>
              </a:ext>
              <a:ext uri="{C183D7F6-B498-43B3-948B-1728B52AA6E4}">
                <adec:decorative xmlns:adec="http://schemas.microsoft.com/office/drawing/2017/decorative" val="1"/>
              </a:ext>
            </a:extLst>
          </p:cNvPr>
          <p:cNvSpPr>
            <a:spLocks noGrp="1"/>
          </p:cNvSpPr>
          <p:nvPr>
            <p:ph type="ftr" sz="quarter" idx="12"/>
          </p:nvPr>
        </p:nvSpPr>
        <p:spPr>
          <a:xfrm>
            <a:off x="240002" y="6467824"/>
            <a:ext cx="4669948" cy="365125"/>
          </a:xfrm>
        </p:spPr>
        <p:txBody>
          <a:bodyPr/>
          <a:lstStyle>
            <a:lvl1pPr algn="l">
              <a:defRPr/>
            </a:lvl1pPr>
          </a:lstStyle>
          <a:p>
            <a:r>
              <a:rPr lang="en-GB" noProof="0"/>
              <a:t>KMH</a:t>
            </a:r>
            <a:endParaRPr lang="en-GB" noProof="0" dirty="0"/>
          </a:p>
        </p:txBody>
      </p:sp>
      <p:sp>
        <p:nvSpPr>
          <p:cNvPr id="13" name="Foliennummernplatzhalter 12">
            <a:extLst>
              <a:ext uri="{FF2B5EF4-FFF2-40B4-BE49-F238E27FC236}">
                <a16:creationId xmlns:a16="http://schemas.microsoft.com/office/drawing/2014/main" id="{E27BF722-F8E8-4DC1-892E-9949A7422027}"/>
              </a:ext>
              <a:ext uri="{C183D7F6-B498-43B3-948B-1728B52AA6E4}">
                <adec:decorative xmlns:adec="http://schemas.microsoft.com/office/drawing/2017/decorative" val="1"/>
              </a:ext>
            </a:extLst>
          </p:cNvPr>
          <p:cNvSpPr>
            <a:spLocks noGrp="1"/>
          </p:cNvSpPr>
          <p:nvPr>
            <p:ph type="sldNum" sz="quarter" idx="13"/>
          </p:nvPr>
        </p:nvSpPr>
        <p:spPr>
          <a:xfrm>
            <a:off x="11544300" y="6467824"/>
            <a:ext cx="492128" cy="365125"/>
          </a:xfrm>
        </p:spPr>
        <p:txBody>
          <a:bodyPr/>
          <a:lstStyle/>
          <a:p>
            <a:fld id="{9C057DB4-583E-41A7-BD94-987342018C17}" type="slidenum">
              <a:rPr lang="en-GB" noProof="0" smtClean="0"/>
              <a:pPr/>
              <a:t>‹#›</a:t>
            </a:fld>
            <a:endParaRPr lang="en-GB" noProof="0" dirty="0"/>
          </a:p>
        </p:txBody>
      </p:sp>
      <p:sp>
        <p:nvSpPr>
          <p:cNvPr id="6" name="Text Placeholder 3">
            <a:extLst>
              <a:ext uri="{FF2B5EF4-FFF2-40B4-BE49-F238E27FC236}">
                <a16:creationId xmlns:a16="http://schemas.microsoft.com/office/drawing/2014/main" id="{635EC146-29BC-10CD-B617-D9110FD0827C}"/>
              </a:ext>
            </a:extLst>
          </p:cNvPr>
          <p:cNvSpPr>
            <a:spLocks noGrp="1"/>
          </p:cNvSpPr>
          <p:nvPr>
            <p:ph type="body" sz="quarter" idx="14" hasCustomPrompt="1"/>
          </p:nvPr>
        </p:nvSpPr>
        <p:spPr>
          <a:xfrm>
            <a:off x="6069785" y="6467824"/>
            <a:ext cx="5004001" cy="365125"/>
          </a:xfrm>
        </p:spPr>
        <p:txBody>
          <a:bodyPr>
            <a:normAutofit/>
          </a:bodyPr>
          <a:lstStyle>
            <a:lvl1pPr marL="0" indent="0" algn="ctr">
              <a:buNone/>
              <a:defRPr sz="1000">
                <a:solidFill>
                  <a:srgbClr val="72787A"/>
                </a:solidFill>
              </a:defRPr>
            </a:lvl1pPr>
          </a:lstStyle>
          <a:p>
            <a:pPr lvl="0"/>
            <a:r>
              <a:rPr lang="en-GB" noProof="0" dirty="0" err="1"/>
              <a:t>Quellenfeld</a:t>
            </a:r>
            <a:endParaRPr lang="en-GB" noProof="0" dirty="0"/>
          </a:p>
        </p:txBody>
      </p:sp>
      <p:sp>
        <p:nvSpPr>
          <p:cNvPr id="12" name="Textplatzhalter 2">
            <a:extLst>
              <a:ext uri="{FF2B5EF4-FFF2-40B4-BE49-F238E27FC236}">
                <a16:creationId xmlns:a16="http://schemas.microsoft.com/office/drawing/2014/main" id="{BD32AAC0-223D-4B82-2B10-72EFC38D2685}"/>
              </a:ext>
            </a:extLst>
          </p:cNvPr>
          <p:cNvSpPr>
            <a:spLocks noGrp="1"/>
          </p:cNvSpPr>
          <p:nvPr>
            <p:ph type="body" sz="quarter" idx="15"/>
          </p:nvPr>
        </p:nvSpPr>
        <p:spPr>
          <a:xfrm>
            <a:off x="240002" y="1181094"/>
            <a:ext cx="7431580" cy="4961788"/>
          </a:xfrm>
        </p:spPr>
        <p:txBody>
          <a:bodyPr/>
          <a:lstStyle>
            <a:lvl1pPr marL="241294" indent="-241294">
              <a:defRPr/>
            </a:lvl1pPr>
            <a:lvl3pPr marL="1073124" indent="-160863">
              <a:buFont typeface="Arial" panose="020B0604020202020204" pitchFamily="34" charset="0"/>
              <a:buChar char="•"/>
              <a:defRPr/>
            </a:lvl3pPr>
            <a:lvl4pPr marL="1714414" indent="-228589">
              <a:buFont typeface="Symbol" panose="05050102010706020507" pitchFamily="18" charset="2"/>
              <a:buChar char="-"/>
              <a:defRPr/>
            </a:lvl4pPr>
            <a:lvl5pPr marL="2057298" indent="-228589">
              <a:buFont typeface="Symbol" panose="05050102010706020507" pitchFamily="18" charset="2"/>
              <a:buChar char="-"/>
              <a:defRPr/>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dirty="0"/>
          </a:p>
        </p:txBody>
      </p:sp>
    </p:spTree>
    <p:extLst>
      <p:ext uri="{BB962C8B-B14F-4D97-AF65-F5344CB8AC3E}">
        <p14:creationId xmlns:p14="http://schemas.microsoft.com/office/powerpoint/2010/main" val="20203473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3189910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5391223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1397753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037086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3545198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6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1367294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7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41657893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8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6819242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9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8566790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0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4553452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1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8901271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2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1626597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3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2700039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4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611676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5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8519635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6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2609978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7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5374183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8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5800480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9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504661" cy="457200"/>
          </a:xfrm>
          <a:prstGeom prst="rect">
            <a:avLst/>
          </a:prstGeom>
        </p:spPr>
        <p:txBody>
          <a:bodyPr vert="horz"/>
          <a:lstStyle>
            <a:lvl1pPr algn="l">
              <a:defRPr sz="2800" b="1" baseline="0">
                <a:solidFill>
                  <a:schemeClr val="bg1"/>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14230524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Contentslide">
    <p:spTree>
      <p:nvGrpSpPr>
        <p:cNvPr id="1" name=""/>
        <p:cNvGrpSpPr/>
        <p:nvPr/>
      </p:nvGrpSpPr>
      <p:grpSpPr>
        <a:xfrm>
          <a:off x="0" y="0"/>
          <a:ext cx="0" cy="0"/>
          <a:chOff x="0" y="0"/>
          <a:chExt cx="0" cy="0"/>
        </a:xfrm>
      </p:grpSpPr>
      <p:sp>
        <p:nvSpPr>
          <p:cNvPr id="9" name="Rechteck 8"/>
          <p:cNvSpPr/>
          <p:nvPr/>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903968" cy="457200"/>
          </a:xfrm>
          <a:prstGeom prst="rect">
            <a:avLst/>
          </a:prstGeom>
        </p:spPr>
        <p:txBody>
          <a:bodyPr vert="horz"/>
          <a:lstStyle>
            <a:lvl1pPr algn="l">
              <a:defRPr sz="2800" b="1" baseline="0">
                <a:solidFill>
                  <a:schemeClr val="bg1"/>
                </a:solidFill>
                <a:latin typeface="+mn-lt"/>
                <a:cs typeface="Arial"/>
              </a:defRPr>
            </a:lvl1pPr>
          </a:lstStyle>
          <a:p>
            <a:r>
              <a:rPr lang="de-DE"/>
              <a:t>Mastertitelformat bearbeiten</a:t>
            </a:r>
            <a:endParaRPr lang="de-DE" dirty="0"/>
          </a:p>
        </p:txBody>
      </p:sp>
      <p:sp>
        <p:nvSpPr>
          <p:cNvPr id="15" name="Inhaltsplatzhalter 14"/>
          <p:cNvSpPr>
            <a:spLocks noGrp="1"/>
          </p:cNvSpPr>
          <p:nvPr>
            <p:ph sz="quarter" idx="11" hasCustomPrompt="1"/>
          </p:nvPr>
        </p:nvSpPr>
        <p:spPr>
          <a:xfrm>
            <a:off x="309685" y="1052736"/>
            <a:ext cx="11688064" cy="5256584"/>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6" name="Textfeld 5"/>
          <p:cNvSpPr txBox="1"/>
          <p:nvPr/>
        </p:nvSpPr>
        <p:spPr>
          <a:xfrm>
            <a:off x="11344523"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68426" y="6645378"/>
            <a:ext cx="5183188" cy="226472"/>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
        <p:nvSpPr>
          <p:cNvPr id="10" name="Rechteck 9">
            <a:extLst>
              <a:ext uri="{FF2B5EF4-FFF2-40B4-BE49-F238E27FC236}">
                <a16:creationId xmlns:a16="http://schemas.microsoft.com/office/drawing/2014/main" id="{38834CE8-8346-47FD-909A-37EC7096C6B3}"/>
              </a:ext>
            </a:extLst>
          </p:cNvPr>
          <p:cNvSpPr/>
          <p:nvPr/>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11" name="Rechteck 10">
            <a:extLst>
              <a:ext uri="{FF2B5EF4-FFF2-40B4-BE49-F238E27FC236}">
                <a16:creationId xmlns:a16="http://schemas.microsoft.com/office/drawing/2014/main" id="{C1E5D8B2-1B40-4E8B-A31E-99315499EDCC}"/>
              </a:ext>
            </a:extLst>
          </p:cNvPr>
          <p:cNvSpPr/>
          <p:nvPr/>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12" name="Textfeld 11">
            <a:extLst>
              <a:ext uri="{FF2B5EF4-FFF2-40B4-BE49-F238E27FC236}">
                <a16:creationId xmlns:a16="http://schemas.microsoft.com/office/drawing/2014/main" id="{40A841D2-40AF-42BE-9F43-8097509BCA3A}"/>
              </a:ext>
            </a:extLst>
          </p:cNvPr>
          <p:cNvSpPr txBox="1"/>
          <p:nvPr/>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13" name="Textfeld 12">
            <a:extLst>
              <a:ext uri="{FF2B5EF4-FFF2-40B4-BE49-F238E27FC236}">
                <a16:creationId xmlns:a16="http://schemas.microsoft.com/office/drawing/2014/main" id="{1E3CF587-4CB2-47CA-B14C-7C36BC52A97B}"/>
              </a:ext>
            </a:extLst>
          </p:cNvPr>
          <p:cNvSpPr txBox="1"/>
          <p:nvPr/>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
        <p:nvSpPr>
          <p:cNvPr id="14" name="Rechteck 13">
            <a:extLst>
              <a:ext uri="{FF2B5EF4-FFF2-40B4-BE49-F238E27FC236}">
                <a16:creationId xmlns:a16="http://schemas.microsoft.com/office/drawing/2014/main" id="{ADFBF5B3-9B5D-4693-8929-49618E5F56A0}"/>
              </a:ext>
            </a:extLst>
          </p:cNvPr>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16" name="Rechteck 15">
            <a:extLst>
              <a:ext uri="{FF2B5EF4-FFF2-40B4-BE49-F238E27FC236}">
                <a16:creationId xmlns:a16="http://schemas.microsoft.com/office/drawing/2014/main" id="{8BDB4642-5F86-4AA7-9081-08ED87A0F9A0}"/>
              </a:ext>
            </a:extLst>
          </p:cNvPr>
          <p:cNvSpPr/>
          <p:nvPr userDrawn="1"/>
        </p:nvSpPr>
        <p:spPr>
          <a:xfrm>
            <a:off x="0" y="0"/>
            <a:ext cx="12192000" cy="692696"/>
          </a:xfrm>
          <a:prstGeom prst="rect">
            <a:avLst/>
          </a:prstGeom>
          <a:solidFill>
            <a:schemeClr val="tx2">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17" name="Textfeld 16">
            <a:extLst>
              <a:ext uri="{FF2B5EF4-FFF2-40B4-BE49-F238E27FC236}">
                <a16:creationId xmlns:a16="http://schemas.microsoft.com/office/drawing/2014/main" id="{63ABAA05-3B64-44C4-8A9A-5045400251C7}"/>
              </a:ext>
            </a:extLst>
          </p:cNvPr>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VU</a:t>
            </a:r>
            <a:r>
              <a:rPr lang="de-AT" sz="800" baseline="0" dirty="0">
                <a:solidFill>
                  <a:schemeClr val="bg1">
                    <a:lumMod val="50000"/>
                  </a:schemeClr>
                </a:solidFill>
                <a:latin typeface="+mj-lt"/>
              </a:rPr>
              <a:t> Sozialwiss. Methoden </a:t>
            </a:r>
            <a:r>
              <a:rPr lang="de-AT" sz="800" dirty="0">
                <a:solidFill>
                  <a:schemeClr val="bg1">
                    <a:lumMod val="50000"/>
                  </a:schemeClr>
                </a:solidFill>
                <a:latin typeface="+mj-lt"/>
              </a:rPr>
              <a:t>| KMH</a:t>
            </a:r>
          </a:p>
        </p:txBody>
      </p:sp>
      <p:sp>
        <p:nvSpPr>
          <p:cNvPr id="18" name="Textfeld 17">
            <a:extLst>
              <a:ext uri="{FF2B5EF4-FFF2-40B4-BE49-F238E27FC236}">
                <a16:creationId xmlns:a16="http://schemas.microsoft.com/office/drawing/2014/main" id="{AFE0DF67-1C8F-4C65-9010-13104B69FACB}"/>
              </a:ext>
            </a:extLst>
          </p:cNvPr>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a:t>
            </a:fld>
            <a:endParaRPr lang="de-AT" sz="800" dirty="0">
              <a:solidFill>
                <a:schemeClr val="bg1">
                  <a:lumMod val="50000"/>
                </a:schemeClr>
              </a:solidFill>
              <a:latin typeface="+mj-lt"/>
            </a:endParaRPr>
          </a:p>
        </p:txBody>
      </p:sp>
    </p:spTree>
    <p:extLst>
      <p:ext uri="{BB962C8B-B14F-4D97-AF65-F5344CB8AC3E}">
        <p14:creationId xmlns:p14="http://schemas.microsoft.com/office/powerpoint/2010/main" val="3937138928"/>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2_Abschnittsüberschrift">
    <p:spTree>
      <p:nvGrpSpPr>
        <p:cNvPr id="1" name=""/>
        <p:cNvGrpSpPr/>
        <p:nvPr/>
      </p:nvGrpSpPr>
      <p:grpSpPr>
        <a:xfrm>
          <a:off x="0" y="0"/>
          <a:ext cx="0" cy="0"/>
          <a:chOff x="0" y="0"/>
          <a:chExt cx="0" cy="0"/>
        </a:xfrm>
      </p:grpSpPr>
      <p:sp>
        <p:nvSpPr>
          <p:cNvPr id="7" name="Titel 6"/>
          <p:cNvSpPr>
            <a:spLocks noGrp="1"/>
          </p:cNvSpPr>
          <p:nvPr>
            <p:ph type="title"/>
          </p:nvPr>
        </p:nvSpPr>
        <p:spPr>
          <a:xfrm>
            <a:off x="431371" y="1268760"/>
            <a:ext cx="11760629" cy="457200"/>
          </a:xfrm>
          <a:prstGeom prst="rect">
            <a:avLst/>
          </a:prstGeom>
        </p:spPr>
        <p:txBody>
          <a:bodyPr vert="horz"/>
          <a:lstStyle>
            <a:lvl1pPr algn="l">
              <a:defRPr sz="2800" b="1" baseline="0">
                <a:solidFill>
                  <a:srgbClr val="E37823"/>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431371" y="1844824"/>
            <a:ext cx="11329259" cy="4608512"/>
          </a:xfrm>
          <a:prstGeom prst="rect">
            <a:avLst/>
          </a:prstGeom>
        </p:spPr>
        <p:txBody>
          <a:bodyPr vert="horz"/>
          <a:lstStyle>
            <a:lvl1pPr marL="342900" indent="-342900" algn="l">
              <a:lnSpc>
                <a:spcPct val="114000"/>
              </a:lnSpc>
              <a:spcBef>
                <a:spcPts val="400"/>
              </a:spcBef>
              <a:spcAft>
                <a:spcPts val="0"/>
              </a:spcAft>
              <a:buFont typeface="Wingdings" pitchFamily="2" charset="2"/>
              <a:buChar char="§"/>
              <a:defRPr sz="2400" b="0" baseline="0">
                <a:solidFill>
                  <a:schemeClr val="tx1"/>
                </a:solidFill>
                <a:latin typeface="+mn-lt"/>
              </a:defRPr>
            </a:lvl1pPr>
            <a:lvl2pPr marL="742950" indent="-285750" algn="l">
              <a:lnSpc>
                <a:spcPct val="114000"/>
              </a:lnSpc>
              <a:spcBef>
                <a:spcPts val="400"/>
              </a:spcBef>
              <a:spcAft>
                <a:spcPts val="0"/>
              </a:spcAft>
              <a:buFont typeface="Arial" pitchFamily="34" charset="0"/>
              <a:buChar char="»"/>
              <a:defRPr sz="2100">
                <a:solidFill>
                  <a:schemeClr val="tx1"/>
                </a:solidFill>
              </a:defRPr>
            </a:lvl2pPr>
            <a:lvl3pPr marL="1143000" indent="-228600" algn="l">
              <a:lnSpc>
                <a:spcPct val="114000"/>
              </a:lnSpc>
              <a:spcBef>
                <a:spcPts val="400"/>
              </a:spcBef>
              <a:spcAft>
                <a:spcPts val="0"/>
              </a:spcAft>
              <a:buFont typeface="Symbol" pitchFamily="18" charset="2"/>
              <a:buChar char="-"/>
              <a:defRPr sz="1800">
                <a:solidFill>
                  <a:schemeClr val="tx1"/>
                </a:solidFill>
              </a:defRPr>
            </a:lvl3pPr>
            <a:lvl4pPr marL="1600200" indent="-228600">
              <a:lnSpc>
                <a:spcPct val="114000"/>
              </a:lnSpc>
              <a:spcBef>
                <a:spcPts val="4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16982"/>
            <a:ext cx="3648405" cy="215444"/>
          </a:xfrm>
          <a:prstGeom prst="rect">
            <a:avLst/>
          </a:prstGeom>
          <a:noFill/>
        </p:spPr>
        <p:txBody>
          <a:bodyPr wrap="square" rtlCol="0">
            <a:spAutoFit/>
          </a:bodyPr>
          <a:lstStyle/>
          <a:p>
            <a:r>
              <a:rPr lang="de-AT" sz="800" dirty="0">
                <a:latin typeface="+mj-lt"/>
              </a:rPr>
              <a:t>VU Sozialwiss. Methoden  | KMH</a:t>
            </a:r>
          </a:p>
        </p:txBody>
      </p:sp>
      <p:sp>
        <p:nvSpPr>
          <p:cNvPr id="6" name="Textfeld 5"/>
          <p:cNvSpPr txBox="1"/>
          <p:nvPr userDrawn="1"/>
        </p:nvSpPr>
        <p:spPr>
          <a:xfrm>
            <a:off x="11280576" y="6616982"/>
            <a:ext cx="512117" cy="215444"/>
          </a:xfrm>
          <a:prstGeom prst="rect">
            <a:avLst/>
          </a:prstGeom>
          <a:noFill/>
        </p:spPr>
        <p:txBody>
          <a:bodyPr wrap="square" rtlCol="0">
            <a:spAutoFit/>
          </a:bodyPr>
          <a:lstStyle/>
          <a:p>
            <a:pPr algn="r"/>
            <a:fld id="{D0D87B3D-9F2E-4AB4-9472-248B74A58E90}" type="slidenum">
              <a:rPr lang="de-AT" sz="800" smtClean="0">
                <a:latin typeface="+mj-lt"/>
              </a:rPr>
              <a:pPr algn="r"/>
              <a:t>‹#›</a:t>
            </a:fld>
            <a:endParaRPr lang="de-AT" sz="800" dirty="0">
              <a:latin typeface="+mj-lt"/>
            </a:endParaRPr>
          </a:p>
        </p:txBody>
      </p:sp>
      <p:sp>
        <p:nvSpPr>
          <p:cNvPr id="4" name="Textplatzhalter 3"/>
          <p:cNvSpPr>
            <a:spLocks noGrp="1"/>
          </p:cNvSpPr>
          <p:nvPr>
            <p:ph type="body" sz="quarter" idx="12" hasCustomPrompt="1"/>
          </p:nvPr>
        </p:nvSpPr>
        <p:spPr>
          <a:xfrm>
            <a:off x="5903979" y="6611468"/>
            <a:ext cx="5183188" cy="226472"/>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069955482"/>
      </p:ext>
    </p:extLst>
  </p:cSld>
  <p:clrMapOvr>
    <a:masterClrMapping/>
  </p:clrMapOvr>
  <p:hf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en-GB" smtClean="0"/>
              <a:pPr/>
              <a:t>‹#›</a:t>
            </a:fld>
            <a:endParaRPr lang="en-GB"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549000"/>
            <a:ext cx="9360675" cy="792000"/>
          </a:xfrm>
          <a:prstGeom prst="rect">
            <a:avLst/>
          </a:prstGeom>
        </p:spPr>
        <p:txBody>
          <a:bodyPr vert="horz" lIns="0" tIns="0" rIns="0" bIns="0" rtlCol="0" anchor="t" anchorCtr="0">
            <a:noAutofit/>
          </a:bodyPr>
          <a:lstStyle/>
          <a:p>
            <a:r>
              <a:rPr lang="en-GB" dirty="0" err="1"/>
              <a:t>Titelmasterformat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7176000" y="6439500"/>
            <a:ext cx="3672000" cy="144000"/>
          </a:xfrm>
          <a:prstGeom prst="rect">
            <a:avLst/>
          </a:prstGeom>
        </p:spPr>
        <p:txBody>
          <a:bodyPr vert="horz" lIns="0" tIns="0" rIns="0" bIns="0" rtlCol="0" anchor="ctr"/>
          <a:lstStyle>
            <a:lvl1pPr algn="ctr">
              <a:defRPr sz="800">
                <a:solidFill>
                  <a:schemeClr val="tx1"/>
                </a:solidFill>
              </a:defRPr>
            </a:lvl1pPr>
          </a:lstStyle>
          <a:p>
            <a:endParaRPr lang="en-GB"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695324" y="6439500"/>
            <a:ext cx="5112675" cy="144000"/>
          </a:xfrm>
          <a:prstGeom prst="rect">
            <a:avLst/>
          </a:prstGeom>
        </p:spPr>
        <p:txBody>
          <a:bodyPr vert="horz" lIns="0" tIns="0" rIns="0" bIns="0" rtlCol="0" anchor="ctr"/>
          <a:lstStyle>
            <a:lvl1pPr algn="l">
              <a:defRPr sz="800">
                <a:solidFill>
                  <a:schemeClr val="tx1"/>
                </a:solidFill>
              </a:defRPr>
            </a:lvl1pPr>
          </a:lstStyle>
          <a:p>
            <a:r>
              <a:rPr lang="en-GB" dirty="0"/>
              <a:t>KMH</a:t>
            </a:r>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bwMode="gray">
          <a:xfrm>
            <a:off x="10992001" y="483651"/>
            <a:ext cx="504000" cy="516956"/>
          </a:xfrm>
          <a:prstGeom prst="rect">
            <a:avLst/>
          </a:prstGeom>
        </p:spPr>
      </p:pic>
      <p:sp>
        <p:nvSpPr>
          <p:cNvPr id="9" name="Text Placeholder 8">
            <a:extLst>
              <a:ext uri="{FF2B5EF4-FFF2-40B4-BE49-F238E27FC236}">
                <a16:creationId xmlns:a16="http://schemas.microsoft.com/office/drawing/2014/main" id="{987B8CF3-537D-97EE-9965-1D02748814DC}"/>
              </a:ext>
            </a:extLst>
          </p:cNvPr>
          <p:cNvSpPr>
            <a:spLocks noGrp="1"/>
          </p:cNvSpPr>
          <p:nvPr>
            <p:ph type="body" idx="1"/>
          </p:nvPr>
        </p:nvSpPr>
        <p:spPr>
          <a:xfrm>
            <a:off x="695324" y="1583258"/>
            <a:ext cx="10800676" cy="4593705"/>
          </a:xfrm>
          <a:prstGeom prst="rect">
            <a:avLst/>
          </a:prstGeom>
        </p:spPr>
        <p:txBody>
          <a:bodyPr vert="horz" lIns="91440" tIns="45720" rIns="91440" bIns="45720" rtlCol="0" anchor="ctr">
            <a:normAutofit/>
          </a:bodyPr>
          <a:lstStyle/>
          <a:p>
            <a:pPr lvl="0"/>
            <a:r>
              <a:rPr lang="en-GB" dirty="0"/>
              <a:t>First</a:t>
            </a:r>
          </a:p>
          <a:p>
            <a:pPr lvl="1"/>
            <a:r>
              <a:rPr lang="en-GB" dirty="0"/>
              <a:t>Second</a:t>
            </a:r>
          </a:p>
          <a:p>
            <a:pPr lvl="2"/>
            <a:r>
              <a:rPr lang="en-GB" dirty="0"/>
              <a:t>Third</a:t>
            </a:r>
          </a:p>
          <a:p>
            <a:pPr lvl="3"/>
            <a:r>
              <a:rPr lang="en-GB" dirty="0"/>
              <a:t>Fourth</a:t>
            </a:r>
          </a:p>
        </p:txBody>
      </p:sp>
    </p:spTree>
    <p:extLst>
      <p:ext uri="{BB962C8B-B14F-4D97-AF65-F5344CB8AC3E}">
        <p14:creationId xmlns:p14="http://schemas.microsoft.com/office/powerpoint/2010/main" val="2449632651"/>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62" r:id="rId4"/>
    <p:sldLayoutId id="2147483651" r:id="rId5"/>
    <p:sldLayoutId id="2147483701" r:id="rId6"/>
    <p:sldLayoutId id="2147483650" r:id="rId7"/>
    <p:sldLayoutId id="2147483686" r:id="rId8"/>
    <p:sldLayoutId id="2147483652" r:id="rId9"/>
    <p:sldLayoutId id="2147483654" r:id="rId10"/>
    <p:sldLayoutId id="2147483655" r:id="rId11"/>
    <p:sldLayoutId id="2147483687" r:id="rId12"/>
    <p:sldLayoutId id="2147483688" r:id="rId13"/>
    <p:sldLayoutId id="2147483690" r:id="rId14"/>
    <p:sldLayoutId id="2147483692" r:id="rId15"/>
    <p:sldLayoutId id="2147483689" r:id="rId16"/>
    <p:sldLayoutId id="2147483691"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2" r:id="rId26"/>
    <p:sldLayoutId id="2147483704" r:id="rId27"/>
    <p:sldLayoutId id="2147483705" r:id="rId28"/>
    <p:sldLayoutId id="2147483706" r:id="rId29"/>
    <p:sldLayoutId id="2147483708" r:id="rId30"/>
    <p:sldLayoutId id="2147483709" r:id="rId31"/>
    <p:sldLayoutId id="2147483710" r:id="rId32"/>
    <p:sldLayoutId id="2147483711" r:id="rId33"/>
    <p:sldLayoutId id="2147483712" r:id="rId34"/>
    <p:sldLayoutId id="2147483713" r:id="rId35"/>
    <p:sldLayoutId id="2147483714" r:id="rId36"/>
    <p:sldLayoutId id="2147483715" r:id="rId37"/>
    <p:sldLayoutId id="2147483716" r:id="rId38"/>
    <p:sldLayoutId id="2147483717" r:id="rId39"/>
    <p:sldLayoutId id="2147483718" r:id="rId40"/>
    <p:sldLayoutId id="2147483719" r:id="rId41"/>
    <p:sldLayoutId id="2147483720" r:id="rId42"/>
    <p:sldLayoutId id="2147483721" r:id="rId43"/>
    <p:sldLayoutId id="2147483722" r:id="rId44"/>
    <p:sldLayoutId id="2147483723" r:id="rId45"/>
    <p:sldLayoutId id="2147483724" r:id="rId46"/>
    <p:sldLayoutId id="2147483725" r:id="rId47"/>
    <p:sldLayoutId id="2147483726" r:id="rId48"/>
    <p:sldLayoutId id="2147483727" r:id="rId49"/>
    <p:sldLayoutId id="2147483729" r:id="rId50"/>
  </p:sldLayoutIdLst>
  <p:hf hdr="0"/>
  <p:txStyles>
    <p:titleStyle>
      <a:lvl1pPr algn="l" defTabSz="914400" rtl="0" eaLnBrk="1" latinLnBrk="0" hangingPunct="1">
        <a:lnSpc>
          <a:spcPct val="90000"/>
        </a:lnSpc>
        <a:spcBef>
          <a:spcPct val="0"/>
        </a:spcBef>
        <a:buNone/>
        <a:defRPr sz="2800" b="1" kern="1200" spc="0" baseline="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mailto:karl-hoeferl@imc.ac.at"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hyperlink" Target="mailto:dsb@dsb.gv.at" TargetMode="External"/><Relationship Id="rId4" Type="http://schemas.openxmlformats.org/officeDocument/2006/relationships/hyperlink" Target="mailto:datenschutz@imc.ac.at"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soscisurvey.de/"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www.metabase.com/learn/grow-your-data-skills/spreadsheets-to-databases/xlookup-vs-joins"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www.marcushudec.at/download/docman/18/03%20Grenzwerts%C3%A4tze.pdf"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www.youtube.com/watch?v=6DncYkPZBc4" TargetMode="Externa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image" Target="../media/image3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78ECA2FC-8EBF-2FBC-EBF2-E347275417F5}"/>
              </a:ext>
            </a:extLst>
          </p:cNvPr>
          <p:cNvSpPr>
            <a:spLocks noGrp="1"/>
          </p:cNvSpPr>
          <p:nvPr>
            <p:ph type="ctrTitle"/>
          </p:nvPr>
        </p:nvSpPr>
        <p:spPr>
          <a:xfrm>
            <a:off x="6744000" y="2709000"/>
            <a:ext cx="4751326" cy="1440000"/>
          </a:xfrm>
        </p:spPr>
        <p:txBody>
          <a:bodyPr/>
          <a:lstStyle/>
          <a:p>
            <a:r>
              <a:rPr lang="en-GB" dirty="0"/>
              <a:t>Gathering Primary Data with Surveys</a:t>
            </a:r>
          </a:p>
        </p:txBody>
      </p:sp>
      <p:sp>
        <p:nvSpPr>
          <p:cNvPr id="4" name="Untertitel 3">
            <a:extLst>
              <a:ext uri="{FF2B5EF4-FFF2-40B4-BE49-F238E27FC236}">
                <a16:creationId xmlns:a16="http://schemas.microsoft.com/office/drawing/2014/main" id="{F4502378-B236-0724-12B2-56238B51872B}"/>
              </a:ext>
            </a:extLst>
          </p:cNvPr>
          <p:cNvSpPr>
            <a:spLocks noGrp="1"/>
          </p:cNvSpPr>
          <p:nvPr>
            <p:ph type="subTitle" idx="1"/>
          </p:nvPr>
        </p:nvSpPr>
        <p:spPr/>
        <p:txBody>
          <a:bodyPr/>
          <a:lstStyle/>
          <a:p>
            <a:r>
              <a:rPr lang="en-GB" dirty="0"/>
              <a:t>IL “Data and Decision Making”</a:t>
            </a:r>
            <a:br>
              <a:rPr lang="en-GB" dirty="0"/>
            </a:br>
            <a:r>
              <a:rPr lang="en-GB" dirty="0"/>
              <a:t>SS 26</a:t>
            </a:r>
          </a:p>
        </p:txBody>
      </p:sp>
      <p:sp>
        <p:nvSpPr>
          <p:cNvPr id="5" name="Textplatzhalter 4">
            <a:extLst>
              <a:ext uri="{FF2B5EF4-FFF2-40B4-BE49-F238E27FC236}">
                <a16:creationId xmlns:a16="http://schemas.microsoft.com/office/drawing/2014/main" id="{D4CAB6A2-FD2E-0A0E-1E7C-685BDC8AB00A}"/>
              </a:ext>
            </a:extLst>
          </p:cNvPr>
          <p:cNvSpPr>
            <a:spLocks noGrp="1"/>
          </p:cNvSpPr>
          <p:nvPr>
            <p:ph type="body" sz="quarter" idx="10"/>
          </p:nvPr>
        </p:nvSpPr>
        <p:spPr/>
        <p:txBody>
          <a:bodyPr/>
          <a:lstStyle/>
          <a:p>
            <a:r>
              <a:rPr lang="en-GB" dirty="0"/>
              <a:t>Kami Höferl</a:t>
            </a:r>
          </a:p>
        </p:txBody>
      </p:sp>
      <p:pic>
        <p:nvPicPr>
          <p:cNvPr id="6" name="Picture Placeholder 14">
            <a:extLst>
              <a:ext uri="{FF2B5EF4-FFF2-40B4-BE49-F238E27FC236}">
                <a16:creationId xmlns:a16="http://schemas.microsoft.com/office/drawing/2014/main" id="{A4745F24-D207-A9C3-7B8F-2B847985E1BF}"/>
              </a:ext>
            </a:extLst>
          </p:cNvPr>
          <p:cNvPicPr>
            <a:picLocks noChangeAspect="1"/>
          </p:cNvPicPr>
          <p:nvPr/>
        </p:nvPicPr>
        <p:blipFill rotWithShape="1">
          <a:blip r:embed="rId3">
            <a:extLst>
              <a:ext uri="{28A0092B-C50C-407E-A947-70E740481C1C}">
                <a14:useLocalDpi xmlns:a14="http://schemas.microsoft.com/office/drawing/2010/main" val="0"/>
              </a:ext>
            </a:extLst>
          </a:blip>
          <a:srcRect l="27648" r="10344"/>
          <a:stretch>
            <a:fillRect/>
          </a:stretch>
        </p:blipFill>
        <p:spPr bwMode="gray">
          <a:xfrm>
            <a:off x="-528000" y="-86336"/>
            <a:ext cx="6459145" cy="6944335"/>
          </a:xfrm>
          <a:prstGeom prst="rect">
            <a:avLst/>
          </a:prstGeom>
          <a:solidFill>
            <a:srgbClr val="E4E7E9"/>
          </a:solidFill>
          <a:ln w="50800">
            <a:solidFill>
              <a:schemeClr val="bg1"/>
            </a:solidFill>
          </a:ln>
          <a:effectLst>
            <a:outerShdw blurRad="254000" dist="107763" dir="2699994" algn="tl">
              <a:prstClr val="black">
                <a:alpha val="40000"/>
              </a:prstClr>
            </a:outerShdw>
          </a:effectLst>
        </p:spPr>
      </p:pic>
      <p:sp>
        <p:nvSpPr>
          <p:cNvPr id="7" name="Textfeld 6">
            <a:extLst>
              <a:ext uri="{FF2B5EF4-FFF2-40B4-BE49-F238E27FC236}">
                <a16:creationId xmlns:a16="http://schemas.microsoft.com/office/drawing/2014/main" id="{AE42D817-3BF5-0859-ABA5-56BA456FF739}"/>
              </a:ext>
            </a:extLst>
          </p:cNvPr>
          <p:cNvSpPr txBox="1"/>
          <p:nvPr/>
        </p:nvSpPr>
        <p:spPr>
          <a:xfrm>
            <a:off x="120000" y="65250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a:t>
            </a:r>
            <a:r>
              <a:rPr lang="en-GB" sz="1100" dirty="0" err="1">
                <a:solidFill>
                  <a:schemeClr val="bg1">
                    <a:lumMod val="75000"/>
                  </a:schemeClr>
                </a:solidFill>
              </a:rPr>
              <a:t>MervC</a:t>
            </a:r>
            <a:r>
              <a:rPr lang="en-GB" sz="1100" dirty="0">
                <a:solidFill>
                  <a:schemeClr val="bg1">
                    <a:lumMod val="75000"/>
                  </a:schemeClr>
                </a:solidFill>
              </a:rPr>
              <a:t>, CC-BY-NC 2.0)</a:t>
            </a:r>
          </a:p>
        </p:txBody>
      </p:sp>
      <p:pic>
        <p:nvPicPr>
          <p:cNvPr id="10" name="Picture 9">
            <a:extLst>
              <a:ext uri="{FF2B5EF4-FFF2-40B4-BE49-F238E27FC236}">
                <a16:creationId xmlns:a16="http://schemas.microsoft.com/office/drawing/2014/main" id="{61047E16-0ACD-7593-2BE4-1CAD592D61C1}"/>
              </a:ext>
            </a:extLst>
          </p:cNvPr>
          <p:cNvPicPr>
            <a:picLocks noChangeAspect="1"/>
          </p:cNvPicPr>
          <p:nvPr/>
        </p:nvPicPr>
        <p:blipFill>
          <a:blip r:embed="rId4"/>
          <a:stretch>
            <a:fillRect/>
          </a:stretch>
        </p:blipFill>
        <p:spPr>
          <a:xfrm>
            <a:off x="9696000" y="6061794"/>
            <a:ext cx="490373" cy="223392"/>
          </a:xfrm>
          <a:prstGeom prst="rect">
            <a:avLst/>
          </a:prstGeom>
        </p:spPr>
      </p:pic>
    </p:spTree>
    <p:extLst>
      <p:ext uri="{BB962C8B-B14F-4D97-AF65-F5344CB8AC3E}">
        <p14:creationId xmlns:p14="http://schemas.microsoft.com/office/powerpoint/2010/main" val="1714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D1F21953-5825-54FF-DD84-ED80226FBB1E}"/>
              </a:ext>
            </a:extLst>
          </p:cNvPr>
          <p:cNvSpPr>
            <a:spLocks noGrp="1"/>
          </p:cNvSpPr>
          <p:nvPr>
            <p:ph type="title"/>
          </p:nvPr>
        </p:nvSpPr>
        <p:spPr>
          <a:xfrm>
            <a:off x="695326" y="693000"/>
            <a:ext cx="6553200" cy="648000"/>
          </a:xfrm>
        </p:spPr>
        <p:txBody>
          <a:bodyPr/>
          <a:lstStyle/>
          <a:p>
            <a:r>
              <a:rPr lang="en-GB" dirty="0"/>
              <a:t>Overview</a:t>
            </a:r>
          </a:p>
        </p:txBody>
      </p:sp>
      <p:sp>
        <p:nvSpPr>
          <p:cNvPr id="7" name="Inhaltsplatzhalter 6">
            <a:extLst>
              <a:ext uri="{FF2B5EF4-FFF2-40B4-BE49-F238E27FC236}">
                <a16:creationId xmlns:a16="http://schemas.microsoft.com/office/drawing/2014/main" id="{099EF4D1-C3FA-6B89-E7F8-3935D779FF1D}"/>
              </a:ext>
            </a:extLst>
          </p:cNvPr>
          <p:cNvSpPr>
            <a:spLocks noGrp="1"/>
          </p:cNvSpPr>
          <p:nvPr>
            <p:ph sz="half" idx="1"/>
          </p:nvPr>
        </p:nvSpPr>
        <p:spPr>
          <a:xfrm>
            <a:off x="695325" y="1413001"/>
            <a:ext cx="6553200" cy="4751262"/>
          </a:xfrm>
        </p:spPr>
        <p:txBody>
          <a:bodyPr/>
          <a:lstStyle/>
          <a:p>
            <a:pPr>
              <a:spcAft>
                <a:spcPts val="1200"/>
              </a:spcAft>
            </a:pPr>
            <a:r>
              <a:rPr lang="en-US" b="1" dirty="0"/>
              <a:t>Recap: Surveys</a:t>
            </a:r>
          </a:p>
          <a:p>
            <a:pPr>
              <a:spcAft>
                <a:spcPts val="1200"/>
              </a:spcAft>
            </a:pPr>
            <a:r>
              <a:rPr lang="en-US" b="1" dirty="0"/>
              <a:t>Playing around with </a:t>
            </a:r>
            <a:r>
              <a:rPr lang="en-US" b="1" dirty="0" err="1"/>
              <a:t>SociSurvey</a:t>
            </a:r>
            <a:endParaRPr lang="en-US" b="1" dirty="0"/>
          </a:p>
          <a:p>
            <a:pPr>
              <a:spcAft>
                <a:spcPts val="1200"/>
              </a:spcAft>
            </a:pPr>
            <a:r>
              <a:rPr lang="en-US" b="1" dirty="0"/>
              <a:t>Sampling in Action</a:t>
            </a:r>
          </a:p>
          <a:p>
            <a:pPr>
              <a:spcAft>
                <a:spcPts val="1200"/>
              </a:spcAft>
            </a:pPr>
            <a:r>
              <a:rPr lang="en-US" b="1"/>
              <a:t>A Quick </a:t>
            </a:r>
            <a:r>
              <a:rPr lang="en-US" b="1" dirty="0"/>
              <a:t>Look: Inference and Sampling</a:t>
            </a:r>
          </a:p>
        </p:txBody>
      </p:sp>
      <p:sp>
        <p:nvSpPr>
          <p:cNvPr id="9" name="Textplatzhalter 8">
            <a:extLst>
              <a:ext uri="{FF2B5EF4-FFF2-40B4-BE49-F238E27FC236}">
                <a16:creationId xmlns:a16="http://schemas.microsoft.com/office/drawing/2014/main" id="{C9C7155B-A456-92AA-517F-BB971C939B2C}"/>
              </a:ext>
            </a:extLst>
          </p:cNvPr>
          <p:cNvSpPr>
            <a:spLocks noGrp="1"/>
          </p:cNvSpPr>
          <p:nvPr>
            <p:ph type="body" sz="quarter" idx="14"/>
          </p:nvPr>
        </p:nvSpPr>
        <p:spPr/>
        <p:txBody>
          <a:bodyPr/>
          <a:lstStyle/>
          <a:p>
            <a:endParaRPr lang="en-GB" dirty="0"/>
          </a:p>
        </p:txBody>
      </p:sp>
      <p:sp>
        <p:nvSpPr>
          <p:cNvPr id="14" name="Textfeld 13">
            <a:extLst>
              <a:ext uri="{FF2B5EF4-FFF2-40B4-BE49-F238E27FC236}">
                <a16:creationId xmlns:a16="http://schemas.microsoft.com/office/drawing/2014/main" id="{FB0825BA-6A02-22EE-1F32-1608C61C8F8D}"/>
              </a:ext>
            </a:extLst>
          </p:cNvPr>
          <p:cNvSpPr txBox="1"/>
          <p:nvPr/>
        </p:nvSpPr>
        <p:spPr>
          <a:xfrm>
            <a:off x="11136000" y="6525000"/>
            <a:ext cx="2448000" cy="189604"/>
          </a:xfrm>
          <a:prstGeom prst="rect">
            <a:avLst/>
          </a:prstGeom>
          <a:noFill/>
        </p:spPr>
        <p:txBody>
          <a:bodyPr wrap="square" lIns="0" tIns="0" rIns="0" bIns="0" rtlCol="0">
            <a:spAutoFit/>
          </a:bodyPr>
          <a:lstStyle/>
          <a:p>
            <a:pPr algn="l">
              <a:lnSpc>
                <a:spcPct val="120000"/>
              </a:lnSpc>
              <a:spcBef>
                <a:spcPts val="800"/>
              </a:spcBef>
            </a:pPr>
            <a:r>
              <a:rPr lang="en-GB" sz="1100" dirty="0">
                <a:solidFill>
                  <a:schemeClr val="bg1"/>
                </a:solidFill>
              </a:rPr>
              <a:t>(Escher, 1961)</a:t>
            </a:r>
          </a:p>
        </p:txBody>
      </p:sp>
      <p:pic>
        <p:nvPicPr>
          <p:cNvPr id="16" name="Picture Placeholder 14">
            <a:extLst>
              <a:ext uri="{FF2B5EF4-FFF2-40B4-BE49-F238E27FC236}">
                <a16:creationId xmlns:a16="http://schemas.microsoft.com/office/drawing/2014/main" id="{7D11AE93-7A82-39E1-F0EF-B8879756C570}"/>
              </a:ext>
            </a:extLst>
          </p:cNvPr>
          <p:cNvPicPr>
            <a:picLocks noGrp="1" noChangeAspect="1"/>
          </p:cNvPicPr>
          <p:nvPr>
            <p:ph type="pic" idx="13"/>
          </p:nvPr>
        </p:nvPicPr>
        <p:blipFill rotWithShape="1">
          <a:blip r:embed="rId2">
            <a:extLst>
              <a:ext uri="{28A0092B-C50C-407E-A947-70E740481C1C}">
                <a14:useLocalDpi xmlns:a14="http://schemas.microsoft.com/office/drawing/2010/main" val="0"/>
              </a:ext>
            </a:extLst>
          </a:blip>
          <a:srcRect l="23098" r="33740"/>
          <a:stretch>
            <a:fillRect/>
          </a:stretch>
        </p:blipFill>
        <p:spPr bwMode="gray">
          <a:xfrm>
            <a:off x="7752001" y="0"/>
            <a:ext cx="4440000" cy="6858000"/>
          </a:xfrm>
          <a:prstGeom prst="rect">
            <a:avLst/>
          </a:prstGeom>
          <a:solidFill>
            <a:srgbClr val="E4E7E9"/>
          </a:solidFill>
          <a:ln w="6350">
            <a:solidFill>
              <a:schemeClr val="tx1"/>
            </a:solidFill>
          </a:ln>
          <a:effectLst>
            <a:outerShdw blurRad="254000" dist="107763" dir="2699994" algn="tl">
              <a:prstClr val="black">
                <a:alpha val="40000"/>
              </a:prstClr>
            </a:outerShdw>
          </a:effectLst>
        </p:spPr>
      </p:pic>
      <p:sp>
        <p:nvSpPr>
          <p:cNvPr id="2" name="Textfeld 1">
            <a:extLst>
              <a:ext uri="{FF2B5EF4-FFF2-40B4-BE49-F238E27FC236}">
                <a16:creationId xmlns:a16="http://schemas.microsoft.com/office/drawing/2014/main" id="{8E685C95-94E5-A5B0-7580-C531D1A59A1E}"/>
              </a:ext>
            </a:extLst>
          </p:cNvPr>
          <p:cNvSpPr txBox="1"/>
          <p:nvPr/>
        </p:nvSpPr>
        <p:spPr>
          <a:xfrm>
            <a:off x="7911724" y="6583500"/>
            <a:ext cx="2448000" cy="189604"/>
          </a:xfrm>
          <a:prstGeom prst="rect">
            <a:avLst/>
          </a:prstGeom>
          <a:noFill/>
        </p:spPr>
        <p:txBody>
          <a:bodyPr wrap="square" lIns="0" tIns="0" rIns="0" bIns="0" rtlCol="0">
            <a:spAutoFit/>
          </a:bodyPr>
          <a:lstStyle/>
          <a:p>
            <a:pPr>
              <a:lnSpc>
                <a:spcPct val="120000"/>
              </a:lnSpc>
              <a:spcBef>
                <a:spcPts val="800"/>
              </a:spcBef>
            </a:pPr>
            <a:r>
              <a:rPr lang="en-GB" sz="1100" dirty="0">
                <a:solidFill>
                  <a:schemeClr val="bg1">
                    <a:lumMod val="75000"/>
                  </a:schemeClr>
                </a:solidFill>
              </a:rPr>
              <a:t>(</a:t>
            </a:r>
            <a:r>
              <a:rPr lang="en-GB" sz="1100" dirty="0" err="1">
                <a:solidFill>
                  <a:schemeClr val="bg1">
                    <a:lumMod val="75000"/>
                  </a:schemeClr>
                </a:solidFill>
              </a:rPr>
              <a:t>MervC</a:t>
            </a:r>
            <a:r>
              <a:rPr lang="en-GB" sz="1100" dirty="0">
                <a:solidFill>
                  <a:schemeClr val="bg1">
                    <a:lumMod val="75000"/>
                  </a:schemeClr>
                </a:solidFill>
              </a:rPr>
              <a:t>, CC-BY-NC 2.0)</a:t>
            </a:r>
          </a:p>
        </p:txBody>
      </p:sp>
    </p:spTree>
    <p:extLst>
      <p:ext uri="{BB962C8B-B14F-4D97-AF65-F5344CB8AC3E}">
        <p14:creationId xmlns:p14="http://schemas.microsoft.com/office/powerpoint/2010/main" val="3966956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A5D9BEBA-54A9-0E2A-7E3A-E2BF2E5B542D}"/>
              </a:ext>
            </a:extLst>
          </p:cNvPr>
          <p:cNvSpPr>
            <a:spLocks noGrp="1"/>
          </p:cNvSpPr>
          <p:nvPr>
            <p:ph type="title"/>
          </p:nvPr>
        </p:nvSpPr>
        <p:spPr/>
        <p:txBody>
          <a:bodyPr/>
          <a:lstStyle/>
          <a:p>
            <a:r>
              <a:rPr lang="en-GB"/>
              <a:t>Surveys</a:t>
            </a:r>
            <a:br>
              <a:rPr lang="en-GB"/>
            </a:br>
            <a:r>
              <a:rPr lang="en-GB"/>
              <a:t>…</a:t>
            </a:r>
            <a:br>
              <a:rPr lang="en-GB"/>
            </a:br>
            <a:r>
              <a:rPr lang="en-GB"/>
              <a:t>remember?</a:t>
            </a:r>
            <a:endParaRPr lang="en-GB" dirty="0"/>
          </a:p>
        </p:txBody>
      </p:sp>
    </p:spTree>
    <p:extLst>
      <p:ext uri="{BB962C8B-B14F-4D97-AF65-F5344CB8AC3E}">
        <p14:creationId xmlns:p14="http://schemas.microsoft.com/office/powerpoint/2010/main" val="3032260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F95E1A4-BC97-48AF-42DD-287B9E263FE9}"/>
              </a:ext>
            </a:extLst>
          </p:cNvPr>
          <p:cNvSpPr>
            <a:spLocks noGrp="1"/>
          </p:cNvSpPr>
          <p:nvPr>
            <p:ph type="sldNum" sz="quarter" idx="12"/>
          </p:nvPr>
        </p:nvSpPr>
        <p:spPr/>
        <p:txBody>
          <a:bodyPr/>
          <a:lstStyle/>
          <a:p>
            <a:fld id="{D836C0FE-70CA-4950-82D6-CF602CC2B770}" type="slidenum">
              <a:rPr lang="en-GB" smtClean="0"/>
              <a:t>4</a:t>
            </a:fld>
            <a:endParaRPr lang="en-GB" dirty="0"/>
          </a:p>
        </p:txBody>
      </p:sp>
      <p:sp>
        <p:nvSpPr>
          <p:cNvPr id="3" name="Titel 2">
            <a:extLst>
              <a:ext uri="{FF2B5EF4-FFF2-40B4-BE49-F238E27FC236}">
                <a16:creationId xmlns:a16="http://schemas.microsoft.com/office/drawing/2014/main" id="{0F8530A8-6163-6CCE-EF24-26CB60674C36}"/>
              </a:ext>
            </a:extLst>
          </p:cNvPr>
          <p:cNvSpPr>
            <a:spLocks noGrp="1"/>
          </p:cNvSpPr>
          <p:nvPr>
            <p:ph type="title"/>
          </p:nvPr>
        </p:nvSpPr>
        <p:spPr/>
        <p:txBody>
          <a:bodyPr/>
          <a:lstStyle/>
          <a:p>
            <a:pPr>
              <a:lnSpc>
                <a:spcPct val="150000"/>
              </a:lnSpc>
            </a:pPr>
            <a:r>
              <a:rPr lang="en-GB" dirty="0"/>
              <a:t>Look, Think, Test, Tell</a:t>
            </a:r>
          </a:p>
        </p:txBody>
      </p:sp>
      <p:pic>
        <p:nvPicPr>
          <p:cNvPr id="8" name="Content Placeholder 7">
            <a:extLst>
              <a:ext uri="{FF2B5EF4-FFF2-40B4-BE49-F238E27FC236}">
                <a16:creationId xmlns:a16="http://schemas.microsoft.com/office/drawing/2014/main" id="{8F50A96F-36D3-F545-AEB4-F487F1C0F77C}"/>
              </a:ext>
            </a:extLst>
          </p:cNvPr>
          <p:cNvPicPr>
            <a:picLocks noGrp="1" noChangeAspect="1"/>
          </p:cNvPicPr>
          <p:nvPr>
            <p:ph idx="1"/>
          </p:nvPr>
        </p:nvPicPr>
        <p:blipFill>
          <a:blip r:embed="rId2"/>
          <a:stretch>
            <a:fillRect/>
          </a:stretch>
        </p:blipFill>
        <p:spPr>
          <a:xfrm>
            <a:off x="5099585" y="404664"/>
            <a:ext cx="5244887" cy="5652617"/>
          </a:xfrm>
        </p:spPr>
      </p:pic>
      <p:sp>
        <p:nvSpPr>
          <p:cNvPr id="5" name="Datumsplatzhalter 4">
            <a:extLst>
              <a:ext uri="{FF2B5EF4-FFF2-40B4-BE49-F238E27FC236}">
                <a16:creationId xmlns:a16="http://schemas.microsoft.com/office/drawing/2014/main" id="{2D4B60EA-220E-09D1-2A51-B05CF07B856A}"/>
              </a:ext>
            </a:extLst>
          </p:cNvPr>
          <p:cNvSpPr>
            <a:spLocks noGrp="1"/>
          </p:cNvSpPr>
          <p:nvPr>
            <p:ph type="dt" sz="half" idx="10"/>
          </p:nvPr>
        </p:nvSpPr>
        <p:spPr/>
        <p:txBody>
          <a:bodyPr/>
          <a:lstStyle/>
          <a:p>
            <a:r>
              <a:rPr lang="en-GB" dirty="0"/>
              <a:t>(Sheppard, 2020:5)</a:t>
            </a:r>
          </a:p>
        </p:txBody>
      </p:sp>
      <p:sp>
        <p:nvSpPr>
          <p:cNvPr id="6" name="Fußzeilenplatzhalter 5">
            <a:extLst>
              <a:ext uri="{FF2B5EF4-FFF2-40B4-BE49-F238E27FC236}">
                <a16:creationId xmlns:a16="http://schemas.microsoft.com/office/drawing/2014/main" id="{083F36FA-0B91-385B-19C8-DC165428C29E}"/>
              </a:ext>
            </a:extLst>
          </p:cNvPr>
          <p:cNvSpPr>
            <a:spLocks noGrp="1"/>
          </p:cNvSpPr>
          <p:nvPr>
            <p:ph type="ftr" sz="quarter" idx="11"/>
          </p:nvPr>
        </p:nvSpPr>
        <p:spPr/>
        <p:txBody>
          <a:bodyPr/>
          <a:lstStyle/>
          <a:p>
            <a:r>
              <a:rPr lang="en-GB" dirty="0"/>
              <a:t>KMH | IL Scientific Method</a:t>
            </a:r>
          </a:p>
        </p:txBody>
      </p:sp>
      <p:sp>
        <p:nvSpPr>
          <p:cNvPr id="7" name="Rechteck: abgerundete Ecken 6">
            <a:extLst>
              <a:ext uri="{FF2B5EF4-FFF2-40B4-BE49-F238E27FC236}">
                <a16:creationId xmlns:a16="http://schemas.microsoft.com/office/drawing/2014/main" id="{282E8318-0CD2-F68D-17DD-59B77388D25F}"/>
              </a:ext>
            </a:extLst>
          </p:cNvPr>
          <p:cNvSpPr/>
          <p:nvPr/>
        </p:nvSpPr>
        <p:spPr>
          <a:xfrm>
            <a:off x="5099585" y="2194560"/>
            <a:ext cx="1859914" cy="3696197"/>
          </a:xfrm>
          <a:prstGeom prst="roundRect">
            <a:avLst/>
          </a:prstGeom>
          <a:noFill/>
          <a:ln w="76200">
            <a:solidFill>
              <a:schemeClr val="tx1"/>
            </a:solidFill>
            <a:prstDash val="sysDot"/>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
        <p:nvSpPr>
          <p:cNvPr id="4" name="Rechteck: abgerundete Ecken 3">
            <a:extLst>
              <a:ext uri="{FF2B5EF4-FFF2-40B4-BE49-F238E27FC236}">
                <a16:creationId xmlns:a16="http://schemas.microsoft.com/office/drawing/2014/main" id="{6BA4E074-B34E-F025-C38F-CDA7C78E63AB}"/>
              </a:ext>
            </a:extLst>
          </p:cNvPr>
          <p:cNvSpPr/>
          <p:nvPr/>
        </p:nvSpPr>
        <p:spPr>
          <a:xfrm>
            <a:off x="5099585" y="2194560"/>
            <a:ext cx="1859914" cy="1911847"/>
          </a:xfrm>
          <a:prstGeom prst="roundRect">
            <a:avLst/>
          </a:prstGeom>
          <a:noFill/>
          <a:ln w="76200">
            <a:solidFill>
              <a:schemeClr val="tx1"/>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201859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10A6B7-E82B-9D1A-B950-EDB61E4E92F8}"/>
              </a:ext>
            </a:extLst>
          </p:cNvPr>
          <p:cNvSpPr>
            <a:spLocks noGrp="1"/>
          </p:cNvSpPr>
          <p:nvPr>
            <p:ph type="title"/>
          </p:nvPr>
        </p:nvSpPr>
        <p:spPr/>
        <p:txBody>
          <a:bodyPr/>
          <a:lstStyle/>
          <a:p>
            <a:r>
              <a:rPr lang="en-GB" dirty="0"/>
              <a:t>A typical Workflow</a:t>
            </a:r>
          </a:p>
        </p:txBody>
      </p:sp>
      <p:grpSp>
        <p:nvGrpSpPr>
          <p:cNvPr id="23" name="Group 22">
            <a:extLst>
              <a:ext uri="{FF2B5EF4-FFF2-40B4-BE49-F238E27FC236}">
                <a16:creationId xmlns:a16="http://schemas.microsoft.com/office/drawing/2014/main" id="{E5D36125-7940-3D91-7711-78305E2CA778}"/>
              </a:ext>
            </a:extLst>
          </p:cNvPr>
          <p:cNvGrpSpPr/>
          <p:nvPr/>
        </p:nvGrpSpPr>
        <p:grpSpPr>
          <a:xfrm>
            <a:off x="1577990" y="765000"/>
            <a:ext cx="8766010" cy="5511615"/>
            <a:chOff x="1200000" y="980382"/>
            <a:chExt cx="8766010" cy="5511615"/>
          </a:xfrm>
        </p:grpSpPr>
        <p:graphicFrame>
          <p:nvGraphicFramePr>
            <p:cNvPr id="7" name="Inhaltsplatzhalter 4">
              <a:extLst>
                <a:ext uri="{FF2B5EF4-FFF2-40B4-BE49-F238E27FC236}">
                  <a16:creationId xmlns:a16="http://schemas.microsoft.com/office/drawing/2014/main" id="{5764C9C2-020A-AF27-4EC8-E180A3B51B7D}"/>
                </a:ext>
              </a:extLst>
            </p:cNvPr>
            <p:cNvGraphicFramePr>
              <a:graphicFrameLocks/>
            </p:cNvGraphicFramePr>
            <p:nvPr/>
          </p:nvGraphicFramePr>
          <p:xfrm>
            <a:off x="1200000" y="4366219"/>
            <a:ext cx="8732713" cy="1671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Pfeil: gebogen 8">
              <a:extLst>
                <a:ext uri="{FF2B5EF4-FFF2-40B4-BE49-F238E27FC236}">
                  <a16:creationId xmlns:a16="http://schemas.microsoft.com/office/drawing/2014/main" id="{84B7352B-E6B9-6986-1DAB-E30A346766A9}"/>
                </a:ext>
              </a:extLst>
            </p:cNvPr>
            <p:cNvSpPr/>
            <p:nvPr/>
          </p:nvSpPr>
          <p:spPr>
            <a:xfrm rot="5400000" flipV="1">
              <a:off x="3007257" y="2249551"/>
              <a:ext cx="1100043" cy="3997398"/>
            </a:xfrm>
            <a:prstGeom prst="bentArrow">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sp>
          <p:nvSpPr>
            <p:cNvPr id="9" name="Pfeil: gebogen 7">
              <a:extLst>
                <a:ext uri="{FF2B5EF4-FFF2-40B4-BE49-F238E27FC236}">
                  <a16:creationId xmlns:a16="http://schemas.microsoft.com/office/drawing/2014/main" id="{97E1282E-B62F-30B2-22A9-F130659CA012}"/>
                </a:ext>
              </a:extLst>
            </p:cNvPr>
            <p:cNvSpPr/>
            <p:nvPr/>
          </p:nvSpPr>
          <p:spPr>
            <a:xfrm rot="10800000">
              <a:off x="5338016" y="2957876"/>
              <a:ext cx="4176464" cy="1147029"/>
            </a:xfrm>
            <a:prstGeom prst="bentArrow">
              <a:avLst>
                <a:gd name="adj1" fmla="val 25000"/>
                <a:gd name="adj2" fmla="val 22939"/>
                <a:gd name="adj3" fmla="val 25000"/>
                <a:gd name="adj4" fmla="val 47213"/>
              </a:avLst>
            </a:prstGeom>
            <a:solidFill>
              <a:srgbClr val="4F81BD">
                <a:tint val="60000"/>
                <a:hueOff val="0"/>
                <a:satOff val="0"/>
                <a:lumOff val="0"/>
                <a:alphaOff val="0"/>
              </a:srgbClr>
            </a:solidFill>
            <a:ln>
              <a:noFill/>
            </a:ln>
            <a:effectLst>
              <a:outerShdw blurRad="40000" dist="20000" dir="5400000" rotWithShape="0">
                <a:srgbClr val="000000">
                  <a:alpha val="38000"/>
                </a:srgbClr>
              </a:outerShdw>
            </a:effectLst>
          </p:spPr>
          <p:txBody>
            <a:bodyPr spcFirstLastPara="0" vert="horz" wrap="square" lIns="0" tIns="0" rIns="0" bIns="0" numCol="1" spcCol="1270" anchor="ctr" anchorCtr="0">
              <a:noAutofit/>
            </a:bodyPr>
            <a:lstStyle/>
            <a:p>
              <a:pPr defTabSz="457200" fontAlgn="base">
                <a:spcBef>
                  <a:spcPct val="0"/>
                </a:spcBef>
                <a:spcAft>
                  <a:spcPct val="0"/>
                </a:spcAft>
              </a:pPr>
              <a:endParaRPr lang="de-AT" sz="1400" dirty="0">
                <a:solidFill>
                  <a:prstClr val="black"/>
                </a:solidFill>
                <a:latin typeface="Arial" charset="0"/>
                <a:ea typeface="ＭＳ Ｐゴシック" pitchFamily="-104" charset="-128"/>
              </a:endParaRPr>
            </a:p>
          </p:txBody>
        </p:sp>
        <p:graphicFrame>
          <p:nvGraphicFramePr>
            <p:cNvPr id="10" name="Inhaltsplatzhalter 4">
              <a:extLst>
                <a:ext uri="{FF2B5EF4-FFF2-40B4-BE49-F238E27FC236}">
                  <a16:creationId xmlns:a16="http://schemas.microsoft.com/office/drawing/2014/main" id="{73106FFD-60A8-EF26-90BE-FD235415C964}"/>
                </a:ext>
              </a:extLst>
            </p:cNvPr>
            <p:cNvGraphicFramePr>
              <a:graphicFrameLocks/>
            </p:cNvGraphicFramePr>
            <p:nvPr/>
          </p:nvGraphicFramePr>
          <p:xfrm>
            <a:off x="1200000" y="1882372"/>
            <a:ext cx="8732713" cy="167183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Textfeld 2">
              <a:extLst>
                <a:ext uri="{FF2B5EF4-FFF2-40B4-BE49-F238E27FC236}">
                  <a16:creationId xmlns:a16="http://schemas.microsoft.com/office/drawing/2014/main" id="{D5E6D71A-498C-0EA2-2439-75932AA5A808}"/>
                </a:ext>
              </a:extLst>
            </p:cNvPr>
            <p:cNvSpPr txBox="1"/>
            <p:nvPr/>
          </p:nvSpPr>
          <p:spPr>
            <a:xfrm>
              <a:off x="3611759" y="1719046"/>
              <a:ext cx="1152128" cy="461665"/>
            </a:xfrm>
            <a:prstGeom prst="rect">
              <a:avLst/>
            </a:prstGeom>
            <a:noFill/>
          </p:spPr>
          <p:txBody>
            <a:bodyPr wrap="square" rtlCol="0" anchor="b">
              <a:spAutoFit/>
            </a:bodyPr>
            <a:lstStyle/>
            <a:p>
              <a:pPr marL="88900" indent="-88900" defTabSz="457200" fontAlgn="base">
                <a:spcBef>
                  <a:spcPct val="0"/>
                </a:spcBef>
                <a:spcAft>
                  <a:spcPct val="0"/>
                </a:spcAft>
                <a:buFont typeface="Wingdings" panose="05000000000000000000" pitchFamily="2" charset="2"/>
                <a:buChar char="§"/>
              </a:pPr>
              <a:r>
                <a:rPr lang="de-AT" sz="1200" dirty="0" err="1">
                  <a:solidFill>
                    <a:prstClr val="black"/>
                  </a:solidFill>
                  <a:latin typeface="Calibri"/>
                  <a:ea typeface="ＭＳ Ｐゴシック" pitchFamily="-104" charset="-128"/>
                </a:rPr>
                <a:t>Collect</a:t>
              </a:r>
              <a:endParaRPr lang="de-AT" sz="1200" dirty="0">
                <a:solidFill>
                  <a:prstClr val="black"/>
                </a:solidFill>
                <a:latin typeface="Calibri"/>
                <a:ea typeface="ＭＳ Ｐゴシック" pitchFamily="-104" charset="-128"/>
              </a:endParaRPr>
            </a:p>
            <a:p>
              <a:pPr marL="88900" indent="-88900" defTabSz="457200" fontAlgn="base">
                <a:spcBef>
                  <a:spcPct val="0"/>
                </a:spcBef>
                <a:spcAft>
                  <a:spcPct val="0"/>
                </a:spcAft>
                <a:buFont typeface="Wingdings" panose="05000000000000000000" pitchFamily="2" charset="2"/>
                <a:buChar char="§"/>
              </a:pPr>
              <a:r>
                <a:rPr lang="de-AT" sz="1200" dirty="0" err="1">
                  <a:solidFill>
                    <a:prstClr val="black"/>
                  </a:solidFill>
                  <a:latin typeface="Calibri"/>
                  <a:ea typeface="ＭＳ Ｐゴシック" pitchFamily="-104" charset="-128"/>
                </a:rPr>
                <a:t>Repositories</a:t>
              </a:r>
              <a:endParaRPr lang="de-AT" sz="1200" dirty="0">
                <a:solidFill>
                  <a:prstClr val="black"/>
                </a:solidFill>
                <a:latin typeface="Calibri"/>
                <a:ea typeface="ＭＳ Ｐゴシック" pitchFamily="-104" charset="-128"/>
              </a:endParaRPr>
            </a:p>
          </p:txBody>
        </p:sp>
        <p:sp>
          <p:nvSpPr>
            <p:cNvPr id="12" name="Textfeld 9">
              <a:extLst>
                <a:ext uri="{FF2B5EF4-FFF2-40B4-BE49-F238E27FC236}">
                  <a16:creationId xmlns:a16="http://schemas.microsoft.com/office/drawing/2014/main" id="{E19157B1-F2EE-054D-DDDB-F1CB93949535}"/>
                </a:ext>
              </a:extLst>
            </p:cNvPr>
            <p:cNvSpPr txBox="1"/>
            <p:nvPr/>
          </p:nvSpPr>
          <p:spPr>
            <a:xfrm>
              <a:off x="5225448" y="1349714"/>
              <a:ext cx="1152128" cy="830997"/>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Encoding </a:t>
              </a:r>
              <a:r>
                <a:rPr lang="de-AT" dirty="0" err="1">
                  <a:solidFill>
                    <a:prstClr val="black"/>
                  </a:solidFill>
                  <a:latin typeface="Calibri"/>
                  <a:ea typeface="ＭＳ Ｐゴシック" pitchFamily="-104" charset="-128"/>
                </a:rPr>
                <a:t>problems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Data </a:t>
              </a:r>
              <a:r>
                <a:rPr lang="de-AT" dirty="0" err="1">
                  <a:solidFill>
                    <a:prstClr val="black"/>
                  </a:solidFill>
                  <a:latin typeface="Calibri"/>
                  <a:ea typeface="ＭＳ Ｐゴシック" pitchFamily="-104" charset="-128"/>
                </a:rPr>
                <a:t>types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Labels</a:t>
              </a:r>
            </a:p>
          </p:txBody>
        </p:sp>
        <p:sp>
          <p:nvSpPr>
            <p:cNvPr id="13" name="Textfeld 10">
              <a:extLst>
                <a:ext uri="{FF2B5EF4-FFF2-40B4-BE49-F238E27FC236}">
                  <a16:creationId xmlns:a16="http://schemas.microsoft.com/office/drawing/2014/main" id="{6A6A7246-262F-E641-F417-A995A96B92AC}"/>
                </a:ext>
              </a:extLst>
            </p:cNvPr>
            <p:cNvSpPr txBox="1"/>
            <p:nvPr/>
          </p:nvSpPr>
          <p:spPr>
            <a:xfrm>
              <a:off x="6911145" y="1534380"/>
              <a:ext cx="1260648" cy="646331"/>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Completeness</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err="1">
                  <a:solidFill>
                    <a:prstClr val="black"/>
                  </a:solidFill>
                  <a:latin typeface="Calibri"/>
                  <a:ea typeface="ＭＳ Ｐゴシック" pitchFamily="-104" charset="-128"/>
                </a:rPr>
                <a:t>Missing</a:t>
              </a:r>
              <a:r>
                <a:rPr lang="de-AT" dirty="0">
                  <a:solidFill>
                    <a:prstClr val="black"/>
                  </a:solidFill>
                  <a:latin typeface="Calibri"/>
                  <a:ea typeface="ＭＳ Ｐゴシック" pitchFamily="-104" charset="-128"/>
                </a:rPr>
                <a:t> Values</a:t>
              </a:r>
            </a:p>
            <a:p>
              <a:pPr defTabSz="457200" fontAlgn="base">
                <a:spcBef>
                  <a:spcPct val="0"/>
                </a:spcBef>
                <a:spcAft>
                  <a:spcPct val="0"/>
                </a:spcAft>
              </a:pPr>
              <a:r>
                <a:rPr lang="de-AT" dirty="0" err="1">
                  <a:solidFill>
                    <a:prstClr val="black"/>
                  </a:solidFill>
                  <a:latin typeface="Calibri"/>
                  <a:ea typeface="ＭＳ Ｐゴシック" pitchFamily="-104" charset="-128"/>
                </a:rPr>
                <a:t>Plausibility</a:t>
              </a:r>
              <a:endParaRPr lang="de-AT" dirty="0">
                <a:solidFill>
                  <a:prstClr val="black"/>
                </a:solidFill>
                <a:latin typeface="Calibri"/>
                <a:ea typeface="ＭＳ Ｐゴシック" pitchFamily="-104" charset="-128"/>
              </a:endParaRPr>
            </a:p>
          </p:txBody>
        </p:sp>
        <p:sp>
          <p:nvSpPr>
            <p:cNvPr id="14" name="Textfeld 11">
              <a:extLst>
                <a:ext uri="{FF2B5EF4-FFF2-40B4-BE49-F238E27FC236}">
                  <a16:creationId xmlns:a16="http://schemas.microsoft.com/office/drawing/2014/main" id="{8B1318B4-196D-B972-5479-4EF229CED4F2}"/>
                </a:ext>
              </a:extLst>
            </p:cNvPr>
            <p:cNvSpPr txBox="1"/>
            <p:nvPr/>
          </p:nvSpPr>
          <p:spPr>
            <a:xfrm>
              <a:off x="8705362" y="980382"/>
              <a:ext cx="1260648" cy="1200329"/>
            </a:xfrm>
            <a:prstGeom prst="rect">
              <a:avLst/>
            </a:prstGeom>
            <a:noFill/>
          </p:spPr>
          <p:txBody>
            <a:bodyPr wrap="square" rtlCol="0" anchor="b">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Reduction</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a:solidFill>
                    <a:prstClr val="black"/>
                  </a:solidFill>
                  <a:latin typeface="Calibri"/>
                  <a:ea typeface="ＭＳ Ｐゴシック" pitchFamily="-104" charset="-128"/>
                </a:rPr>
                <a:t>Imputation</a:t>
              </a:r>
            </a:p>
            <a:p>
              <a:pPr defTabSz="457200" fontAlgn="base">
                <a:spcBef>
                  <a:spcPct val="0"/>
                </a:spcBef>
                <a:spcAft>
                  <a:spcPct val="0"/>
                </a:spcAft>
              </a:pPr>
              <a:r>
                <a:rPr lang="de-AT" dirty="0">
                  <a:solidFill>
                    <a:prstClr val="black"/>
                  </a:solidFill>
                  <a:latin typeface="Calibri"/>
                  <a:ea typeface="ＭＳ Ｐゴシック" pitchFamily="-104" charset="-128"/>
                </a:rPr>
                <a:t>Aggregation</a:t>
              </a:r>
            </a:p>
            <a:p>
              <a:pPr defTabSz="457200" fontAlgn="base">
                <a:spcBef>
                  <a:spcPct val="0"/>
                </a:spcBef>
                <a:spcAft>
                  <a:spcPct val="0"/>
                </a:spcAft>
              </a:pPr>
              <a:r>
                <a:rPr lang="de-AT" dirty="0">
                  <a:solidFill>
                    <a:prstClr val="black"/>
                  </a:solidFill>
                  <a:latin typeface="Calibri"/>
                  <a:ea typeface="ＭＳ Ｐゴシック" pitchFamily="-104" charset="-128"/>
                </a:rPr>
                <a:t>Classification</a:t>
              </a:r>
            </a:p>
            <a:p>
              <a:pPr defTabSz="457200" fontAlgn="base">
                <a:spcBef>
                  <a:spcPct val="0"/>
                </a:spcBef>
                <a:spcAft>
                  <a:spcPct val="0"/>
                </a:spcAft>
              </a:pPr>
              <a:r>
                <a:rPr lang="de-AT" dirty="0">
                  <a:solidFill>
                    <a:prstClr val="black"/>
                  </a:solidFill>
                  <a:latin typeface="Calibri"/>
                  <a:ea typeface="ＭＳ Ｐゴシック" pitchFamily="-104" charset="-128"/>
                </a:rPr>
                <a:t>Generalisation</a:t>
              </a:r>
            </a:p>
            <a:p>
              <a:pPr defTabSz="457200" fontAlgn="base">
                <a:spcBef>
                  <a:spcPct val="0"/>
                </a:spcBef>
                <a:spcAft>
                  <a:spcPct val="0"/>
                </a:spcAft>
              </a:pPr>
              <a:r>
                <a:rPr lang="de-AT" dirty="0" err="1">
                  <a:solidFill>
                    <a:prstClr val="black"/>
                  </a:solidFill>
                  <a:latin typeface="Calibri"/>
                  <a:ea typeface="ＭＳ Ｐゴシック" pitchFamily="-104" charset="-128"/>
                </a:rPr>
                <a:t>Documentation</a:t>
              </a:r>
              <a:endParaRPr lang="de-AT" dirty="0">
                <a:solidFill>
                  <a:prstClr val="black"/>
                </a:solidFill>
                <a:latin typeface="Calibri"/>
                <a:ea typeface="ＭＳ Ｐゴシック" pitchFamily="-104" charset="-128"/>
              </a:endParaRPr>
            </a:p>
          </p:txBody>
        </p:sp>
        <p:sp>
          <p:nvSpPr>
            <p:cNvPr id="15" name="Textfeld 12">
              <a:extLst>
                <a:ext uri="{FF2B5EF4-FFF2-40B4-BE49-F238E27FC236}">
                  <a16:creationId xmlns:a16="http://schemas.microsoft.com/office/drawing/2014/main" id="{7B751D66-68AF-5C8A-6DF0-DF11B330680B}"/>
                </a:ext>
              </a:extLst>
            </p:cNvPr>
            <p:cNvSpPr txBox="1"/>
            <p:nvPr/>
          </p:nvSpPr>
          <p:spPr>
            <a:xfrm>
              <a:off x="1342999" y="5661000"/>
              <a:ext cx="1260648" cy="646331"/>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Univariate</a:t>
              </a:r>
            </a:p>
            <a:p>
              <a:pPr defTabSz="457200" fontAlgn="base">
                <a:spcBef>
                  <a:spcPct val="0"/>
                </a:spcBef>
                <a:spcAft>
                  <a:spcPct val="0"/>
                </a:spcAft>
              </a:pPr>
              <a:r>
                <a:rPr lang="de-AT" dirty="0">
                  <a:solidFill>
                    <a:prstClr val="black"/>
                  </a:solidFill>
                  <a:latin typeface="Calibri"/>
                  <a:ea typeface="ＭＳ Ｐゴシック" pitchFamily="-104" charset="-128"/>
                </a:rPr>
                <a:t>Bivariate</a:t>
              </a:r>
            </a:p>
            <a:p>
              <a:pPr defTabSz="457200" fontAlgn="base">
                <a:spcBef>
                  <a:spcPct val="0"/>
                </a:spcBef>
                <a:spcAft>
                  <a:spcPct val="0"/>
                </a:spcAft>
              </a:pPr>
              <a:r>
                <a:rPr lang="de-AT" dirty="0">
                  <a:solidFill>
                    <a:prstClr val="black"/>
                  </a:solidFill>
                  <a:latin typeface="Calibri"/>
                  <a:ea typeface="ＭＳ Ｐゴシック" pitchFamily="-104" charset="-128"/>
                </a:rPr>
                <a:t>Multivariat</a:t>
              </a:r>
            </a:p>
          </p:txBody>
        </p:sp>
        <p:sp>
          <p:nvSpPr>
            <p:cNvPr id="16" name="Textfeld 13">
              <a:extLst>
                <a:ext uri="{FF2B5EF4-FFF2-40B4-BE49-F238E27FC236}">
                  <a16:creationId xmlns:a16="http://schemas.microsoft.com/office/drawing/2014/main" id="{EF32CB2C-748A-ECBA-CC2E-675518A19A03}"/>
                </a:ext>
              </a:extLst>
            </p:cNvPr>
            <p:cNvSpPr txBox="1"/>
            <p:nvPr/>
          </p:nvSpPr>
          <p:spPr>
            <a:xfrm>
              <a:off x="3073697" y="5661000"/>
              <a:ext cx="1260648"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a:solidFill>
                    <a:prstClr val="black"/>
                  </a:solidFill>
                  <a:latin typeface="Calibri"/>
                  <a:ea typeface="ＭＳ Ｐゴシック" pitchFamily="-104" charset="-128"/>
                </a:rPr>
                <a:t>Segment </a:t>
              </a:r>
              <a:r>
                <a:rPr lang="de-AT" dirty="0" err="1">
                  <a:solidFill>
                    <a:prstClr val="black"/>
                  </a:solidFill>
                  <a:latin typeface="Calibri"/>
                  <a:ea typeface="ＭＳ Ｐゴシック" pitchFamily="-104" charset="-128"/>
                </a:rPr>
                <a:t>data</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record</a:t>
              </a:r>
              <a:endParaRPr lang="de-AT" dirty="0">
                <a:solidFill>
                  <a:prstClr val="black"/>
                </a:solidFill>
                <a:latin typeface="Calibri"/>
                <a:ea typeface="ＭＳ Ｐゴシック" pitchFamily="-104" charset="-128"/>
              </a:endParaRPr>
            </a:p>
            <a:p>
              <a:pPr defTabSz="457200" fontAlgn="base">
                <a:spcBef>
                  <a:spcPct val="0"/>
                </a:spcBef>
                <a:spcAft>
                  <a:spcPct val="0"/>
                </a:spcAft>
              </a:pPr>
              <a:r>
                <a:rPr lang="de-AT" dirty="0" err="1">
                  <a:solidFill>
                    <a:prstClr val="black"/>
                  </a:solidFill>
                  <a:latin typeface="Calibri"/>
                  <a:ea typeface="ＭＳ Ｐゴシック" pitchFamily="-104" charset="-128"/>
                </a:rPr>
                <a:t>Sensitivity</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analysis</a:t>
              </a:r>
              <a:endParaRPr lang="de-AT" dirty="0">
                <a:solidFill>
                  <a:prstClr val="black"/>
                </a:solidFill>
                <a:latin typeface="Calibri"/>
                <a:ea typeface="ＭＳ Ｐゴシック" pitchFamily="-104" charset="-128"/>
              </a:endParaRPr>
            </a:p>
          </p:txBody>
        </p:sp>
        <p:sp>
          <p:nvSpPr>
            <p:cNvPr id="17" name="Textfeld 14">
              <a:extLst>
                <a:ext uri="{FF2B5EF4-FFF2-40B4-BE49-F238E27FC236}">
                  <a16:creationId xmlns:a16="http://schemas.microsoft.com/office/drawing/2014/main" id="{947DEB83-6B5D-0D7E-5EC0-551534DD2D66}"/>
                </a:ext>
              </a:extLst>
            </p:cNvPr>
            <p:cNvSpPr txBox="1"/>
            <p:nvPr/>
          </p:nvSpPr>
          <p:spPr>
            <a:xfrm>
              <a:off x="4781635" y="5661000"/>
              <a:ext cx="1494420" cy="830997"/>
            </a:xfrm>
            <a:prstGeom prst="rect">
              <a:avLst/>
            </a:prstGeom>
            <a:noFill/>
          </p:spPr>
          <p:txBody>
            <a:bodyPr wrap="square" rtlCol="0">
              <a:spAutoFit/>
            </a:bodyPr>
            <a:lstStyle>
              <a:defPPr>
                <a:defRPr lang="de-DE"/>
              </a:defPPr>
              <a:lvl1pPr marL="88900" indent="-88900">
                <a:buFont typeface="Wingdings" panose="05000000000000000000" pitchFamily="2" charset="2"/>
                <a:buChar char="§"/>
                <a:defRPr sz="1200">
                  <a:latin typeface="+mj-lt"/>
                </a:defRPr>
              </a:lvl1pPr>
            </a:lstStyle>
            <a:p>
              <a:pPr defTabSz="457200" fontAlgn="base">
                <a:spcBef>
                  <a:spcPct val="0"/>
                </a:spcBef>
                <a:spcAft>
                  <a:spcPct val="0"/>
                </a:spcAft>
              </a:pPr>
              <a:r>
                <a:rPr lang="de-AT" dirty="0" err="1">
                  <a:solidFill>
                    <a:prstClr val="black"/>
                  </a:solidFill>
                  <a:latin typeface="Calibri"/>
                  <a:ea typeface="ＭＳ Ｐゴシック" pitchFamily="-104" charset="-128"/>
                </a:rPr>
                <a:t>Explanatory</a:t>
              </a:r>
              <a:r>
                <a:rPr lang="de-AT" dirty="0">
                  <a:solidFill>
                    <a:prstClr val="black"/>
                  </a:solidFill>
                  <a:latin typeface="Calibri"/>
                  <a:ea typeface="ＭＳ Ｐゴシック" pitchFamily="-104" charset="-128"/>
                </a:rPr>
                <a:t> power</a:t>
              </a:r>
            </a:p>
            <a:p>
              <a:pPr defTabSz="457200" fontAlgn="base">
                <a:spcBef>
                  <a:spcPct val="0"/>
                </a:spcBef>
                <a:spcAft>
                  <a:spcPct val="0"/>
                </a:spcAft>
              </a:pPr>
              <a:r>
                <a:rPr lang="de-AT" dirty="0" err="1">
                  <a:solidFill>
                    <a:prstClr val="black"/>
                  </a:solidFill>
                  <a:latin typeface="Calibri"/>
                  <a:ea typeface="ＭＳ Ｐゴシック" pitchFamily="-104" charset="-128"/>
                </a:rPr>
                <a:t>Number</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of</a:t>
              </a:r>
              <a:r>
                <a:rPr lang="de-AT" dirty="0">
                  <a:solidFill>
                    <a:prstClr val="black"/>
                  </a:solidFill>
                  <a:latin typeface="Calibri"/>
                  <a:ea typeface="ＭＳ Ｐゴシック" pitchFamily="-104" charset="-128"/>
                </a:rPr>
                <a:t> variables</a:t>
              </a:r>
            </a:p>
            <a:p>
              <a:pPr defTabSz="457200" fontAlgn="base">
                <a:spcBef>
                  <a:spcPct val="0"/>
                </a:spcBef>
                <a:spcAft>
                  <a:spcPct val="0"/>
                </a:spcAft>
              </a:pPr>
              <a:r>
                <a:rPr lang="de-AT" dirty="0" err="1">
                  <a:solidFill>
                    <a:prstClr val="black"/>
                  </a:solidFill>
                  <a:latin typeface="Calibri"/>
                  <a:ea typeface="ＭＳ Ｐゴシック" pitchFamily="-104" charset="-128"/>
                </a:rPr>
                <a:t>Effect</a:t>
              </a:r>
              <a:r>
                <a:rPr lang="de-AT" dirty="0">
                  <a:solidFill>
                    <a:prstClr val="black"/>
                  </a:solidFill>
                  <a:latin typeface="Calibri"/>
                  <a:ea typeface="ＭＳ Ｐゴシック" pitchFamily="-104" charset="-128"/>
                </a:rPr>
                <a:t> </a:t>
              </a:r>
              <a:r>
                <a:rPr lang="de-AT" dirty="0" err="1">
                  <a:solidFill>
                    <a:prstClr val="black"/>
                  </a:solidFill>
                  <a:latin typeface="Calibri"/>
                  <a:ea typeface="ＭＳ Ｐゴシック" pitchFamily="-104" charset="-128"/>
                </a:rPr>
                <a:t>strength</a:t>
              </a:r>
              <a:endParaRPr lang="de-AT" dirty="0">
                <a:solidFill>
                  <a:prstClr val="black"/>
                </a:solidFill>
                <a:latin typeface="Calibri"/>
                <a:ea typeface="ＭＳ Ｐゴシック" pitchFamily="-104" charset="-128"/>
              </a:endParaRPr>
            </a:p>
          </p:txBody>
        </p:sp>
      </p:grpSp>
      <p:sp>
        <p:nvSpPr>
          <p:cNvPr id="20" name="Date Placeholder 19">
            <a:extLst>
              <a:ext uri="{FF2B5EF4-FFF2-40B4-BE49-F238E27FC236}">
                <a16:creationId xmlns:a16="http://schemas.microsoft.com/office/drawing/2014/main" id="{C95878FD-1556-EA0B-6B3C-235F96D2E561}"/>
              </a:ext>
            </a:extLst>
          </p:cNvPr>
          <p:cNvSpPr>
            <a:spLocks noGrp="1"/>
          </p:cNvSpPr>
          <p:nvPr>
            <p:ph type="dt" sz="half" idx="10"/>
          </p:nvPr>
        </p:nvSpPr>
        <p:spPr/>
        <p:txBody>
          <a:bodyPr/>
          <a:lstStyle/>
          <a:p>
            <a:endParaRPr lang="en-GB" dirty="0"/>
          </a:p>
        </p:txBody>
      </p:sp>
      <p:sp>
        <p:nvSpPr>
          <p:cNvPr id="21" name="Footer Placeholder 20">
            <a:extLst>
              <a:ext uri="{FF2B5EF4-FFF2-40B4-BE49-F238E27FC236}">
                <a16:creationId xmlns:a16="http://schemas.microsoft.com/office/drawing/2014/main" id="{5CE02DE5-6CBB-1A35-36C6-7B465361CC5B}"/>
              </a:ext>
            </a:extLst>
          </p:cNvPr>
          <p:cNvSpPr>
            <a:spLocks noGrp="1"/>
          </p:cNvSpPr>
          <p:nvPr>
            <p:ph type="ftr" sz="quarter" idx="11"/>
          </p:nvPr>
        </p:nvSpPr>
        <p:spPr/>
        <p:txBody>
          <a:bodyPr/>
          <a:lstStyle/>
          <a:p>
            <a:r>
              <a:rPr lang="en-GB"/>
              <a:t>KMH</a:t>
            </a:r>
            <a:endParaRPr lang="en-GB" dirty="0"/>
          </a:p>
        </p:txBody>
      </p:sp>
      <p:sp>
        <p:nvSpPr>
          <p:cNvPr id="22" name="Slide Number Placeholder 21">
            <a:extLst>
              <a:ext uri="{FF2B5EF4-FFF2-40B4-BE49-F238E27FC236}">
                <a16:creationId xmlns:a16="http://schemas.microsoft.com/office/drawing/2014/main" id="{98C02D29-FD4E-0BCF-7EE2-A37B35E329AE}"/>
              </a:ext>
            </a:extLst>
          </p:cNvPr>
          <p:cNvSpPr>
            <a:spLocks noGrp="1"/>
          </p:cNvSpPr>
          <p:nvPr>
            <p:ph type="sldNum" sz="quarter" idx="12"/>
          </p:nvPr>
        </p:nvSpPr>
        <p:spPr/>
        <p:txBody>
          <a:bodyPr/>
          <a:lstStyle/>
          <a:p>
            <a:fld id="{D836C0FE-70CA-4950-82D6-CF602CC2B770}" type="slidenum">
              <a:rPr lang="en-GB" smtClean="0"/>
              <a:t>5</a:t>
            </a:fld>
            <a:endParaRPr lang="en-GB" dirty="0"/>
          </a:p>
        </p:txBody>
      </p:sp>
    </p:spTree>
    <p:extLst>
      <p:ext uri="{BB962C8B-B14F-4D97-AF65-F5344CB8AC3E}">
        <p14:creationId xmlns:p14="http://schemas.microsoft.com/office/powerpoint/2010/main" val="3190630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17A1-64FE-F60A-447C-E20358427B1B}"/>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918CF4-40E7-2FB9-A911-2AF846079693}"/>
              </a:ext>
            </a:extLst>
          </p:cNvPr>
          <p:cNvSpPr>
            <a:spLocks noGrp="1"/>
          </p:cNvSpPr>
          <p:nvPr>
            <p:ph type="sldNum" sz="quarter" idx="12"/>
          </p:nvPr>
        </p:nvSpPr>
        <p:spPr/>
        <p:txBody>
          <a:bodyPr/>
          <a:lstStyle/>
          <a:p>
            <a:fld id="{D836C0FE-70CA-4950-82D6-CF602CC2B770}" type="slidenum">
              <a:rPr lang="en-GB" smtClean="0"/>
              <a:t>6</a:t>
            </a:fld>
            <a:endParaRPr lang="en-GB" dirty="0"/>
          </a:p>
        </p:txBody>
      </p:sp>
      <p:sp>
        <p:nvSpPr>
          <p:cNvPr id="3" name="Titel 2">
            <a:extLst>
              <a:ext uri="{FF2B5EF4-FFF2-40B4-BE49-F238E27FC236}">
                <a16:creationId xmlns:a16="http://schemas.microsoft.com/office/drawing/2014/main" id="{749EAFB1-9088-8DE3-1D71-CE8B3DB3C6C2}"/>
              </a:ext>
            </a:extLst>
          </p:cNvPr>
          <p:cNvSpPr>
            <a:spLocks noGrp="1"/>
          </p:cNvSpPr>
          <p:nvPr>
            <p:ph type="title"/>
          </p:nvPr>
        </p:nvSpPr>
        <p:spPr>
          <a:xfrm>
            <a:off x="695326" y="476672"/>
            <a:ext cx="2489308" cy="792000"/>
          </a:xfrm>
        </p:spPr>
        <p:txBody>
          <a:bodyPr/>
          <a:lstStyle/>
          <a:p>
            <a:pPr>
              <a:lnSpc>
                <a:spcPct val="150000"/>
              </a:lnSpc>
            </a:pPr>
            <a:r>
              <a:rPr lang="en-GB" dirty="0"/>
              <a:t>What Methods are There? </a:t>
            </a:r>
            <a:br>
              <a:rPr lang="en-GB" dirty="0"/>
            </a:br>
            <a:r>
              <a:rPr lang="en-GB" dirty="0"/>
              <a:t>An Overview</a:t>
            </a:r>
          </a:p>
        </p:txBody>
      </p:sp>
      <p:sp>
        <p:nvSpPr>
          <p:cNvPr id="5" name="Datumsplatzhalter 4">
            <a:extLst>
              <a:ext uri="{FF2B5EF4-FFF2-40B4-BE49-F238E27FC236}">
                <a16:creationId xmlns:a16="http://schemas.microsoft.com/office/drawing/2014/main" id="{3D783241-D8E2-D854-0739-FEED9FCE86A8}"/>
              </a:ext>
            </a:extLst>
          </p:cNvPr>
          <p:cNvSpPr>
            <a:spLocks noGrp="1"/>
          </p:cNvSpPr>
          <p:nvPr>
            <p:ph type="dt" sz="half" idx="10"/>
          </p:nvPr>
        </p:nvSpPr>
        <p:spPr/>
        <p:txBody>
          <a:bodyPr/>
          <a:lstStyle/>
          <a:p>
            <a:r>
              <a:rPr lang="en-GB" dirty="0"/>
              <a:t>(Based on: Reuber &amp; Pfaffenbach 2005:21)</a:t>
            </a:r>
          </a:p>
        </p:txBody>
      </p:sp>
      <p:sp>
        <p:nvSpPr>
          <p:cNvPr id="6" name="Fußzeilenplatzhalter 5">
            <a:extLst>
              <a:ext uri="{FF2B5EF4-FFF2-40B4-BE49-F238E27FC236}">
                <a16:creationId xmlns:a16="http://schemas.microsoft.com/office/drawing/2014/main" id="{26A6AB61-6103-2FA8-CD99-055AFE5047FE}"/>
              </a:ext>
            </a:extLst>
          </p:cNvPr>
          <p:cNvSpPr>
            <a:spLocks noGrp="1"/>
          </p:cNvSpPr>
          <p:nvPr>
            <p:ph type="ftr" sz="quarter" idx="11"/>
          </p:nvPr>
        </p:nvSpPr>
        <p:spPr/>
        <p:txBody>
          <a:bodyPr/>
          <a:lstStyle/>
          <a:p>
            <a:r>
              <a:rPr lang="en-GB" dirty="0"/>
              <a:t>KMH | IL Scientific Method</a:t>
            </a:r>
          </a:p>
        </p:txBody>
      </p:sp>
      <p:pic>
        <p:nvPicPr>
          <p:cNvPr id="7" name="Picture 2">
            <a:extLst>
              <a:ext uri="{FF2B5EF4-FFF2-40B4-BE49-F238E27FC236}">
                <a16:creationId xmlns:a16="http://schemas.microsoft.com/office/drawing/2014/main" id="{3FC397CB-0119-6F6B-20D7-433028EBE9E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30042" b="53166"/>
          <a:stretch>
            <a:fillRect/>
          </a:stretch>
        </p:blipFill>
        <p:spPr bwMode="auto">
          <a:xfrm>
            <a:off x="14126506" y="-6847719"/>
            <a:ext cx="5737025" cy="2708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a:extLst>
              <a:ext uri="{FF2B5EF4-FFF2-40B4-BE49-F238E27FC236}">
                <a16:creationId xmlns:a16="http://schemas.microsoft.com/office/drawing/2014/main" id="{576866C0-9183-F5C2-31B8-96A6EFAF5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091" r="30042"/>
          <a:stretch>
            <a:fillRect/>
          </a:stretch>
        </p:blipFill>
        <p:spPr bwMode="auto">
          <a:xfrm>
            <a:off x="14128629" y="-6315526"/>
            <a:ext cx="5737025" cy="404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Grafik 10">
            <a:extLst>
              <a:ext uri="{FF2B5EF4-FFF2-40B4-BE49-F238E27FC236}">
                <a16:creationId xmlns:a16="http://schemas.microsoft.com/office/drawing/2014/main" id="{030175E6-4999-F567-DFD4-6316301C164C}"/>
              </a:ext>
            </a:extLst>
          </p:cNvPr>
          <p:cNvPicPr>
            <a:picLocks noChangeAspect="1"/>
          </p:cNvPicPr>
          <p:nvPr/>
        </p:nvPicPr>
        <p:blipFill>
          <a:blip r:embed="rId3"/>
          <a:stretch>
            <a:fillRect/>
          </a:stretch>
        </p:blipFill>
        <p:spPr>
          <a:xfrm>
            <a:off x="3447626" y="476672"/>
            <a:ext cx="7181472" cy="5725356"/>
          </a:xfrm>
          <a:prstGeom prst="rect">
            <a:avLst/>
          </a:prstGeom>
        </p:spPr>
      </p:pic>
      <p:sp>
        <p:nvSpPr>
          <p:cNvPr id="9" name="Rechteck: abgerundete Ecken 8">
            <a:extLst>
              <a:ext uri="{FF2B5EF4-FFF2-40B4-BE49-F238E27FC236}">
                <a16:creationId xmlns:a16="http://schemas.microsoft.com/office/drawing/2014/main" id="{5739F676-A53A-FF51-3ECE-44A6BB1F20C8}"/>
              </a:ext>
            </a:extLst>
          </p:cNvPr>
          <p:cNvSpPr/>
          <p:nvPr/>
        </p:nvSpPr>
        <p:spPr>
          <a:xfrm>
            <a:off x="4963886" y="4180113"/>
            <a:ext cx="2579914" cy="1182189"/>
          </a:xfrm>
          <a:prstGeom prst="roundRect">
            <a:avLst>
              <a:gd name="adj" fmla="val 1504"/>
            </a:avLst>
          </a:prstGeom>
          <a:noFill/>
          <a:ln w="76200">
            <a:solidFill>
              <a:srgbClr val="FF9E1B"/>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749603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347C2D3-C66A-9991-D5C6-297D41665222}"/>
              </a:ext>
            </a:extLst>
          </p:cNvPr>
          <p:cNvSpPr>
            <a:spLocks noGrp="1"/>
          </p:cNvSpPr>
          <p:nvPr>
            <p:ph type="sldNum" sz="quarter" idx="12"/>
          </p:nvPr>
        </p:nvSpPr>
        <p:spPr/>
        <p:txBody>
          <a:bodyPr/>
          <a:lstStyle/>
          <a:p>
            <a:fld id="{D836C0FE-70CA-4950-82D6-CF602CC2B770}" type="slidenum">
              <a:rPr lang="en-GB" smtClean="0"/>
              <a:t>7</a:t>
            </a:fld>
            <a:endParaRPr lang="en-GB" dirty="0"/>
          </a:p>
        </p:txBody>
      </p:sp>
      <p:sp>
        <p:nvSpPr>
          <p:cNvPr id="3" name="Titel 2">
            <a:extLst>
              <a:ext uri="{FF2B5EF4-FFF2-40B4-BE49-F238E27FC236}">
                <a16:creationId xmlns:a16="http://schemas.microsoft.com/office/drawing/2014/main" id="{88030255-163B-EF4A-07AC-9E6A4ED63ADE}"/>
              </a:ext>
            </a:extLst>
          </p:cNvPr>
          <p:cNvSpPr>
            <a:spLocks noGrp="1"/>
          </p:cNvSpPr>
          <p:nvPr>
            <p:ph type="title"/>
          </p:nvPr>
        </p:nvSpPr>
        <p:spPr/>
        <p:txBody>
          <a:bodyPr/>
          <a:lstStyle/>
          <a:p>
            <a:r>
              <a:rPr lang="en-GB" dirty="0"/>
              <a:t>Why not a Survey?</a:t>
            </a:r>
          </a:p>
        </p:txBody>
      </p:sp>
      <p:sp>
        <p:nvSpPr>
          <p:cNvPr id="4" name="Inhaltsplatzhalter 3">
            <a:extLst>
              <a:ext uri="{FF2B5EF4-FFF2-40B4-BE49-F238E27FC236}">
                <a16:creationId xmlns:a16="http://schemas.microsoft.com/office/drawing/2014/main" id="{2D0DDDFA-FA71-BE7C-EF68-36FC26854DD8}"/>
              </a:ext>
            </a:extLst>
          </p:cNvPr>
          <p:cNvSpPr>
            <a:spLocks noGrp="1"/>
          </p:cNvSpPr>
          <p:nvPr>
            <p:ph idx="1"/>
          </p:nvPr>
        </p:nvSpPr>
        <p:spPr/>
        <p:txBody>
          <a:bodyPr/>
          <a:lstStyle/>
          <a:p>
            <a:endParaRPr lang="en-GB" dirty="0"/>
          </a:p>
        </p:txBody>
      </p:sp>
      <p:sp>
        <p:nvSpPr>
          <p:cNvPr id="5" name="Datumsplatzhalter 4">
            <a:extLst>
              <a:ext uri="{FF2B5EF4-FFF2-40B4-BE49-F238E27FC236}">
                <a16:creationId xmlns:a16="http://schemas.microsoft.com/office/drawing/2014/main" id="{B5C47264-9480-5B97-AAD5-5A154960827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81240D2-F3FE-6E95-BF70-DFB439F47C43}"/>
              </a:ext>
            </a:extLst>
          </p:cNvPr>
          <p:cNvSpPr>
            <a:spLocks noGrp="1"/>
          </p:cNvSpPr>
          <p:nvPr>
            <p:ph type="ftr" sz="quarter" idx="11"/>
          </p:nvPr>
        </p:nvSpPr>
        <p:spPr/>
        <p:txBody>
          <a:bodyPr/>
          <a:lstStyle/>
          <a:p>
            <a:r>
              <a:rPr lang="en-GB" dirty="0"/>
              <a:t>KMH | IL Scientific Method</a:t>
            </a:r>
          </a:p>
        </p:txBody>
      </p:sp>
      <p:pic>
        <p:nvPicPr>
          <p:cNvPr id="7" name="Picture 2">
            <a:extLst>
              <a:ext uri="{FF2B5EF4-FFF2-40B4-BE49-F238E27FC236}">
                <a16:creationId xmlns:a16="http://schemas.microsoft.com/office/drawing/2014/main" id="{F58857E3-450A-9941-4A34-83A95D3D1E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940920">
            <a:off x="1475490" y="1759709"/>
            <a:ext cx="3909755" cy="5603244"/>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grpSp>
        <p:nvGrpSpPr>
          <p:cNvPr id="8" name="Gruppieren 7">
            <a:extLst>
              <a:ext uri="{FF2B5EF4-FFF2-40B4-BE49-F238E27FC236}">
                <a16:creationId xmlns:a16="http://schemas.microsoft.com/office/drawing/2014/main" id="{A909A72C-9A4E-0D51-9D7E-3E56A77C5162}"/>
              </a:ext>
            </a:extLst>
          </p:cNvPr>
          <p:cNvGrpSpPr/>
          <p:nvPr/>
        </p:nvGrpSpPr>
        <p:grpSpPr>
          <a:xfrm>
            <a:off x="5488276" y="1556135"/>
            <a:ext cx="5294255" cy="4560268"/>
            <a:chOff x="3784162" y="216222"/>
            <a:chExt cx="5133058" cy="4421419"/>
          </a:xfrm>
        </p:grpSpPr>
        <p:pic>
          <p:nvPicPr>
            <p:cNvPr id="9" name="Grafik 8" descr="Ein Bild, das Text, Himmel, Screenshot, Landfahrzeug enthält.&#10;&#10;Automatisch generierte Beschreibung">
              <a:extLst>
                <a:ext uri="{FF2B5EF4-FFF2-40B4-BE49-F238E27FC236}">
                  <a16:creationId xmlns:a16="http://schemas.microsoft.com/office/drawing/2014/main" id="{8EEBDB30-92CD-74CC-062E-16A1D2C170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4162" y="216222"/>
              <a:ext cx="5133058" cy="4421419"/>
            </a:xfrm>
            <a:prstGeom prst="rect">
              <a:avLst/>
            </a:prstGeom>
            <a:ln w="6350">
              <a:solidFill>
                <a:schemeClr val="tx1"/>
              </a:solidFill>
            </a:ln>
            <a:effectLst>
              <a:outerShdw blurRad="254000" dist="107763" dir="2699994" algn="tl">
                <a:prstClr val="black">
                  <a:alpha val="40000"/>
                </a:prstClr>
              </a:outerShdw>
            </a:effectLst>
          </p:spPr>
        </p:pic>
        <p:pic>
          <p:nvPicPr>
            <p:cNvPr id="10" name="Grafik 9" descr="Ein Bild, das Text, Himmel, draußen, Wolke enthält.&#10;&#10;Automatisch generierte Beschreibung">
              <a:extLst>
                <a:ext uri="{FF2B5EF4-FFF2-40B4-BE49-F238E27FC236}">
                  <a16:creationId xmlns:a16="http://schemas.microsoft.com/office/drawing/2014/main" id="{865226EE-487B-3A2A-CE98-5704DEA553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0590" y="1747922"/>
              <a:ext cx="4960042" cy="2763993"/>
            </a:xfrm>
            <a:prstGeom prst="rect">
              <a:avLst/>
            </a:prstGeom>
          </p:spPr>
        </p:pic>
      </p:grpSp>
    </p:spTree>
    <p:extLst>
      <p:ext uri="{BB962C8B-B14F-4D97-AF65-F5344CB8AC3E}">
        <p14:creationId xmlns:p14="http://schemas.microsoft.com/office/powerpoint/2010/main" val="891883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3E342-DD68-0D97-159C-8697C4014C2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A6B26CD-99FB-3509-A863-6B7A8B716E6A}"/>
              </a:ext>
            </a:extLst>
          </p:cNvPr>
          <p:cNvSpPr>
            <a:spLocks noGrp="1"/>
          </p:cNvSpPr>
          <p:nvPr>
            <p:ph type="sldNum" sz="quarter" idx="12"/>
          </p:nvPr>
        </p:nvSpPr>
        <p:spPr/>
        <p:txBody>
          <a:bodyPr/>
          <a:lstStyle/>
          <a:p>
            <a:fld id="{D836C0FE-70CA-4950-82D6-CF602CC2B770}" type="slidenum">
              <a:rPr lang="en-GB" smtClean="0"/>
              <a:t>8</a:t>
            </a:fld>
            <a:endParaRPr lang="en-GB" dirty="0"/>
          </a:p>
        </p:txBody>
      </p:sp>
      <p:sp>
        <p:nvSpPr>
          <p:cNvPr id="3" name="Titel 2">
            <a:extLst>
              <a:ext uri="{FF2B5EF4-FFF2-40B4-BE49-F238E27FC236}">
                <a16:creationId xmlns:a16="http://schemas.microsoft.com/office/drawing/2014/main" id="{A826B7DF-51F6-4F63-ECD7-976242ECFCFA}"/>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E74A2ECA-0ACB-AC5E-5366-0EDA0414505F}"/>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81F100BE-CBAC-A250-5A83-B7C7AD277A9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9B63E6F-DAC0-3DBB-FBD5-6F6935DF5FF9}"/>
              </a:ext>
            </a:extLst>
          </p:cNvPr>
          <p:cNvSpPr>
            <a:spLocks noGrp="1"/>
          </p:cNvSpPr>
          <p:nvPr>
            <p:ph type="ftr" sz="quarter" idx="11"/>
          </p:nvPr>
        </p:nvSpPr>
        <p:spPr/>
        <p:txBody>
          <a:bodyPr/>
          <a:lstStyle/>
          <a:p>
            <a:r>
              <a:rPr lang="en-GB"/>
              <a:t>KMH | IL Scientific Method</a:t>
            </a:r>
            <a:endParaRPr lang="en-GB" dirty="0"/>
          </a:p>
        </p:txBody>
      </p:sp>
      <p:sp>
        <p:nvSpPr>
          <p:cNvPr id="17" name="Freihandform: Form 16">
            <a:extLst>
              <a:ext uri="{FF2B5EF4-FFF2-40B4-BE49-F238E27FC236}">
                <a16:creationId xmlns:a16="http://schemas.microsoft.com/office/drawing/2014/main" id="{EC775156-113E-9A8F-C0B9-2A1AE777885D}"/>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8" name="Freihandform: Form 17">
            <a:extLst>
              <a:ext uri="{FF2B5EF4-FFF2-40B4-BE49-F238E27FC236}">
                <a16:creationId xmlns:a16="http://schemas.microsoft.com/office/drawing/2014/main" id="{78A305E9-0125-C5AA-30CF-A6744D9B4BC2}"/>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9" name="Freihandform: Form 18">
            <a:extLst>
              <a:ext uri="{FF2B5EF4-FFF2-40B4-BE49-F238E27FC236}">
                <a16:creationId xmlns:a16="http://schemas.microsoft.com/office/drawing/2014/main" id="{11F2FC09-A444-1013-9B32-5911F2EE7A11}"/>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0" name="Geschweifte Klammer links 19">
            <a:extLst>
              <a:ext uri="{FF2B5EF4-FFF2-40B4-BE49-F238E27FC236}">
                <a16:creationId xmlns:a16="http://schemas.microsoft.com/office/drawing/2014/main" id="{2E078E5D-DCC0-3373-26F6-4FF726A64BDF}"/>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1" name="Textfeld 20">
            <a:extLst>
              <a:ext uri="{FF2B5EF4-FFF2-40B4-BE49-F238E27FC236}">
                <a16:creationId xmlns:a16="http://schemas.microsoft.com/office/drawing/2014/main" id="{D1D75280-14B0-C745-38B1-D802D814FD11}"/>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4A34F6EF-7817-EB87-8794-209154726FBF}"/>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93FD58B0-0D1F-B5F6-B5AA-5AB1460C0078}"/>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4" name="Textfeld 23">
            <a:extLst>
              <a:ext uri="{FF2B5EF4-FFF2-40B4-BE49-F238E27FC236}">
                <a16:creationId xmlns:a16="http://schemas.microsoft.com/office/drawing/2014/main" id="{728079A3-C38C-7DA6-1434-ACB71F106DEE}"/>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0F4653B1-EB91-0E93-5C41-D40E0DE1BA94}"/>
              </a:ext>
            </a:extLst>
          </p:cNvPr>
          <p:cNvSpPr/>
          <p:nvPr/>
        </p:nvSpPr>
        <p:spPr>
          <a:xfrm>
            <a:off x="10820400" y="1564249"/>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50842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4D56BE3-FBBB-68E0-AAC9-58EB25C20C2D}"/>
              </a:ext>
            </a:extLst>
          </p:cNvPr>
          <p:cNvSpPr>
            <a:spLocks noGrp="1"/>
          </p:cNvSpPr>
          <p:nvPr>
            <p:ph type="sldNum" sz="quarter" idx="12"/>
          </p:nvPr>
        </p:nvSpPr>
        <p:spPr/>
        <p:txBody>
          <a:bodyPr/>
          <a:lstStyle/>
          <a:p>
            <a:fld id="{D836C0FE-70CA-4950-82D6-CF602CC2B770}" type="slidenum">
              <a:rPr lang="en-GB" smtClean="0"/>
              <a:t>9</a:t>
            </a:fld>
            <a:endParaRPr lang="en-GB" dirty="0"/>
          </a:p>
        </p:txBody>
      </p:sp>
      <p:sp>
        <p:nvSpPr>
          <p:cNvPr id="3" name="Titel 2">
            <a:extLst>
              <a:ext uri="{FF2B5EF4-FFF2-40B4-BE49-F238E27FC236}">
                <a16:creationId xmlns:a16="http://schemas.microsoft.com/office/drawing/2014/main" id="{901254B2-A3D2-8FB3-029E-9ECAE02121F6}"/>
              </a:ext>
            </a:extLst>
          </p:cNvPr>
          <p:cNvSpPr>
            <a:spLocks noGrp="1"/>
          </p:cNvSpPr>
          <p:nvPr>
            <p:ph type="title"/>
          </p:nvPr>
        </p:nvSpPr>
        <p:spPr/>
        <p:txBody>
          <a:bodyPr/>
          <a:lstStyle/>
          <a:p>
            <a:r>
              <a:rPr lang="en-GB" dirty="0"/>
              <a:t>Measurement in Surveys</a:t>
            </a:r>
          </a:p>
        </p:txBody>
      </p:sp>
      <p:sp>
        <p:nvSpPr>
          <p:cNvPr id="4" name="Inhaltsplatzhalter 3">
            <a:extLst>
              <a:ext uri="{FF2B5EF4-FFF2-40B4-BE49-F238E27FC236}">
                <a16:creationId xmlns:a16="http://schemas.microsoft.com/office/drawing/2014/main" id="{843DF75A-48F3-9C95-18C9-16CCCA4F826E}"/>
              </a:ext>
            </a:extLst>
          </p:cNvPr>
          <p:cNvSpPr>
            <a:spLocks noGrp="1"/>
          </p:cNvSpPr>
          <p:nvPr>
            <p:ph idx="1"/>
          </p:nvPr>
        </p:nvSpPr>
        <p:spPr>
          <a:xfrm>
            <a:off x="695325" y="1556793"/>
            <a:ext cx="4185286" cy="4607472"/>
          </a:xfrm>
        </p:spPr>
        <p:txBody>
          <a:bodyPr/>
          <a:lstStyle/>
          <a:p>
            <a:pPr marL="0" indent="0">
              <a:lnSpc>
                <a:spcPct val="150000"/>
              </a:lnSpc>
              <a:buNone/>
            </a:pPr>
            <a:r>
              <a:rPr lang="en-GB" b="1" dirty="0"/>
              <a:t>Measurement = assignment of</a:t>
            </a:r>
          </a:p>
          <a:p>
            <a:pPr>
              <a:lnSpc>
                <a:spcPct val="150000"/>
              </a:lnSpc>
            </a:pPr>
            <a:r>
              <a:rPr lang="en-GB" dirty="0"/>
              <a:t>a) characteristic values* </a:t>
            </a:r>
          </a:p>
          <a:p>
            <a:pPr>
              <a:lnSpc>
                <a:spcPct val="150000"/>
              </a:lnSpc>
            </a:pPr>
            <a:r>
              <a:rPr lang="en-GB" dirty="0"/>
              <a:t>b) of characteristic carriers </a:t>
            </a:r>
          </a:p>
          <a:p>
            <a:pPr>
              <a:lnSpc>
                <a:spcPct val="150000"/>
              </a:lnSpc>
            </a:pPr>
            <a:r>
              <a:rPr lang="en-GB" dirty="0"/>
              <a:t>c) to the characteristic dimensions to be observed.</a:t>
            </a:r>
          </a:p>
          <a:p>
            <a:pPr>
              <a:lnSpc>
                <a:spcPct val="150000"/>
              </a:lnSpc>
            </a:pPr>
            <a:endParaRPr lang="en-GB" sz="1000" dirty="0"/>
          </a:p>
          <a:p>
            <a:pPr marL="457200" lvl="1" indent="0">
              <a:lnSpc>
                <a:spcPct val="150000"/>
              </a:lnSpc>
              <a:buNone/>
            </a:pPr>
            <a:r>
              <a:rPr lang="en-GB" dirty="0"/>
              <a:t>* coded using number</a:t>
            </a:r>
          </a:p>
        </p:txBody>
      </p:sp>
      <p:sp>
        <p:nvSpPr>
          <p:cNvPr id="5" name="Datumsplatzhalter 4">
            <a:extLst>
              <a:ext uri="{FF2B5EF4-FFF2-40B4-BE49-F238E27FC236}">
                <a16:creationId xmlns:a16="http://schemas.microsoft.com/office/drawing/2014/main" id="{821173C3-E002-CE7D-9D59-67D4FB10E22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8D5797D6-7496-F9FB-3529-4C852CFD950F}"/>
              </a:ext>
            </a:extLst>
          </p:cNvPr>
          <p:cNvSpPr>
            <a:spLocks noGrp="1"/>
          </p:cNvSpPr>
          <p:nvPr>
            <p:ph type="ftr" sz="quarter" idx="11"/>
          </p:nvPr>
        </p:nvSpPr>
        <p:spPr/>
        <p:txBody>
          <a:bodyPr/>
          <a:lstStyle/>
          <a:p>
            <a:r>
              <a:rPr lang="en-GB" dirty="0"/>
              <a:t>KMH | IL Scientific Method</a:t>
            </a:r>
          </a:p>
        </p:txBody>
      </p:sp>
      <p:graphicFrame>
        <p:nvGraphicFramePr>
          <p:cNvPr id="9" name="Tabelle 8">
            <a:extLst>
              <a:ext uri="{FF2B5EF4-FFF2-40B4-BE49-F238E27FC236}">
                <a16:creationId xmlns:a16="http://schemas.microsoft.com/office/drawing/2014/main" id="{4497B829-366D-593F-DC2A-C9D646346E17}"/>
              </a:ext>
            </a:extLst>
          </p:cNvPr>
          <p:cNvGraphicFramePr>
            <a:graphicFrameLocks noGrp="1"/>
          </p:cNvGraphicFramePr>
          <p:nvPr/>
        </p:nvGraphicFramePr>
        <p:xfrm>
          <a:off x="5400000" y="2192020"/>
          <a:ext cx="6096000" cy="27482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67798617"/>
                    </a:ext>
                  </a:extLst>
                </a:gridCol>
                <a:gridCol w="3048000">
                  <a:extLst>
                    <a:ext uri="{9D8B030D-6E8A-4147-A177-3AD203B41FA5}">
                      <a16:colId xmlns:a16="http://schemas.microsoft.com/office/drawing/2014/main" val="4264250595"/>
                    </a:ext>
                  </a:extLst>
                </a:gridCol>
              </a:tblGrid>
              <a:tr h="370840">
                <a:tc>
                  <a:txBody>
                    <a:bodyPr/>
                    <a:lstStyle/>
                    <a:p>
                      <a:pPr algn="ctr"/>
                      <a:r>
                        <a:rPr lang="de-AT" dirty="0"/>
                        <a:t>Manifest Features</a:t>
                      </a:r>
                    </a:p>
                  </a:txBody>
                  <a:tcPr/>
                </a:tc>
                <a:tc>
                  <a:txBody>
                    <a:bodyPr/>
                    <a:lstStyle/>
                    <a:p>
                      <a:pPr algn="ctr"/>
                      <a:r>
                        <a:rPr lang="de-AT" dirty="0"/>
                        <a:t>Latent Features</a:t>
                      </a:r>
                    </a:p>
                  </a:txBody>
                  <a:tcPr/>
                </a:tc>
                <a:extLst>
                  <a:ext uri="{0D108BD9-81ED-4DB2-BD59-A6C34878D82A}">
                    <a16:rowId xmlns:a16="http://schemas.microsoft.com/office/drawing/2014/main" val="1581645276"/>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de-AT" dirty="0" err="1"/>
                        <a:t>Directly</a:t>
                      </a:r>
                      <a:r>
                        <a:rPr lang="de-AT" dirty="0"/>
                        <a:t> </a:t>
                      </a:r>
                      <a:r>
                        <a:rPr lang="de-AT" dirty="0" err="1"/>
                        <a:t>measurable</a:t>
                      </a:r>
                      <a:endParaRPr lang="de-AT" dirty="0"/>
                    </a:p>
                  </a:txBody>
                  <a:tcPr anchor="ctr"/>
                </a:tc>
                <a:tc>
                  <a:txBody>
                    <a:bodyPr/>
                    <a:lstStyle/>
                    <a:p>
                      <a:pPr algn="ctr"/>
                      <a:r>
                        <a:rPr lang="de-AT" dirty="0" err="1"/>
                        <a:t>Indirectly</a:t>
                      </a:r>
                      <a:r>
                        <a:rPr lang="de-AT" dirty="0"/>
                        <a:t> </a:t>
                      </a:r>
                      <a:r>
                        <a:rPr lang="de-AT" dirty="0" err="1"/>
                        <a:t>measurable</a:t>
                      </a:r>
                      <a:r>
                        <a:rPr lang="de-AT" dirty="0"/>
                        <a:t> </a:t>
                      </a:r>
                      <a:br>
                        <a:rPr lang="de-AT" dirty="0"/>
                      </a:br>
                      <a:r>
                        <a:rPr lang="de-AT" dirty="0"/>
                        <a:t>(= via </a:t>
                      </a:r>
                      <a:r>
                        <a:rPr lang="de-AT" dirty="0" err="1"/>
                        <a:t>indicators</a:t>
                      </a:r>
                      <a:r>
                        <a:rPr lang="de-AT" dirty="0"/>
                        <a:t>)</a:t>
                      </a:r>
                    </a:p>
                  </a:txBody>
                  <a:tcPr anchor="ctr"/>
                </a:tc>
                <a:extLst>
                  <a:ext uri="{0D108BD9-81ED-4DB2-BD59-A6C34878D82A}">
                    <a16:rowId xmlns:a16="http://schemas.microsoft.com/office/drawing/2014/main" val="3635622160"/>
                  </a:ext>
                </a:extLst>
              </a:tr>
              <a:tr h="370840">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Age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Height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Highest educational qualification</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Income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AT" dirty="0"/>
                        <a:t>…</a:t>
                      </a:r>
                    </a:p>
                  </a:txBody>
                  <a:tcPr/>
                </a:tc>
                <a:tc>
                  <a:txBody>
                    <a:bodyPr/>
                    <a:lstStyle/>
                    <a:p>
                      <a:pPr marL="285750" indent="-285750">
                        <a:buFont typeface="Arial" panose="020B0604020202020204" pitchFamily="34" charset="0"/>
                        <a:buChar char="•"/>
                      </a:pPr>
                      <a:r>
                        <a:rPr lang="en-US" dirty="0"/>
                        <a:t>Intelligence</a:t>
                      </a:r>
                    </a:p>
                    <a:p>
                      <a:pPr marL="285750" indent="-285750">
                        <a:buFont typeface="Arial" panose="020B0604020202020204" pitchFamily="34" charset="0"/>
                        <a:buChar char="•"/>
                      </a:pPr>
                      <a:r>
                        <a:rPr lang="en-US" dirty="0"/>
                        <a:t>Sustainable </a:t>
                      </a:r>
                      <a:r>
                        <a:rPr lang="en-US" dirty="0" err="1"/>
                        <a:t>behaviour</a:t>
                      </a:r>
                      <a:endParaRPr lang="en-US" dirty="0"/>
                    </a:p>
                    <a:p>
                      <a:pPr marL="285750" indent="-285750">
                        <a:buFont typeface="Arial" panose="020B0604020202020204" pitchFamily="34" charset="0"/>
                        <a:buChar char="•"/>
                      </a:pPr>
                      <a:r>
                        <a:rPr lang="en-US" dirty="0"/>
                        <a:t>Resilience / Vulnerability</a:t>
                      </a:r>
                    </a:p>
                    <a:p>
                      <a:pPr marL="285750" indent="-285750">
                        <a:buFont typeface="Arial" panose="020B0604020202020204" pitchFamily="34" charset="0"/>
                        <a:buChar char="•"/>
                      </a:pPr>
                      <a:r>
                        <a:rPr lang="en-US" dirty="0"/>
                        <a:t>Study satisfaction</a:t>
                      </a:r>
                    </a:p>
                    <a:p>
                      <a:pPr marL="285750" indent="-285750">
                        <a:buFont typeface="Arial" panose="020B0604020202020204" pitchFamily="34" charset="0"/>
                        <a:buChar char="•"/>
                      </a:pPr>
                      <a:r>
                        <a:rPr lang="de-AT" dirty="0"/>
                        <a:t>…</a:t>
                      </a:r>
                    </a:p>
                  </a:txBody>
                  <a:tcPr/>
                </a:tc>
                <a:extLst>
                  <a:ext uri="{0D108BD9-81ED-4DB2-BD59-A6C34878D82A}">
                    <a16:rowId xmlns:a16="http://schemas.microsoft.com/office/drawing/2014/main" val="666880112"/>
                  </a:ext>
                </a:extLst>
              </a:tr>
            </a:tbl>
          </a:graphicData>
        </a:graphic>
      </p:graphicFrame>
    </p:spTree>
    <p:extLst>
      <p:ext uri="{BB962C8B-B14F-4D97-AF65-F5344CB8AC3E}">
        <p14:creationId xmlns:p14="http://schemas.microsoft.com/office/powerpoint/2010/main" val="1366677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556EA5E-31C6-9EBA-5569-CD8AAD4037DF}"/>
              </a:ext>
            </a:extLst>
          </p:cNvPr>
          <p:cNvSpPr>
            <a:spLocks noGrp="1"/>
          </p:cNvSpPr>
          <p:nvPr>
            <p:ph type="sldNum" sz="quarter" idx="12"/>
          </p:nvPr>
        </p:nvSpPr>
        <p:spPr/>
        <p:txBody>
          <a:bodyPr/>
          <a:lstStyle/>
          <a:p>
            <a:fld id="{D836C0FE-70CA-4950-82D6-CF602CC2B770}" type="slidenum">
              <a:rPr lang="en-GB" smtClean="0"/>
              <a:t>10</a:t>
            </a:fld>
            <a:endParaRPr lang="en-GB" dirty="0"/>
          </a:p>
        </p:txBody>
      </p:sp>
      <p:sp>
        <p:nvSpPr>
          <p:cNvPr id="3" name="Titel 2">
            <a:extLst>
              <a:ext uri="{FF2B5EF4-FFF2-40B4-BE49-F238E27FC236}">
                <a16:creationId xmlns:a16="http://schemas.microsoft.com/office/drawing/2014/main" id="{07139B97-7F5D-D84A-6BEB-272FD439BD0D}"/>
              </a:ext>
            </a:extLst>
          </p:cNvPr>
          <p:cNvSpPr>
            <a:spLocks noGrp="1"/>
          </p:cNvSpPr>
          <p:nvPr>
            <p:ph type="title"/>
          </p:nvPr>
        </p:nvSpPr>
        <p:spPr/>
        <p:txBody>
          <a:bodyPr/>
          <a:lstStyle/>
          <a:p>
            <a:r>
              <a:rPr lang="en-GB" dirty="0"/>
              <a:t>Measuring manifest Features</a:t>
            </a:r>
          </a:p>
        </p:txBody>
      </p:sp>
      <p:pic>
        <p:nvPicPr>
          <p:cNvPr id="8" name="Inhaltsplatzhalter 7">
            <a:extLst>
              <a:ext uri="{FF2B5EF4-FFF2-40B4-BE49-F238E27FC236}">
                <a16:creationId xmlns:a16="http://schemas.microsoft.com/office/drawing/2014/main" id="{13CE0961-8DAF-993B-19D1-1C217FE64482}"/>
              </a:ext>
            </a:extLst>
          </p:cNvPr>
          <p:cNvPicPr>
            <a:picLocks noGrp="1" noChangeAspect="1"/>
          </p:cNvPicPr>
          <p:nvPr>
            <p:ph idx="1"/>
          </p:nvPr>
        </p:nvPicPr>
        <p:blipFill>
          <a:blip r:embed="rId2"/>
          <a:stretch>
            <a:fillRect/>
          </a:stretch>
        </p:blipFill>
        <p:spPr>
          <a:xfrm>
            <a:off x="3575814" y="1351598"/>
            <a:ext cx="5040371" cy="4606925"/>
          </a:xfr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F172F849-CA80-A42E-FC4E-F6D63B287EA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EBD0BB1-FFE2-84D1-DA60-9A23317F9D79}"/>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132594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0CA5-5029-69DF-A6C2-C7026520359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47188EE-FBD6-702E-0C41-6BE5F53D41D3}"/>
              </a:ext>
            </a:extLst>
          </p:cNvPr>
          <p:cNvSpPr>
            <a:spLocks noGrp="1"/>
          </p:cNvSpPr>
          <p:nvPr>
            <p:ph type="sldNum" sz="quarter" idx="12"/>
          </p:nvPr>
        </p:nvSpPr>
        <p:spPr/>
        <p:txBody>
          <a:bodyPr/>
          <a:lstStyle/>
          <a:p>
            <a:fld id="{D836C0FE-70CA-4950-82D6-CF602CC2B770}" type="slidenum">
              <a:rPr lang="en-GB" smtClean="0"/>
              <a:t>11</a:t>
            </a:fld>
            <a:endParaRPr lang="en-GB" dirty="0"/>
          </a:p>
        </p:txBody>
      </p:sp>
      <p:sp>
        <p:nvSpPr>
          <p:cNvPr id="3" name="Titel 2">
            <a:extLst>
              <a:ext uri="{FF2B5EF4-FFF2-40B4-BE49-F238E27FC236}">
                <a16:creationId xmlns:a16="http://schemas.microsoft.com/office/drawing/2014/main" id="{1C4AC5EA-7AC5-0F16-3548-C25A6F4CB873}"/>
              </a:ext>
            </a:extLst>
          </p:cNvPr>
          <p:cNvSpPr>
            <a:spLocks noGrp="1"/>
          </p:cNvSpPr>
          <p:nvPr>
            <p:ph type="title"/>
          </p:nvPr>
        </p:nvSpPr>
        <p:spPr/>
        <p:txBody>
          <a:bodyPr/>
          <a:lstStyle/>
          <a:p>
            <a:r>
              <a:rPr lang="en-GB" dirty="0"/>
              <a:t>Measuring latent Features</a:t>
            </a:r>
          </a:p>
        </p:txBody>
      </p:sp>
      <p:sp>
        <p:nvSpPr>
          <p:cNvPr id="5" name="Datumsplatzhalter 4">
            <a:extLst>
              <a:ext uri="{FF2B5EF4-FFF2-40B4-BE49-F238E27FC236}">
                <a16:creationId xmlns:a16="http://schemas.microsoft.com/office/drawing/2014/main" id="{01C41755-0054-8397-D943-2F594416CAB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EF7250A-F5B7-223D-3B0F-893B04A3539A}"/>
              </a:ext>
            </a:extLst>
          </p:cNvPr>
          <p:cNvSpPr>
            <a:spLocks noGrp="1"/>
          </p:cNvSpPr>
          <p:nvPr>
            <p:ph type="ftr" sz="quarter" idx="11"/>
          </p:nvPr>
        </p:nvSpPr>
        <p:spPr/>
        <p:txBody>
          <a:bodyPr/>
          <a:lstStyle/>
          <a:p>
            <a:r>
              <a:rPr lang="en-GB" dirty="0"/>
              <a:t>KMH | IL Scientific Method</a:t>
            </a:r>
          </a:p>
        </p:txBody>
      </p:sp>
      <p:pic>
        <p:nvPicPr>
          <p:cNvPr id="9" name="Picture 2">
            <a:extLst>
              <a:ext uri="{FF2B5EF4-FFF2-40B4-BE49-F238E27FC236}">
                <a16:creationId xmlns:a16="http://schemas.microsoft.com/office/drawing/2014/main" id="{6949AFDB-BDCE-4832-C88F-C95DFEAD503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63889" y="1378038"/>
            <a:ext cx="9664222" cy="460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538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38B6-FB78-5D6B-0999-11CF0B894689}"/>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6AFAA7B-A816-3DF1-929D-2E0063102804}"/>
              </a:ext>
            </a:extLst>
          </p:cNvPr>
          <p:cNvSpPr>
            <a:spLocks noGrp="1"/>
          </p:cNvSpPr>
          <p:nvPr>
            <p:ph type="sldNum" sz="quarter" idx="12"/>
          </p:nvPr>
        </p:nvSpPr>
        <p:spPr/>
        <p:txBody>
          <a:bodyPr/>
          <a:lstStyle/>
          <a:p>
            <a:fld id="{D836C0FE-70CA-4950-82D6-CF602CC2B770}" type="slidenum">
              <a:rPr lang="en-GB" smtClean="0"/>
              <a:t>12</a:t>
            </a:fld>
            <a:endParaRPr lang="en-GB" dirty="0"/>
          </a:p>
        </p:txBody>
      </p:sp>
      <p:sp>
        <p:nvSpPr>
          <p:cNvPr id="3" name="Titel 2">
            <a:extLst>
              <a:ext uri="{FF2B5EF4-FFF2-40B4-BE49-F238E27FC236}">
                <a16:creationId xmlns:a16="http://schemas.microsoft.com/office/drawing/2014/main" id="{C52E2A0F-22E5-8D88-4CBC-427258464046}"/>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005F7977-EF3E-BBC2-1D1D-B959D24B390F}"/>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586189E0-C4BA-E5D8-F270-4CDDC4F477BC}"/>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9CB2908-0D0C-2EAF-097A-620F67AFC179}"/>
              </a:ext>
            </a:extLst>
          </p:cNvPr>
          <p:cNvSpPr>
            <a:spLocks noGrp="1"/>
          </p:cNvSpPr>
          <p:nvPr>
            <p:ph type="ftr" sz="quarter" idx="11"/>
          </p:nvPr>
        </p:nvSpPr>
        <p:spPr/>
        <p:txBody>
          <a:bodyPr/>
          <a:lstStyle/>
          <a:p>
            <a:r>
              <a:rPr lang="en-GB"/>
              <a:t>KMH | IL Scientific Method</a:t>
            </a:r>
            <a:endParaRPr lang="en-GB" dirty="0"/>
          </a:p>
        </p:txBody>
      </p:sp>
      <p:sp>
        <p:nvSpPr>
          <p:cNvPr id="17" name="Freihandform: Form 16">
            <a:extLst>
              <a:ext uri="{FF2B5EF4-FFF2-40B4-BE49-F238E27FC236}">
                <a16:creationId xmlns:a16="http://schemas.microsoft.com/office/drawing/2014/main" id="{340A2F8C-3C90-C515-34D3-C192FE88B050}"/>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8" name="Freihandform: Form 17">
            <a:extLst>
              <a:ext uri="{FF2B5EF4-FFF2-40B4-BE49-F238E27FC236}">
                <a16:creationId xmlns:a16="http://schemas.microsoft.com/office/drawing/2014/main" id="{368AA222-15D6-127F-7E47-1BFE30316A2B}"/>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9" name="Freihandform: Form 18">
            <a:extLst>
              <a:ext uri="{FF2B5EF4-FFF2-40B4-BE49-F238E27FC236}">
                <a16:creationId xmlns:a16="http://schemas.microsoft.com/office/drawing/2014/main" id="{D98AE7B8-7749-F980-405E-A98AD41436E9}"/>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0" name="Geschweifte Klammer links 19">
            <a:extLst>
              <a:ext uri="{FF2B5EF4-FFF2-40B4-BE49-F238E27FC236}">
                <a16:creationId xmlns:a16="http://schemas.microsoft.com/office/drawing/2014/main" id="{BD2FC27F-D6B6-B509-E00D-A28A50B9FECC}"/>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1" name="Textfeld 20">
            <a:extLst>
              <a:ext uri="{FF2B5EF4-FFF2-40B4-BE49-F238E27FC236}">
                <a16:creationId xmlns:a16="http://schemas.microsoft.com/office/drawing/2014/main" id="{9166A7E1-D825-8B15-8899-F277BC733F6A}"/>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1ACA8D3B-90A0-97AD-9F84-DDFF3D257333}"/>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7D99E922-4C06-D93A-42B2-F7B1501A13EC}"/>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4" name="Textfeld 23">
            <a:extLst>
              <a:ext uri="{FF2B5EF4-FFF2-40B4-BE49-F238E27FC236}">
                <a16:creationId xmlns:a16="http://schemas.microsoft.com/office/drawing/2014/main" id="{52B54D31-DE4B-A364-40ED-FA1EBF9B7BC6}"/>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0EAD1A1C-B213-BCAA-6FE8-973272DB4BAD}"/>
              </a:ext>
            </a:extLst>
          </p:cNvPr>
          <p:cNvSpPr/>
          <p:nvPr/>
        </p:nvSpPr>
        <p:spPr>
          <a:xfrm>
            <a:off x="10820400" y="2151686"/>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406322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51A3722-4724-79CF-3633-171B49DFEDAB}"/>
              </a:ext>
            </a:extLst>
          </p:cNvPr>
          <p:cNvSpPr>
            <a:spLocks noGrp="1"/>
          </p:cNvSpPr>
          <p:nvPr>
            <p:ph type="sldNum" sz="quarter" idx="12"/>
          </p:nvPr>
        </p:nvSpPr>
        <p:spPr/>
        <p:txBody>
          <a:bodyPr/>
          <a:lstStyle/>
          <a:p>
            <a:fld id="{D836C0FE-70CA-4950-82D6-CF602CC2B770}" type="slidenum">
              <a:rPr lang="en-GB" smtClean="0"/>
              <a:t>13</a:t>
            </a:fld>
            <a:endParaRPr lang="en-GB" dirty="0"/>
          </a:p>
        </p:txBody>
      </p:sp>
      <p:sp>
        <p:nvSpPr>
          <p:cNvPr id="3" name="Titel 2">
            <a:extLst>
              <a:ext uri="{FF2B5EF4-FFF2-40B4-BE49-F238E27FC236}">
                <a16:creationId xmlns:a16="http://schemas.microsoft.com/office/drawing/2014/main" id="{A6514597-B85E-CF0E-7658-9DE9BCD59D0A}"/>
              </a:ext>
            </a:extLst>
          </p:cNvPr>
          <p:cNvSpPr>
            <a:spLocks noGrp="1"/>
          </p:cNvSpPr>
          <p:nvPr>
            <p:ph type="title"/>
          </p:nvPr>
        </p:nvSpPr>
        <p:spPr/>
        <p:txBody>
          <a:bodyPr/>
          <a:lstStyle/>
          <a:p>
            <a:r>
              <a:rPr lang="en-GB" dirty="0"/>
              <a:t>Be clear on the Survey Units</a:t>
            </a:r>
          </a:p>
        </p:txBody>
      </p:sp>
      <p:sp>
        <p:nvSpPr>
          <p:cNvPr id="4" name="Inhaltsplatzhalter 3">
            <a:extLst>
              <a:ext uri="{FF2B5EF4-FFF2-40B4-BE49-F238E27FC236}">
                <a16:creationId xmlns:a16="http://schemas.microsoft.com/office/drawing/2014/main" id="{D64520BB-998E-4BED-BE23-1EE77FAD53DF}"/>
              </a:ext>
            </a:extLst>
          </p:cNvPr>
          <p:cNvSpPr>
            <a:spLocks noGrp="1"/>
          </p:cNvSpPr>
          <p:nvPr>
            <p:ph idx="1"/>
          </p:nvPr>
        </p:nvSpPr>
        <p:spPr/>
        <p:txBody>
          <a:bodyPr/>
          <a:lstStyle/>
          <a:p>
            <a:r>
              <a:rPr lang="en-GB" b="1" dirty="0"/>
              <a:t>Selection of survey units :</a:t>
            </a:r>
          </a:p>
          <a:p>
            <a:pPr lvl="1"/>
            <a:r>
              <a:rPr lang="en-GB" b="1" dirty="0">
                <a:solidFill>
                  <a:srgbClr val="E37823"/>
                </a:solidFill>
              </a:rPr>
              <a:t>Who</a:t>
            </a:r>
            <a:r>
              <a:rPr lang="en-GB" dirty="0"/>
              <a:t> should be surveyed? </a:t>
            </a:r>
          </a:p>
          <a:p>
            <a:pPr lvl="2"/>
            <a:r>
              <a:rPr lang="en-GB" dirty="0"/>
              <a:t>e.g. households, residents, passers-by, EV-car owner, members of energy communities, …</a:t>
            </a:r>
          </a:p>
          <a:p>
            <a:pPr lvl="1"/>
            <a:r>
              <a:rPr lang="en-GB" b="1" dirty="0"/>
              <a:t>Selection criteria:</a:t>
            </a:r>
          </a:p>
          <a:p>
            <a:pPr lvl="2"/>
            <a:r>
              <a:rPr lang="en-GB" dirty="0"/>
              <a:t>Spatial</a:t>
            </a:r>
          </a:p>
          <a:p>
            <a:pPr lvl="2"/>
            <a:r>
              <a:rPr lang="en-GB" dirty="0"/>
              <a:t>Temporal</a:t>
            </a:r>
          </a:p>
          <a:p>
            <a:pPr lvl="2"/>
            <a:r>
              <a:rPr lang="en-GB" dirty="0"/>
              <a:t>Characteristics of interest (e.g. migration background, income, education, etc.)</a:t>
            </a:r>
          </a:p>
          <a:p>
            <a:pPr lvl="2"/>
            <a:r>
              <a:rPr lang="en-GB" dirty="0"/>
              <a:t>…</a:t>
            </a:r>
          </a:p>
        </p:txBody>
      </p:sp>
      <p:sp>
        <p:nvSpPr>
          <p:cNvPr id="5" name="Datumsplatzhalter 4">
            <a:extLst>
              <a:ext uri="{FF2B5EF4-FFF2-40B4-BE49-F238E27FC236}">
                <a16:creationId xmlns:a16="http://schemas.microsoft.com/office/drawing/2014/main" id="{2B7ADC1E-A02F-D37F-D168-1344D69E6FD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4A52B0C-7A0C-D5DF-7C74-C67475F0F7FC}"/>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669962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C2C4-2F07-748D-7A6D-BCBF8BE49A06}"/>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807BF39-EC4E-ECE3-44B0-EFA56FDF7511}"/>
              </a:ext>
            </a:extLst>
          </p:cNvPr>
          <p:cNvSpPr>
            <a:spLocks noGrp="1"/>
          </p:cNvSpPr>
          <p:nvPr>
            <p:ph type="sldNum" sz="quarter" idx="12"/>
          </p:nvPr>
        </p:nvSpPr>
        <p:spPr/>
        <p:txBody>
          <a:bodyPr/>
          <a:lstStyle/>
          <a:p>
            <a:fld id="{D836C0FE-70CA-4950-82D6-CF602CC2B770}" type="slidenum">
              <a:rPr lang="en-GB" smtClean="0"/>
              <a:t>14</a:t>
            </a:fld>
            <a:endParaRPr lang="en-GB" dirty="0"/>
          </a:p>
        </p:txBody>
      </p:sp>
      <p:sp>
        <p:nvSpPr>
          <p:cNvPr id="3" name="Titel 2">
            <a:extLst>
              <a:ext uri="{FF2B5EF4-FFF2-40B4-BE49-F238E27FC236}">
                <a16:creationId xmlns:a16="http://schemas.microsoft.com/office/drawing/2014/main" id="{271713FB-DF81-186E-558D-5ADE79FE816A}"/>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261363C9-F51D-F514-FA70-A30A196F95DD}"/>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42A0B690-BD23-1A71-D285-311F30DE1E2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F74DD45-B8E9-9C86-6F77-F93874842F99}"/>
              </a:ext>
            </a:extLst>
          </p:cNvPr>
          <p:cNvSpPr>
            <a:spLocks noGrp="1"/>
          </p:cNvSpPr>
          <p:nvPr>
            <p:ph type="ftr" sz="quarter" idx="11"/>
          </p:nvPr>
        </p:nvSpPr>
        <p:spPr/>
        <p:txBody>
          <a:bodyPr/>
          <a:lstStyle/>
          <a:p>
            <a:r>
              <a:rPr lang="en-GB"/>
              <a:t>KMH | IL Scientific Method</a:t>
            </a:r>
            <a:endParaRPr lang="en-GB" dirty="0"/>
          </a:p>
        </p:txBody>
      </p:sp>
      <p:sp>
        <p:nvSpPr>
          <p:cNvPr id="17" name="Freihandform: Form 16">
            <a:extLst>
              <a:ext uri="{FF2B5EF4-FFF2-40B4-BE49-F238E27FC236}">
                <a16:creationId xmlns:a16="http://schemas.microsoft.com/office/drawing/2014/main" id="{8D64D5E0-2538-6B3B-D0DC-925F4EB38474}"/>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8" name="Freihandform: Form 17">
            <a:extLst>
              <a:ext uri="{FF2B5EF4-FFF2-40B4-BE49-F238E27FC236}">
                <a16:creationId xmlns:a16="http://schemas.microsoft.com/office/drawing/2014/main" id="{F4CD40A2-0125-B400-4E9E-FF6A19107F53}"/>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9" name="Freihandform: Form 18">
            <a:extLst>
              <a:ext uri="{FF2B5EF4-FFF2-40B4-BE49-F238E27FC236}">
                <a16:creationId xmlns:a16="http://schemas.microsoft.com/office/drawing/2014/main" id="{FAFBD50A-A9B9-231A-F3DB-DC3833BE7C2E}"/>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0" name="Geschweifte Klammer links 19">
            <a:extLst>
              <a:ext uri="{FF2B5EF4-FFF2-40B4-BE49-F238E27FC236}">
                <a16:creationId xmlns:a16="http://schemas.microsoft.com/office/drawing/2014/main" id="{FE0B945A-B4EF-5636-F5C1-5D6B54396B6B}"/>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1" name="Textfeld 20">
            <a:extLst>
              <a:ext uri="{FF2B5EF4-FFF2-40B4-BE49-F238E27FC236}">
                <a16:creationId xmlns:a16="http://schemas.microsoft.com/office/drawing/2014/main" id="{84192500-1BB1-4378-D94F-97D87B9EF12C}"/>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07829AE1-5D7D-7A08-2F49-C17D0E3BD964}"/>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6B520065-995B-890C-6424-E6EFE88C08E6}"/>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4" name="Textfeld 23">
            <a:extLst>
              <a:ext uri="{FF2B5EF4-FFF2-40B4-BE49-F238E27FC236}">
                <a16:creationId xmlns:a16="http://schemas.microsoft.com/office/drawing/2014/main" id="{D128EA65-26A6-8847-5194-118CE580764C}"/>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A92CC317-FC8A-52E6-03FC-1D64400682B6}"/>
              </a:ext>
            </a:extLst>
          </p:cNvPr>
          <p:cNvSpPr/>
          <p:nvPr/>
        </p:nvSpPr>
        <p:spPr>
          <a:xfrm>
            <a:off x="10820400" y="2752969"/>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6815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24FD2FD-86CB-C573-21A3-AD6393FAFD7B}"/>
              </a:ext>
            </a:extLst>
          </p:cNvPr>
          <p:cNvSpPr>
            <a:spLocks noGrp="1"/>
          </p:cNvSpPr>
          <p:nvPr>
            <p:ph type="sldNum" sz="quarter" idx="12"/>
          </p:nvPr>
        </p:nvSpPr>
        <p:spPr/>
        <p:txBody>
          <a:bodyPr/>
          <a:lstStyle/>
          <a:p>
            <a:fld id="{D836C0FE-70CA-4950-82D6-CF602CC2B770}" type="slidenum">
              <a:rPr lang="en-GB" smtClean="0"/>
              <a:t>15</a:t>
            </a:fld>
            <a:endParaRPr lang="en-GB" dirty="0"/>
          </a:p>
        </p:txBody>
      </p:sp>
      <p:sp>
        <p:nvSpPr>
          <p:cNvPr id="3" name="Titel 2">
            <a:extLst>
              <a:ext uri="{FF2B5EF4-FFF2-40B4-BE49-F238E27FC236}">
                <a16:creationId xmlns:a16="http://schemas.microsoft.com/office/drawing/2014/main" id="{D29D2F8F-E682-DC9E-A160-D6452989CC34}"/>
              </a:ext>
            </a:extLst>
          </p:cNvPr>
          <p:cNvSpPr>
            <a:spLocks noGrp="1"/>
          </p:cNvSpPr>
          <p:nvPr>
            <p:ph type="title"/>
          </p:nvPr>
        </p:nvSpPr>
        <p:spPr/>
        <p:txBody>
          <a:bodyPr/>
          <a:lstStyle/>
          <a:p>
            <a:r>
              <a:rPr lang="en-GB" dirty="0"/>
              <a:t>Operationalise your structured Survey</a:t>
            </a:r>
          </a:p>
        </p:txBody>
      </p:sp>
      <p:pic>
        <p:nvPicPr>
          <p:cNvPr id="8" name="Content Placeholder 7">
            <a:extLst>
              <a:ext uri="{FF2B5EF4-FFF2-40B4-BE49-F238E27FC236}">
                <a16:creationId xmlns:a16="http://schemas.microsoft.com/office/drawing/2014/main" id="{A4611DC3-8E77-C5EC-E673-27650D622D2E}"/>
              </a:ext>
            </a:extLst>
          </p:cNvPr>
          <p:cNvPicPr>
            <a:picLocks noGrp="1" noChangeAspect="1"/>
          </p:cNvPicPr>
          <p:nvPr>
            <p:ph idx="1"/>
          </p:nvPr>
        </p:nvPicPr>
        <p:blipFill>
          <a:blip r:embed="rId2"/>
          <a:stretch>
            <a:fillRect/>
          </a:stretch>
        </p:blipFill>
        <p:spPr>
          <a:xfrm>
            <a:off x="1971463" y="1574691"/>
            <a:ext cx="8249074" cy="4267419"/>
          </a:xfrm>
        </p:spPr>
      </p:pic>
      <p:sp>
        <p:nvSpPr>
          <p:cNvPr id="5" name="Datumsplatzhalter 4">
            <a:extLst>
              <a:ext uri="{FF2B5EF4-FFF2-40B4-BE49-F238E27FC236}">
                <a16:creationId xmlns:a16="http://schemas.microsoft.com/office/drawing/2014/main" id="{6EDDE79E-EB36-B89E-C872-066B50825665}"/>
              </a:ext>
            </a:extLst>
          </p:cNvPr>
          <p:cNvSpPr>
            <a:spLocks noGrp="1"/>
          </p:cNvSpPr>
          <p:nvPr>
            <p:ph type="dt" sz="half" idx="10"/>
          </p:nvPr>
        </p:nvSpPr>
        <p:spPr/>
        <p:txBody>
          <a:bodyPr/>
          <a:lstStyle/>
          <a:p>
            <a:r>
              <a:rPr lang="en-GB" dirty="0"/>
              <a:t>(Saunders et al., 2023:510)</a:t>
            </a:r>
          </a:p>
        </p:txBody>
      </p:sp>
      <p:sp>
        <p:nvSpPr>
          <p:cNvPr id="6" name="Fußzeilenplatzhalter 5">
            <a:extLst>
              <a:ext uri="{FF2B5EF4-FFF2-40B4-BE49-F238E27FC236}">
                <a16:creationId xmlns:a16="http://schemas.microsoft.com/office/drawing/2014/main" id="{68C22269-3276-8ABB-5ABA-D204C9D19ECA}"/>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173507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5CAC9-F47B-F8E6-106E-ED84ABC95A73}"/>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E0FE2E1-56C8-6114-A54A-7DEC33FB1375}"/>
              </a:ext>
            </a:extLst>
          </p:cNvPr>
          <p:cNvSpPr>
            <a:spLocks noGrp="1"/>
          </p:cNvSpPr>
          <p:nvPr>
            <p:ph type="sldNum" sz="quarter" idx="12"/>
          </p:nvPr>
        </p:nvSpPr>
        <p:spPr/>
        <p:txBody>
          <a:bodyPr/>
          <a:lstStyle/>
          <a:p>
            <a:fld id="{D836C0FE-70CA-4950-82D6-CF602CC2B770}" type="slidenum">
              <a:rPr lang="en-GB" smtClean="0"/>
              <a:t>16</a:t>
            </a:fld>
            <a:endParaRPr lang="en-GB" dirty="0"/>
          </a:p>
        </p:txBody>
      </p:sp>
      <p:sp>
        <p:nvSpPr>
          <p:cNvPr id="3" name="Titel 2">
            <a:extLst>
              <a:ext uri="{FF2B5EF4-FFF2-40B4-BE49-F238E27FC236}">
                <a16:creationId xmlns:a16="http://schemas.microsoft.com/office/drawing/2014/main" id="{E54D1272-190E-87D7-F9A9-E0DBD4BB9EB8}"/>
              </a:ext>
            </a:extLst>
          </p:cNvPr>
          <p:cNvSpPr>
            <a:spLocks noGrp="1"/>
          </p:cNvSpPr>
          <p:nvPr>
            <p:ph type="title"/>
          </p:nvPr>
        </p:nvSpPr>
        <p:spPr/>
        <p:txBody>
          <a:bodyPr/>
          <a:lstStyle/>
          <a:p>
            <a:r>
              <a:rPr lang="en-GB" dirty="0"/>
              <a:t>Operationalise your structured Survey</a:t>
            </a:r>
          </a:p>
        </p:txBody>
      </p:sp>
      <p:pic>
        <p:nvPicPr>
          <p:cNvPr id="8" name="Content Placeholder 7">
            <a:extLst>
              <a:ext uri="{FF2B5EF4-FFF2-40B4-BE49-F238E27FC236}">
                <a16:creationId xmlns:a16="http://schemas.microsoft.com/office/drawing/2014/main" id="{FE5C0D0B-5EBE-4A0E-689F-EECB3C25353F}"/>
              </a:ext>
            </a:extLst>
          </p:cNvPr>
          <p:cNvPicPr>
            <a:picLocks noGrp="1" noChangeAspect="1"/>
          </p:cNvPicPr>
          <p:nvPr>
            <p:ph idx="1"/>
          </p:nvPr>
        </p:nvPicPr>
        <p:blipFill>
          <a:blip r:embed="rId2"/>
          <a:stretch>
            <a:fillRect/>
          </a:stretch>
        </p:blipFill>
        <p:spPr>
          <a:xfrm>
            <a:off x="1971463" y="1574691"/>
            <a:ext cx="8249074" cy="4267419"/>
          </a:xfrm>
        </p:spPr>
      </p:pic>
      <p:sp>
        <p:nvSpPr>
          <p:cNvPr id="5" name="Datumsplatzhalter 4">
            <a:extLst>
              <a:ext uri="{FF2B5EF4-FFF2-40B4-BE49-F238E27FC236}">
                <a16:creationId xmlns:a16="http://schemas.microsoft.com/office/drawing/2014/main" id="{F0D9263F-57FC-36B9-6B12-C9A5430822BC}"/>
              </a:ext>
            </a:extLst>
          </p:cNvPr>
          <p:cNvSpPr>
            <a:spLocks noGrp="1"/>
          </p:cNvSpPr>
          <p:nvPr>
            <p:ph type="dt" sz="half" idx="10"/>
          </p:nvPr>
        </p:nvSpPr>
        <p:spPr/>
        <p:txBody>
          <a:bodyPr/>
          <a:lstStyle/>
          <a:p>
            <a:r>
              <a:rPr lang="en-GB" dirty="0"/>
              <a:t>(Saunders et al., 2023:510)</a:t>
            </a:r>
          </a:p>
        </p:txBody>
      </p:sp>
      <p:sp>
        <p:nvSpPr>
          <p:cNvPr id="6" name="Fußzeilenplatzhalter 5">
            <a:extLst>
              <a:ext uri="{FF2B5EF4-FFF2-40B4-BE49-F238E27FC236}">
                <a16:creationId xmlns:a16="http://schemas.microsoft.com/office/drawing/2014/main" id="{68B78070-FE79-A846-F09F-A2DA415E7E09}"/>
              </a:ext>
            </a:extLst>
          </p:cNvPr>
          <p:cNvSpPr>
            <a:spLocks noGrp="1"/>
          </p:cNvSpPr>
          <p:nvPr>
            <p:ph type="ftr" sz="quarter" idx="11"/>
          </p:nvPr>
        </p:nvSpPr>
        <p:spPr/>
        <p:txBody>
          <a:bodyPr/>
          <a:lstStyle/>
          <a:p>
            <a:r>
              <a:rPr lang="en-GB" dirty="0"/>
              <a:t>KMH | IL Scientific Method</a:t>
            </a:r>
          </a:p>
        </p:txBody>
      </p:sp>
      <p:sp>
        <p:nvSpPr>
          <p:cNvPr id="4" name="Rechteck: abgerundete Ecken 3">
            <a:extLst>
              <a:ext uri="{FF2B5EF4-FFF2-40B4-BE49-F238E27FC236}">
                <a16:creationId xmlns:a16="http://schemas.microsoft.com/office/drawing/2014/main" id="{E090B814-368D-30D0-5E88-4504F846D13A}"/>
              </a:ext>
            </a:extLst>
          </p:cNvPr>
          <p:cNvSpPr/>
          <p:nvPr/>
        </p:nvSpPr>
        <p:spPr>
          <a:xfrm>
            <a:off x="1826986" y="3892550"/>
            <a:ext cx="3087914" cy="2140060"/>
          </a:xfrm>
          <a:prstGeom prst="roundRect">
            <a:avLst>
              <a:gd name="adj" fmla="val 1504"/>
            </a:avLst>
          </a:prstGeom>
          <a:noFill/>
          <a:ln w="76200">
            <a:solidFill>
              <a:srgbClr val="FF9E1B"/>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565709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1D98F-12B1-9FD8-D0AE-E802F4F31D03}"/>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764B8FE-7D26-8717-A43F-740F58FFD802}"/>
              </a:ext>
            </a:extLst>
          </p:cNvPr>
          <p:cNvSpPr>
            <a:spLocks noGrp="1"/>
          </p:cNvSpPr>
          <p:nvPr>
            <p:ph type="sldNum" sz="quarter" idx="12"/>
          </p:nvPr>
        </p:nvSpPr>
        <p:spPr/>
        <p:txBody>
          <a:bodyPr/>
          <a:lstStyle/>
          <a:p>
            <a:fld id="{D836C0FE-70CA-4950-82D6-CF602CC2B770}" type="slidenum">
              <a:rPr lang="en-GB" smtClean="0"/>
              <a:t>17</a:t>
            </a:fld>
            <a:endParaRPr lang="en-GB" dirty="0"/>
          </a:p>
        </p:txBody>
      </p:sp>
      <p:sp>
        <p:nvSpPr>
          <p:cNvPr id="3" name="Titel 2">
            <a:extLst>
              <a:ext uri="{FF2B5EF4-FFF2-40B4-BE49-F238E27FC236}">
                <a16:creationId xmlns:a16="http://schemas.microsoft.com/office/drawing/2014/main" id="{C73C7BD4-823A-E05F-010E-5EC54FF45399}"/>
              </a:ext>
            </a:extLst>
          </p:cNvPr>
          <p:cNvSpPr>
            <a:spLocks noGrp="1"/>
          </p:cNvSpPr>
          <p:nvPr>
            <p:ph type="title"/>
          </p:nvPr>
        </p:nvSpPr>
        <p:spPr/>
        <p:txBody>
          <a:bodyPr/>
          <a:lstStyle/>
          <a:p>
            <a:r>
              <a:rPr lang="en-GB" dirty="0"/>
              <a:t>Operationalise your structured Survey</a:t>
            </a:r>
          </a:p>
        </p:txBody>
      </p:sp>
      <p:sp>
        <p:nvSpPr>
          <p:cNvPr id="4" name="Inhaltsplatzhalter 3">
            <a:extLst>
              <a:ext uri="{FF2B5EF4-FFF2-40B4-BE49-F238E27FC236}">
                <a16:creationId xmlns:a16="http://schemas.microsoft.com/office/drawing/2014/main" id="{7E7C6107-1D0C-8934-BF6E-9F602A2200F1}"/>
              </a:ext>
            </a:extLst>
          </p:cNvPr>
          <p:cNvSpPr>
            <a:spLocks noGrp="1"/>
          </p:cNvSpPr>
          <p:nvPr>
            <p:ph idx="1"/>
          </p:nvPr>
        </p:nvSpPr>
        <p:spPr/>
        <p:txBody>
          <a:bodyPr>
            <a:normAutofit/>
          </a:bodyPr>
          <a:lstStyle/>
          <a:p>
            <a:r>
              <a:rPr lang="en-GB" b="1" dirty="0"/>
              <a:t>Open questions: </a:t>
            </a:r>
            <a:r>
              <a:rPr lang="en-GB" dirty="0"/>
              <a:t>Answers </a:t>
            </a:r>
            <a:r>
              <a:rPr lang="en-GB" dirty="0">
                <a:solidFill>
                  <a:srgbClr val="E37823"/>
                </a:solidFill>
              </a:rPr>
              <a:t>"in own words“:</a:t>
            </a:r>
            <a:endParaRPr lang="en-GB" dirty="0"/>
          </a:p>
          <a:p>
            <a:pPr lvl="1"/>
            <a:r>
              <a:rPr lang="en-GB" dirty="0"/>
              <a:t>Useful: answer options not fully known; spontaneous answers</a:t>
            </a:r>
          </a:p>
          <a:p>
            <a:endParaRPr lang="en-GB" sz="900" b="1" dirty="0"/>
          </a:p>
          <a:p>
            <a:r>
              <a:rPr lang="en-GB" b="1" dirty="0"/>
              <a:t>Closed questions: </a:t>
            </a:r>
            <a:r>
              <a:rPr lang="en-GB" dirty="0"/>
              <a:t>Decision between predefined </a:t>
            </a:r>
            <a:r>
              <a:rPr lang="en-GB" dirty="0">
                <a:solidFill>
                  <a:srgbClr val="E37823"/>
                </a:solidFill>
              </a:rPr>
              <a:t>answer alternatives</a:t>
            </a:r>
          </a:p>
          <a:p>
            <a:pPr lvl="1"/>
            <a:r>
              <a:rPr lang="en-GB" dirty="0"/>
              <a:t>Useful: Comparability of answers</a:t>
            </a:r>
          </a:p>
          <a:p>
            <a:pPr lvl="2"/>
            <a:r>
              <a:rPr lang="en-GB" dirty="0"/>
              <a:t>Time and cost savings</a:t>
            </a:r>
          </a:p>
          <a:p>
            <a:pPr lvl="2"/>
            <a:r>
              <a:rPr lang="en-GB" dirty="0"/>
              <a:t>Formulation weaknesses among respondents</a:t>
            </a:r>
          </a:p>
          <a:p>
            <a:pPr lvl="2"/>
            <a:r>
              <a:rPr lang="en-GB" dirty="0"/>
              <a:t>Avoid excessive demands on the interviewer when taking notes</a:t>
            </a:r>
          </a:p>
        </p:txBody>
      </p:sp>
      <p:sp>
        <p:nvSpPr>
          <p:cNvPr id="5" name="Datumsplatzhalter 4">
            <a:extLst>
              <a:ext uri="{FF2B5EF4-FFF2-40B4-BE49-F238E27FC236}">
                <a16:creationId xmlns:a16="http://schemas.microsoft.com/office/drawing/2014/main" id="{7CF14C2C-7000-35F6-0EBE-40CFB20DCE6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FF4791F-4A9A-BC5C-CD48-E9C7F104E38F}"/>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3878963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19135D0-683E-74AF-F57B-5D34CC3904EF}"/>
              </a:ext>
            </a:extLst>
          </p:cNvPr>
          <p:cNvSpPr>
            <a:spLocks noGrp="1"/>
          </p:cNvSpPr>
          <p:nvPr>
            <p:ph type="sldNum" sz="quarter" idx="12"/>
          </p:nvPr>
        </p:nvSpPr>
        <p:spPr/>
        <p:txBody>
          <a:bodyPr/>
          <a:lstStyle/>
          <a:p>
            <a:fld id="{D836C0FE-70CA-4950-82D6-CF602CC2B770}" type="slidenum">
              <a:rPr lang="en-GB" smtClean="0"/>
              <a:t>18</a:t>
            </a:fld>
            <a:endParaRPr lang="en-GB" dirty="0"/>
          </a:p>
        </p:txBody>
      </p:sp>
      <p:sp>
        <p:nvSpPr>
          <p:cNvPr id="3" name="Titel 2">
            <a:extLst>
              <a:ext uri="{FF2B5EF4-FFF2-40B4-BE49-F238E27FC236}">
                <a16:creationId xmlns:a16="http://schemas.microsoft.com/office/drawing/2014/main" id="{5357A31A-F022-C1A5-3937-C9F6F756EBDC}"/>
              </a:ext>
            </a:extLst>
          </p:cNvPr>
          <p:cNvSpPr>
            <a:spLocks noGrp="1"/>
          </p:cNvSpPr>
          <p:nvPr>
            <p:ph type="title"/>
          </p:nvPr>
        </p:nvSpPr>
        <p:spPr/>
        <p:txBody>
          <a:bodyPr/>
          <a:lstStyle/>
          <a:p>
            <a:r>
              <a:rPr lang="en-GB" sz="2800" b="1" dirty="0"/>
              <a:t>Requirements for Response Categories:</a:t>
            </a:r>
            <a:br>
              <a:rPr lang="en-GB" sz="2800" b="1" dirty="0"/>
            </a:br>
            <a:endParaRPr lang="en-GB" dirty="0"/>
          </a:p>
        </p:txBody>
      </p:sp>
      <p:sp>
        <p:nvSpPr>
          <p:cNvPr id="4" name="Inhaltsplatzhalter 3">
            <a:extLst>
              <a:ext uri="{FF2B5EF4-FFF2-40B4-BE49-F238E27FC236}">
                <a16:creationId xmlns:a16="http://schemas.microsoft.com/office/drawing/2014/main" id="{FFB1DA1F-A1A8-85D7-A770-B1A4C6A10FD8}"/>
              </a:ext>
            </a:extLst>
          </p:cNvPr>
          <p:cNvSpPr>
            <a:spLocks noGrp="1"/>
          </p:cNvSpPr>
          <p:nvPr>
            <p:ph idx="1"/>
          </p:nvPr>
        </p:nvSpPr>
        <p:spPr>
          <a:xfrm>
            <a:off x="695324" y="1138518"/>
            <a:ext cx="10800675" cy="5025747"/>
          </a:xfrm>
        </p:spPr>
        <p:txBody>
          <a:bodyPr>
            <a:normAutofit/>
          </a:bodyPr>
          <a:lstStyle/>
          <a:p>
            <a:pPr>
              <a:lnSpc>
                <a:spcPct val="104000"/>
              </a:lnSpc>
              <a:spcBef>
                <a:spcPts val="600"/>
              </a:spcBef>
            </a:pPr>
            <a:r>
              <a:rPr lang="en-GB" sz="2000" b="1" dirty="0"/>
              <a:t>Exclusivity</a:t>
            </a:r>
            <a:r>
              <a:rPr lang="en-GB" sz="2000" dirty="0"/>
              <a:t> of the categories (→ multiple answers)</a:t>
            </a:r>
          </a:p>
          <a:p>
            <a:pPr lvl="1">
              <a:lnSpc>
                <a:spcPct val="104000"/>
              </a:lnSpc>
              <a:spcBef>
                <a:spcPts val="600"/>
              </a:spcBef>
            </a:pPr>
            <a:r>
              <a:rPr lang="en-GB" sz="2000" b="1" dirty="0"/>
              <a:t>Completeness</a:t>
            </a:r>
            <a:r>
              <a:rPr lang="en-GB" sz="2000" dirty="0"/>
              <a:t> of the categories </a:t>
            </a:r>
            <a:br>
              <a:rPr lang="en-GB" sz="2000" dirty="0"/>
            </a:br>
            <a:r>
              <a:rPr lang="en-GB" sz="1800" dirty="0">
                <a:solidFill>
                  <a:srgbClr val="E37823"/>
                </a:solidFill>
              </a:rPr>
              <a:t>"Remaining category" → Partially open or hybrid questions (additional work in evaluation)</a:t>
            </a:r>
            <a:endParaRPr lang="en-GB" sz="500" i="1" dirty="0">
              <a:latin typeface="Courier New" pitchFamily="49" charset="0"/>
              <a:cs typeface="Courier New" pitchFamily="49" charset="0"/>
            </a:endParaRPr>
          </a:p>
          <a:p>
            <a:pPr marL="714375" lvl="1" indent="0">
              <a:lnSpc>
                <a:spcPct val="104000"/>
              </a:lnSpc>
              <a:spcBef>
                <a:spcPts val="600"/>
              </a:spcBef>
              <a:buNone/>
            </a:pPr>
            <a:br>
              <a:rPr lang="en-GB" sz="300" i="1" dirty="0">
                <a:latin typeface="Courier New" pitchFamily="49" charset="0"/>
                <a:cs typeface="Courier New" pitchFamily="49" charset="0"/>
              </a:rPr>
            </a:br>
            <a:r>
              <a:rPr lang="en-GB" sz="1800" i="1" dirty="0">
                <a:latin typeface="Courier New" pitchFamily="49" charset="0"/>
                <a:cs typeface="Courier New" pitchFamily="49" charset="0"/>
              </a:rPr>
              <a:t>In your opinion, which natural hazards require action </a:t>
            </a:r>
            <a:br>
              <a:rPr lang="en-GB" sz="1800" i="1" dirty="0">
                <a:latin typeface="Courier New" pitchFamily="49" charset="0"/>
                <a:cs typeface="Courier New" pitchFamily="49" charset="0"/>
              </a:rPr>
            </a:br>
            <a:r>
              <a:rPr lang="en-GB" sz="1800" i="1" dirty="0">
                <a:latin typeface="Courier New" pitchFamily="49" charset="0"/>
                <a:cs typeface="Courier New" pitchFamily="49" charset="0"/>
              </a:rPr>
              <a:t>from local authorities?</a:t>
            </a:r>
            <a:br>
              <a:rPr lang="en-GB" sz="1800" b="1" i="1" dirty="0">
                <a:latin typeface="Courier New" pitchFamily="49" charset="0"/>
                <a:cs typeface="Courier New" pitchFamily="49" charset="0"/>
              </a:rPr>
            </a:br>
            <a:r>
              <a:rPr lang="en-GB" sz="1800" b="1" dirty="0">
                <a:sym typeface="Symbol"/>
              </a:rPr>
              <a:t> </a:t>
            </a:r>
            <a:r>
              <a:rPr lang="en-GB" sz="1800" i="1" dirty="0">
                <a:latin typeface="Courier New" pitchFamily="49" charset="0"/>
                <a:cs typeface="Courier New" pitchFamily="49" charset="0"/>
                <a:sym typeface="Symbol"/>
              </a:rPr>
              <a:t>Avalanches</a:t>
            </a:r>
            <a:br>
              <a:rPr lang="en-GB" sz="1800" i="1" dirty="0">
                <a:latin typeface="Courier New" pitchFamily="49" charset="0"/>
                <a:cs typeface="Courier New" pitchFamily="49" charset="0"/>
                <a:sym typeface="Symbol"/>
              </a:rPr>
            </a:br>
            <a:r>
              <a:rPr lang="en-GB" sz="1800" b="1" dirty="0">
                <a:sym typeface="Symbol"/>
              </a:rPr>
              <a:t> </a:t>
            </a:r>
            <a:r>
              <a:rPr lang="en-GB" sz="1800" i="1" dirty="0">
                <a:latin typeface="Courier New" pitchFamily="49" charset="0"/>
                <a:cs typeface="Courier New" pitchFamily="49" charset="0"/>
                <a:sym typeface="Symbol"/>
              </a:rPr>
              <a:t>Floods</a:t>
            </a:r>
            <a:br>
              <a:rPr lang="en-GB" sz="1800" i="1" dirty="0">
                <a:latin typeface="Courier New" pitchFamily="49" charset="0"/>
                <a:cs typeface="Courier New" pitchFamily="49" charset="0"/>
                <a:sym typeface="Symbol"/>
              </a:rPr>
            </a:br>
            <a:r>
              <a:rPr lang="en-GB" sz="1800" b="1" dirty="0">
                <a:sym typeface="Symbol"/>
              </a:rPr>
              <a:t> </a:t>
            </a:r>
            <a:r>
              <a:rPr lang="en-GB" sz="1800" i="1" dirty="0">
                <a:latin typeface="Courier New" pitchFamily="49" charset="0"/>
                <a:cs typeface="Courier New" pitchFamily="49" charset="0"/>
                <a:sym typeface="Symbol"/>
              </a:rPr>
              <a:t>Other ___________________________________</a:t>
            </a:r>
            <a:endParaRPr lang="en-GB" sz="1800" dirty="0">
              <a:solidFill>
                <a:srgbClr val="E37823"/>
              </a:solidFill>
            </a:endParaRPr>
          </a:p>
          <a:p>
            <a:pPr marL="914400" lvl="2" indent="0">
              <a:lnSpc>
                <a:spcPct val="104000"/>
              </a:lnSpc>
              <a:spcBef>
                <a:spcPts val="600"/>
              </a:spcBef>
              <a:buNone/>
            </a:pPr>
            <a:endParaRPr lang="en-GB" sz="900" dirty="0">
              <a:solidFill>
                <a:srgbClr val="E37823"/>
              </a:solidFill>
            </a:endParaRPr>
          </a:p>
          <a:p>
            <a:pPr lvl="1">
              <a:lnSpc>
                <a:spcPct val="104000"/>
              </a:lnSpc>
              <a:spcBef>
                <a:spcPts val="600"/>
              </a:spcBef>
            </a:pPr>
            <a:r>
              <a:rPr lang="en-GB" sz="2000" b="1" dirty="0"/>
              <a:t>Concretisation</a:t>
            </a:r>
            <a:r>
              <a:rPr lang="en-GB" sz="2000" dirty="0"/>
              <a:t> of categories</a:t>
            </a:r>
          </a:p>
          <a:p>
            <a:pPr lvl="2">
              <a:lnSpc>
                <a:spcPct val="104000"/>
              </a:lnSpc>
              <a:spcBef>
                <a:spcPts val="600"/>
              </a:spcBef>
            </a:pPr>
            <a:r>
              <a:rPr lang="en-GB" sz="1800" dirty="0"/>
              <a:t>The respondent must be able to assign categories to observable facts</a:t>
            </a:r>
          </a:p>
          <a:p>
            <a:pPr lvl="1">
              <a:lnSpc>
                <a:spcPct val="104000"/>
              </a:lnSpc>
              <a:spcBef>
                <a:spcPts val="600"/>
              </a:spcBef>
            </a:pPr>
            <a:r>
              <a:rPr lang="en-GB" sz="2000" b="1" dirty="0"/>
              <a:t>Limitation of the number </a:t>
            </a:r>
            <a:r>
              <a:rPr lang="en-GB" sz="2000" dirty="0"/>
              <a:t>of categories</a:t>
            </a:r>
          </a:p>
          <a:p>
            <a:pPr lvl="2">
              <a:lnSpc>
                <a:spcPct val="104000"/>
              </a:lnSpc>
            </a:pPr>
            <a:r>
              <a:rPr lang="en-GB" sz="1700" dirty="0"/>
              <a:t>5 to 7 categories</a:t>
            </a:r>
          </a:p>
        </p:txBody>
      </p:sp>
      <p:sp>
        <p:nvSpPr>
          <p:cNvPr id="5" name="Datumsplatzhalter 4">
            <a:extLst>
              <a:ext uri="{FF2B5EF4-FFF2-40B4-BE49-F238E27FC236}">
                <a16:creationId xmlns:a16="http://schemas.microsoft.com/office/drawing/2014/main" id="{4DA87D0B-FF26-0D43-3156-90A8CAF9AF5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79C12F2-B498-291B-CC64-D9DE05F350E7}"/>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1165692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5F415E1-5F7A-25A4-ACF2-C7110AAF42F2}"/>
              </a:ext>
            </a:extLst>
          </p:cNvPr>
          <p:cNvSpPr>
            <a:spLocks noGrp="1"/>
          </p:cNvSpPr>
          <p:nvPr>
            <p:ph type="sldNum" sz="quarter" idx="12"/>
          </p:nvPr>
        </p:nvSpPr>
        <p:spPr/>
        <p:txBody>
          <a:bodyPr/>
          <a:lstStyle/>
          <a:p>
            <a:fld id="{D836C0FE-70CA-4950-82D6-CF602CC2B770}" type="slidenum">
              <a:rPr lang="en-GB" smtClean="0"/>
              <a:t>19</a:t>
            </a:fld>
            <a:endParaRPr lang="en-GB" dirty="0"/>
          </a:p>
        </p:txBody>
      </p:sp>
      <p:sp>
        <p:nvSpPr>
          <p:cNvPr id="3" name="Titel 2">
            <a:extLst>
              <a:ext uri="{FF2B5EF4-FFF2-40B4-BE49-F238E27FC236}">
                <a16:creationId xmlns:a16="http://schemas.microsoft.com/office/drawing/2014/main" id="{A8E3C299-5F5C-778B-FEFF-802DD4FB466C}"/>
              </a:ext>
            </a:extLst>
          </p:cNvPr>
          <p:cNvSpPr>
            <a:spLocks noGrp="1"/>
          </p:cNvSpPr>
          <p:nvPr>
            <p:ph type="title"/>
          </p:nvPr>
        </p:nvSpPr>
        <p:spPr/>
        <p:txBody>
          <a:bodyPr/>
          <a:lstStyle/>
          <a:p>
            <a:r>
              <a:rPr lang="en-GB" dirty="0"/>
              <a:t>Often used: Scales for Intensities</a:t>
            </a:r>
          </a:p>
        </p:txBody>
      </p:sp>
      <p:sp>
        <p:nvSpPr>
          <p:cNvPr id="4" name="Inhaltsplatzhalter 3">
            <a:extLst>
              <a:ext uri="{FF2B5EF4-FFF2-40B4-BE49-F238E27FC236}">
                <a16:creationId xmlns:a16="http://schemas.microsoft.com/office/drawing/2014/main" id="{C434A017-3216-5CE0-0F1C-A9CBCE536FAE}"/>
              </a:ext>
            </a:extLst>
          </p:cNvPr>
          <p:cNvSpPr>
            <a:spLocks noGrp="1"/>
          </p:cNvSpPr>
          <p:nvPr>
            <p:ph idx="1"/>
          </p:nvPr>
        </p:nvSpPr>
        <p:spPr>
          <a:xfrm>
            <a:off x="695324" y="1278887"/>
            <a:ext cx="10800675" cy="4607472"/>
          </a:xfrm>
        </p:spPr>
        <p:txBody>
          <a:bodyPr>
            <a:normAutofit lnSpcReduction="10000"/>
          </a:bodyPr>
          <a:lstStyle/>
          <a:p>
            <a:pPr marL="0" indent="0">
              <a:spcBef>
                <a:spcPts val="1200"/>
              </a:spcBef>
              <a:spcAft>
                <a:spcPts val="600"/>
              </a:spcAft>
              <a:buNone/>
            </a:pPr>
            <a:r>
              <a:rPr lang="en-GB" sz="2800" b="1" dirty="0"/>
              <a:t>👉 tool for converting empirical facts into numerical facts</a:t>
            </a:r>
          </a:p>
          <a:p>
            <a:pPr>
              <a:spcBef>
                <a:spcPts val="1200"/>
              </a:spcBef>
              <a:spcAft>
                <a:spcPts val="600"/>
              </a:spcAft>
            </a:pPr>
            <a:r>
              <a:rPr lang="en-GB" b="1" dirty="0"/>
              <a:t>Measurement of frequencies:</a:t>
            </a:r>
            <a:br>
              <a:rPr lang="en-GB" dirty="0"/>
            </a:br>
            <a:r>
              <a:rPr lang="en-GB" sz="2400" dirty="0"/>
              <a:t>never - rarely - occasionally - frequently - always</a:t>
            </a:r>
          </a:p>
          <a:p>
            <a:pPr>
              <a:spcBef>
                <a:spcPts val="1200"/>
              </a:spcBef>
              <a:spcAft>
                <a:spcPts val="600"/>
              </a:spcAft>
            </a:pPr>
            <a:r>
              <a:rPr lang="en-GB" b="1" dirty="0"/>
              <a:t>Measurement of intensities:</a:t>
            </a:r>
            <a:br>
              <a:rPr lang="en-GB" dirty="0"/>
            </a:br>
            <a:r>
              <a:rPr lang="en-GB" sz="2400" dirty="0"/>
              <a:t>not at all - a little - moderately - predominantly - completely</a:t>
            </a:r>
            <a:endParaRPr lang="en-GB" dirty="0"/>
          </a:p>
          <a:p>
            <a:pPr>
              <a:spcBef>
                <a:spcPts val="1200"/>
              </a:spcBef>
              <a:spcAft>
                <a:spcPts val="600"/>
              </a:spcAft>
            </a:pPr>
            <a:r>
              <a:rPr lang="en-GB" b="1" dirty="0"/>
              <a:t>Measurement of probabilities:</a:t>
            </a:r>
            <a:br>
              <a:rPr lang="en-GB" dirty="0"/>
            </a:br>
            <a:r>
              <a:rPr lang="en-GB" sz="2400" dirty="0"/>
              <a:t>not at all - probably not - maybe - quite probably - definitely</a:t>
            </a:r>
          </a:p>
          <a:p>
            <a:pPr>
              <a:spcBef>
                <a:spcPts val="1200"/>
              </a:spcBef>
              <a:spcAft>
                <a:spcPts val="600"/>
              </a:spcAft>
            </a:pPr>
            <a:r>
              <a:rPr lang="en-GB" b="1" dirty="0"/>
              <a:t>Measurement of agreement ("Likert scale"):</a:t>
            </a:r>
            <a:br>
              <a:rPr lang="en-GB" dirty="0"/>
            </a:br>
            <a:r>
              <a:rPr lang="en-GB" sz="2400" dirty="0"/>
              <a:t>strongly agree - agree - neutral - tend to disagree – disagree    </a:t>
            </a:r>
            <a:endParaRPr lang="en-GB" dirty="0"/>
          </a:p>
        </p:txBody>
      </p:sp>
      <p:sp>
        <p:nvSpPr>
          <p:cNvPr id="5" name="Datumsplatzhalter 4">
            <a:extLst>
              <a:ext uri="{FF2B5EF4-FFF2-40B4-BE49-F238E27FC236}">
                <a16:creationId xmlns:a16="http://schemas.microsoft.com/office/drawing/2014/main" id="{81E3C16B-1800-F75B-649E-2A76C0D6EA2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F951F4C-020E-AA63-4155-1FD7B4831C6B}"/>
              </a:ext>
            </a:extLst>
          </p:cNvPr>
          <p:cNvSpPr>
            <a:spLocks noGrp="1"/>
          </p:cNvSpPr>
          <p:nvPr>
            <p:ph type="ftr" sz="quarter" idx="11"/>
          </p:nvPr>
        </p:nvSpPr>
        <p:spPr/>
        <p:txBody>
          <a:bodyPr/>
          <a:lstStyle/>
          <a:p>
            <a:r>
              <a:rPr lang="en-GB" dirty="0"/>
              <a:t>KMH | IL Scientific Method</a:t>
            </a:r>
          </a:p>
        </p:txBody>
      </p:sp>
      <p:sp>
        <p:nvSpPr>
          <p:cNvPr id="7" name="Rechteck 6">
            <a:extLst>
              <a:ext uri="{FF2B5EF4-FFF2-40B4-BE49-F238E27FC236}">
                <a16:creationId xmlns:a16="http://schemas.microsoft.com/office/drawing/2014/main" id="{534ACEEF-4370-FCEF-DB48-E3FF1375376F}"/>
              </a:ext>
            </a:extLst>
          </p:cNvPr>
          <p:cNvSpPr/>
          <p:nvPr/>
        </p:nvSpPr>
        <p:spPr>
          <a:xfrm>
            <a:off x="1950087" y="5808081"/>
            <a:ext cx="6843464" cy="369332"/>
          </a:xfrm>
          <a:prstGeom prst="rect">
            <a:avLst/>
          </a:prstGeom>
        </p:spPr>
        <p:txBody>
          <a:bodyPr wrap="square">
            <a:spAutoFit/>
          </a:bodyPr>
          <a:lstStyle/>
          <a:p>
            <a:r>
              <a:rPr lang="en-GB" b="1" dirty="0">
                <a:solidFill>
                  <a:srgbClr val="E37823"/>
                </a:solidFill>
              </a:rPr>
              <a:t>+2                     +1                    0 	                 +1                     +2</a:t>
            </a:r>
          </a:p>
        </p:txBody>
      </p:sp>
      <p:sp>
        <p:nvSpPr>
          <p:cNvPr id="8" name="Rechteck 7">
            <a:extLst>
              <a:ext uri="{FF2B5EF4-FFF2-40B4-BE49-F238E27FC236}">
                <a16:creationId xmlns:a16="http://schemas.microsoft.com/office/drawing/2014/main" id="{CAE91D12-604D-42EE-85C6-98B33AF42EC1}"/>
              </a:ext>
            </a:extLst>
          </p:cNvPr>
          <p:cNvSpPr/>
          <p:nvPr/>
        </p:nvSpPr>
        <p:spPr>
          <a:xfrm>
            <a:off x="1374023" y="2724161"/>
            <a:ext cx="6843464" cy="369332"/>
          </a:xfrm>
          <a:prstGeom prst="rect">
            <a:avLst/>
          </a:prstGeom>
        </p:spPr>
        <p:txBody>
          <a:bodyPr wrap="square">
            <a:spAutoFit/>
          </a:bodyPr>
          <a:lstStyle/>
          <a:p>
            <a:r>
              <a:rPr lang="en-GB" b="1" dirty="0">
                <a:solidFill>
                  <a:srgbClr val="E37823"/>
                </a:solidFill>
              </a:rPr>
              <a:t>  0          +1                   +2 	                 +3                       +4</a:t>
            </a:r>
          </a:p>
        </p:txBody>
      </p:sp>
      <p:sp>
        <p:nvSpPr>
          <p:cNvPr id="9" name="Rechteck 8">
            <a:extLst>
              <a:ext uri="{FF2B5EF4-FFF2-40B4-BE49-F238E27FC236}">
                <a16:creationId xmlns:a16="http://schemas.microsoft.com/office/drawing/2014/main" id="{221013AB-753A-7F59-44CA-02276C629171}"/>
              </a:ext>
            </a:extLst>
          </p:cNvPr>
          <p:cNvSpPr/>
          <p:nvPr/>
        </p:nvSpPr>
        <p:spPr>
          <a:xfrm>
            <a:off x="1399855" y="3729102"/>
            <a:ext cx="6843464" cy="369332"/>
          </a:xfrm>
          <a:prstGeom prst="rect">
            <a:avLst/>
          </a:prstGeom>
        </p:spPr>
        <p:txBody>
          <a:bodyPr wrap="square">
            <a:spAutoFit/>
          </a:bodyPr>
          <a:lstStyle/>
          <a:p>
            <a:r>
              <a:rPr lang="en-GB" b="1" dirty="0">
                <a:solidFill>
                  <a:srgbClr val="E37823"/>
                </a:solidFill>
              </a:rPr>
              <a:t>       0                +1                 +2 	                         +3                                       +4</a:t>
            </a:r>
          </a:p>
        </p:txBody>
      </p:sp>
      <p:sp>
        <p:nvSpPr>
          <p:cNvPr id="10" name="Rechteck 9">
            <a:extLst>
              <a:ext uri="{FF2B5EF4-FFF2-40B4-BE49-F238E27FC236}">
                <a16:creationId xmlns:a16="http://schemas.microsoft.com/office/drawing/2014/main" id="{665EEA2D-1D6D-47C3-61B1-4FF8F7A2F66C}"/>
              </a:ext>
            </a:extLst>
          </p:cNvPr>
          <p:cNvSpPr/>
          <p:nvPr/>
        </p:nvSpPr>
        <p:spPr>
          <a:xfrm>
            <a:off x="1374022" y="4737214"/>
            <a:ext cx="7631807" cy="369332"/>
          </a:xfrm>
          <a:prstGeom prst="rect">
            <a:avLst/>
          </a:prstGeom>
        </p:spPr>
        <p:txBody>
          <a:bodyPr wrap="square">
            <a:spAutoFit/>
          </a:bodyPr>
          <a:lstStyle/>
          <a:p>
            <a:r>
              <a:rPr lang="en-GB" b="1" dirty="0">
                <a:solidFill>
                  <a:srgbClr val="E37823"/>
                </a:solidFill>
              </a:rPr>
              <a:t>       0                          +1                    +2 	                         +3                       +4</a:t>
            </a:r>
          </a:p>
        </p:txBody>
      </p:sp>
    </p:spTree>
    <p:extLst>
      <p:ext uri="{BB962C8B-B14F-4D97-AF65-F5344CB8AC3E}">
        <p14:creationId xmlns:p14="http://schemas.microsoft.com/office/powerpoint/2010/main" val="226769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94744-9589-6586-90B7-5087BA24795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340732E-DD97-82BB-39E5-4C65B9E25907}"/>
              </a:ext>
            </a:extLst>
          </p:cNvPr>
          <p:cNvSpPr>
            <a:spLocks noGrp="1"/>
          </p:cNvSpPr>
          <p:nvPr>
            <p:ph type="sldNum" sz="quarter" idx="12"/>
          </p:nvPr>
        </p:nvSpPr>
        <p:spPr/>
        <p:txBody>
          <a:bodyPr/>
          <a:lstStyle/>
          <a:p>
            <a:fld id="{D836C0FE-70CA-4950-82D6-CF602CC2B770}" type="slidenum">
              <a:rPr lang="en-GB" smtClean="0"/>
              <a:t>20</a:t>
            </a:fld>
            <a:endParaRPr lang="en-GB" dirty="0"/>
          </a:p>
        </p:txBody>
      </p:sp>
      <p:sp>
        <p:nvSpPr>
          <p:cNvPr id="3" name="Titel 2">
            <a:extLst>
              <a:ext uri="{FF2B5EF4-FFF2-40B4-BE49-F238E27FC236}">
                <a16:creationId xmlns:a16="http://schemas.microsoft.com/office/drawing/2014/main" id="{646DC605-D606-FCCA-CA03-3521B1D6FD83}"/>
              </a:ext>
            </a:extLst>
          </p:cNvPr>
          <p:cNvSpPr>
            <a:spLocks noGrp="1"/>
          </p:cNvSpPr>
          <p:nvPr>
            <p:ph type="title"/>
          </p:nvPr>
        </p:nvSpPr>
        <p:spPr/>
        <p:txBody>
          <a:bodyPr/>
          <a:lstStyle/>
          <a:p>
            <a:r>
              <a:rPr lang="en-GB" dirty="0"/>
              <a:t>Often used: Scales for Intensities</a:t>
            </a:r>
          </a:p>
        </p:txBody>
      </p:sp>
      <p:sp>
        <p:nvSpPr>
          <p:cNvPr id="4" name="Inhaltsplatzhalter 3">
            <a:extLst>
              <a:ext uri="{FF2B5EF4-FFF2-40B4-BE49-F238E27FC236}">
                <a16:creationId xmlns:a16="http://schemas.microsoft.com/office/drawing/2014/main" id="{79DA9D92-4375-2A29-716A-E9C2457D7C9A}"/>
              </a:ext>
            </a:extLst>
          </p:cNvPr>
          <p:cNvSpPr>
            <a:spLocks noGrp="1"/>
          </p:cNvSpPr>
          <p:nvPr>
            <p:ph idx="1"/>
          </p:nvPr>
        </p:nvSpPr>
        <p:spPr>
          <a:xfrm>
            <a:off x="695324" y="1278887"/>
            <a:ext cx="10800675" cy="4607472"/>
          </a:xfrm>
        </p:spPr>
        <p:txBody>
          <a:bodyPr>
            <a:normAutofit lnSpcReduction="10000"/>
          </a:bodyPr>
          <a:lstStyle/>
          <a:p>
            <a:pPr marL="0" indent="0">
              <a:spcBef>
                <a:spcPts val="1200"/>
              </a:spcBef>
              <a:spcAft>
                <a:spcPts val="600"/>
              </a:spcAft>
              <a:buNone/>
            </a:pPr>
            <a:r>
              <a:rPr lang="en-GB" sz="2800" b="1" dirty="0"/>
              <a:t>👉 tool for converting empirical facts into numerical facts</a:t>
            </a:r>
          </a:p>
          <a:p>
            <a:pPr>
              <a:spcBef>
                <a:spcPts val="1200"/>
              </a:spcBef>
              <a:spcAft>
                <a:spcPts val="600"/>
              </a:spcAft>
            </a:pPr>
            <a:r>
              <a:rPr lang="en-GB" b="1" dirty="0"/>
              <a:t>Measurement of frequencies:</a:t>
            </a:r>
            <a:br>
              <a:rPr lang="en-GB" dirty="0"/>
            </a:br>
            <a:r>
              <a:rPr lang="en-GB" sz="2400" dirty="0"/>
              <a:t>never - rarely - occasionally - frequently - always</a:t>
            </a:r>
          </a:p>
          <a:p>
            <a:pPr>
              <a:spcBef>
                <a:spcPts val="1200"/>
              </a:spcBef>
              <a:spcAft>
                <a:spcPts val="600"/>
              </a:spcAft>
            </a:pPr>
            <a:r>
              <a:rPr lang="en-GB" b="1" dirty="0"/>
              <a:t>Measurement of intensities:</a:t>
            </a:r>
            <a:br>
              <a:rPr lang="en-GB" dirty="0"/>
            </a:br>
            <a:r>
              <a:rPr lang="en-GB" sz="2400" dirty="0"/>
              <a:t>not at all - a little - moderately - predominantly - completely</a:t>
            </a:r>
            <a:endParaRPr lang="en-GB" dirty="0"/>
          </a:p>
          <a:p>
            <a:pPr>
              <a:spcBef>
                <a:spcPts val="1200"/>
              </a:spcBef>
              <a:spcAft>
                <a:spcPts val="600"/>
              </a:spcAft>
            </a:pPr>
            <a:r>
              <a:rPr lang="en-GB" b="1" dirty="0"/>
              <a:t>Measurement of probabilities:</a:t>
            </a:r>
            <a:br>
              <a:rPr lang="en-GB" dirty="0"/>
            </a:br>
            <a:r>
              <a:rPr lang="en-GB" sz="2400" dirty="0"/>
              <a:t>not at all - probably not - maybe - quite probably - definitely</a:t>
            </a:r>
          </a:p>
          <a:p>
            <a:pPr>
              <a:spcBef>
                <a:spcPts val="1200"/>
              </a:spcBef>
              <a:spcAft>
                <a:spcPts val="600"/>
              </a:spcAft>
            </a:pPr>
            <a:r>
              <a:rPr lang="en-GB" b="1" dirty="0"/>
              <a:t>Measurement of agreement ("Likert scale"):</a:t>
            </a:r>
            <a:br>
              <a:rPr lang="en-GB" dirty="0"/>
            </a:br>
            <a:r>
              <a:rPr lang="en-GB" sz="2400" dirty="0"/>
              <a:t>strongly agree - agree - neutral - tend to disagree – disagree    </a:t>
            </a:r>
            <a:endParaRPr lang="en-GB" dirty="0"/>
          </a:p>
        </p:txBody>
      </p:sp>
      <p:sp>
        <p:nvSpPr>
          <p:cNvPr id="5" name="Datumsplatzhalter 4">
            <a:extLst>
              <a:ext uri="{FF2B5EF4-FFF2-40B4-BE49-F238E27FC236}">
                <a16:creationId xmlns:a16="http://schemas.microsoft.com/office/drawing/2014/main" id="{3589AF34-925E-E4FE-04EE-19077E64463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3E881A19-46C7-6471-00CE-51C8784D6F0B}"/>
              </a:ext>
            </a:extLst>
          </p:cNvPr>
          <p:cNvSpPr>
            <a:spLocks noGrp="1"/>
          </p:cNvSpPr>
          <p:nvPr>
            <p:ph type="ftr" sz="quarter" idx="11"/>
          </p:nvPr>
        </p:nvSpPr>
        <p:spPr/>
        <p:txBody>
          <a:bodyPr/>
          <a:lstStyle/>
          <a:p>
            <a:r>
              <a:rPr lang="en-GB" dirty="0"/>
              <a:t>KMH | IL Scientific Method</a:t>
            </a:r>
          </a:p>
        </p:txBody>
      </p:sp>
      <p:sp>
        <p:nvSpPr>
          <p:cNvPr id="7" name="Rechteck 6">
            <a:extLst>
              <a:ext uri="{FF2B5EF4-FFF2-40B4-BE49-F238E27FC236}">
                <a16:creationId xmlns:a16="http://schemas.microsoft.com/office/drawing/2014/main" id="{08F5DD14-E916-8AA4-7819-21F8400F5686}"/>
              </a:ext>
            </a:extLst>
          </p:cNvPr>
          <p:cNvSpPr/>
          <p:nvPr/>
        </p:nvSpPr>
        <p:spPr>
          <a:xfrm>
            <a:off x="1950087" y="5808081"/>
            <a:ext cx="6843464" cy="369332"/>
          </a:xfrm>
          <a:prstGeom prst="rect">
            <a:avLst/>
          </a:prstGeom>
        </p:spPr>
        <p:txBody>
          <a:bodyPr wrap="square">
            <a:spAutoFit/>
          </a:bodyPr>
          <a:lstStyle/>
          <a:p>
            <a:r>
              <a:rPr lang="en-GB" b="1" dirty="0">
                <a:solidFill>
                  <a:srgbClr val="E37823"/>
                </a:solidFill>
              </a:rPr>
              <a:t>+2                     +1                    0 	                 +1                     +2</a:t>
            </a:r>
          </a:p>
        </p:txBody>
      </p:sp>
      <p:sp>
        <p:nvSpPr>
          <p:cNvPr id="8" name="Rechteck 7">
            <a:extLst>
              <a:ext uri="{FF2B5EF4-FFF2-40B4-BE49-F238E27FC236}">
                <a16:creationId xmlns:a16="http://schemas.microsoft.com/office/drawing/2014/main" id="{284DBC75-25F2-1D32-A86A-2D383E190B1C}"/>
              </a:ext>
            </a:extLst>
          </p:cNvPr>
          <p:cNvSpPr/>
          <p:nvPr/>
        </p:nvSpPr>
        <p:spPr>
          <a:xfrm>
            <a:off x="1374023" y="2724161"/>
            <a:ext cx="6843464" cy="369332"/>
          </a:xfrm>
          <a:prstGeom prst="rect">
            <a:avLst/>
          </a:prstGeom>
        </p:spPr>
        <p:txBody>
          <a:bodyPr wrap="square">
            <a:spAutoFit/>
          </a:bodyPr>
          <a:lstStyle/>
          <a:p>
            <a:r>
              <a:rPr lang="en-GB" b="1" dirty="0">
                <a:solidFill>
                  <a:srgbClr val="E37823"/>
                </a:solidFill>
              </a:rPr>
              <a:t>  0          +1                   +2 	                 +3                       +4</a:t>
            </a:r>
          </a:p>
        </p:txBody>
      </p:sp>
      <p:sp>
        <p:nvSpPr>
          <p:cNvPr id="9" name="Rechteck 8">
            <a:extLst>
              <a:ext uri="{FF2B5EF4-FFF2-40B4-BE49-F238E27FC236}">
                <a16:creationId xmlns:a16="http://schemas.microsoft.com/office/drawing/2014/main" id="{75B95890-5B24-8871-4DD1-0FC54BD1BD22}"/>
              </a:ext>
            </a:extLst>
          </p:cNvPr>
          <p:cNvSpPr/>
          <p:nvPr/>
        </p:nvSpPr>
        <p:spPr>
          <a:xfrm>
            <a:off x="1399855" y="3729102"/>
            <a:ext cx="6843464" cy="369332"/>
          </a:xfrm>
          <a:prstGeom prst="rect">
            <a:avLst/>
          </a:prstGeom>
        </p:spPr>
        <p:txBody>
          <a:bodyPr wrap="square">
            <a:spAutoFit/>
          </a:bodyPr>
          <a:lstStyle/>
          <a:p>
            <a:r>
              <a:rPr lang="en-GB" b="1" dirty="0">
                <a:solidFill>
                  <a:srgbClr val="E37823"/>
                </a:solidFill>
              </a:rPr>
              <a:t>       0                +1                 +2 	                         +3                                       +4</a:t>
            </a:r>
          </a:p>
        </p:txBody>
      </p:sp>
      <p:sp>
        <p:nvSpPr>
          <p:cNvPr id="10" name="Rechteck 9">
            <a:extLst>
              <a:ext uri="{FF2B5EF4-FFF2-40B4-BE49-F238E27FC236}">
                <a16:creationId xmlns:a16="http://schemas.microsoft.com/office/drawing/2014/main" id="{195ED7E6-655F-66D6-379F-7461822ACFCA}"/>
              </a:ext>
            </a:extLst>
          </p:cNvPr>
          <p:cNvSpPr/>
          <p:nvPr/>
        </p:nvSpPr>
        <p:spPr>
          <a:xfrm>
            <a:off x="1374022" y="4737214"/>
            <a:ext cx="7631807" cy="369332"/>
          </a:xfrm>
          <a:prstGeom prst="rect">
            <a:avLst/>
          </a:prstGeom>
        </p:spPr>
        <p:txBody>
          <a:bodyPr wrap="square">
            <a:spAutoFit/>
          </a:bodyPr>
          <a:lstStyle/>
          <a:p>
            <a:r>
              <a:rPr lang="en-GB" b="1" dirty="0">
                <a:solidFill>
                  <a:srgbClr val="E37823"/>
                </a:solidFill>
              </a:rPr>
              <a:t>       0                          +1                    +2 	                         +3                       +4</a:t>
            </a:r>
          </a:p>
        </p:txBody>
      </p:sp>
      <p:sp>
        <p:nvSpPr>
          <p:cNvPr id="11" name="Rechteck 10">
            <a:extLst>
              <a:ext uri="{FF2B5EF4-FFF2-40B4-BE49-F238E27FC236}">
                <a16:creationId xmlns:a16="http://schemas.microsoft.com/office/drawing/2014/main" id="{13C20A5B-AFE2-6B2B-9208-7E2C67827159}"/>
              </a:ext>
            </a:extLst>
          </p:cNvPr>
          <p:cNvSpPr/>
          <p:nvPr/>
        </p:nvSpPr>
        <p:spPr>
          <a:xfrm>
            <a:off x="500514" y="1965812"/>
            <a:ext cx="11209386" cy="4182634"/>
          </a:xfrm>
          <a:prstGeom prst="rect">
            <a:avLst/>
          </a:prstGeom>
          <a:solidFill>
            <a:schemeClr val="bg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Abgerundetes Rechteck 11">
            <a:extLst>
              <a:ext uri="{FF2B5EF4-FFF2-40B4-BE49-F238E27FC236}">
                <a16:creationId xmlns:a16="http://schemas.microsoft.com/office/drawing/2014/main" id="{99FC6F31-AB6C-CCB3-A961-309063FCE5D4}"/>
              </a:ext>
            </a:extLst>
          </p:cNvPr>
          <p:cNvSpPr/>
          <p:nvPr/>
        </p:nvSpPr>
        <p:spPr>
          <a:xfrm>
            <a:off x="7931660" y="2696326"/>
            <a:ext cx="6120680" cy="1656184"/>
          </a:xfrm>
          <a:prstGeom prst="roundRect">
            <a:avLst/>
          </a:prstGeom>
          <a:solidFill>
            <a:schemeClr val="bg1"/>
          </a:solidFill>
          <a:ln>
            <a:solidFill>
              <a:srgbClr val="E37823"/>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pic>
        <p:nvPicPr>
          <p:cNvPr id="13" name="Picture 2">
            <a:extLst>
              <a:ext uri="{FF2B5EF4-FFF2-40B4-BE49-F238E27FC236}">
                <a16:creationId xmlns:a16="http://schemas.microsoft.com/office/drawing/2014/main" id="{2EDBCEAC-1EA2-9FD7-0086-02AE92CC465F}"/>
              </a:ext>
            </a:extLst>
          </p:cNvPr>
          <p:cNvPicPr>
            <a:picLocks noChangeAspect="1" noChangeArrowheads="1"/>
          </p:cNvPicPr>
          <p:nvPr/>
        </p:nvPicPr>
        <p:blipFill>
          <a:blip r:embed="rId2">
            <a:clrChange>
              <a:clrFrom>
                <a:srgbClr val="E9E9EA"/>
              </a:clrFrom>
              <a:clrTo>
                <a:srgbClr val="E9E9EA">
                  <a:alpha val="0"/>
                </a:srgbClr>
              </a:clrTo>
            </a:clrChange>
            <a:extLst>
              <a:ext uri="{28A0092B-C50C-407E-A947-70E740481C1C}">
                <a14:useLocalDpi xmlns:a14="http://schemas.microsoft.com/office/drawing/2010/main" val="0"/>
              </a:ext>
            </a:extLst>
          </a:blip>
          <a:srcRect/>
          <a:stretch>
            <a:fillRect/>
          </a:stretch>
        </p:blipFill>
        <p:spPr bwMode="auto">
          <a:xfrm>
            <a:off x="8291700" y="3029623"/>
            <a:ext cx="3171056" cy="77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hteck 13">
            <a:extLst>
              <a:ext uri="{FF2B5EF4-FFF2-40B4-BE49-F238E27FC236}">
                <a16:creationId xmlns:a16="http://schemas.microsoft.com/office/drawing/2014/main" id="{559C9D1B-CC63-D40C-FAE9-DA4C0C57CFBB}"/>
              </a:ext>
            </a:extLst>
          </p:cNvPr>
          <p:cNvSpPr/>
          <p:nvPr/>
        </p:nvSpPr>
        <p:spPr>
          <a:xfrm>
            <a:off x="8291700" y="3799737"/>
            <a:ext cx="3171056" cy="369332"/>
          </a:xfrm>
          <a:prstGeom prst="rect">
            <a:avLst/>
          </a:prstGeom>
        </p:spPr>
        <p:txBody>
          <a:bodyPr wrap="square">
            <a:spAutoFit/>
          </a:bodyPr>
          <a:lstStyle/>
          <a:p>
            <a:r>
              <a:rPr lang="en-GB" b="1" dirty="0">
                <a:solidFill>
                  <a:srgbClr val="E37823"/>
                </a:solidFill>
              </a:rPr>
              <a:t> +3      +2      +1     -1	       -2      -3</a:t>
            </a:r>
          </a:p>
        </p:txBody>
      </p:sp>
    </p:spTree>
    <p:extLst>
      <p:ext uri="{BB962C8B-B14F-4D97-AF65-F5344CB8AC3E}">
        <p14:creationId xmlns:p14="http://schemas.microsoft.com/office/powerpoint/2010/main" val="110853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63D9E4B-1623-D475-3268-D4549BBFDCA9}"/>
              </a:ext>
            </a:extLst>
          </p:cNvPr>
          <p:cNvSpPr>
            <a:spLocks noGrp="1"/>
          </p:cNvSpPr>
          <p:nvPr>
            <p:ph type="sldNum" sz="quarter" idx="12"/>
          </p:nvPr>
        </p:nvSpPr>
        <p:spPr/>
        <p:txBody>
          <a:bodyPr/>
          <a:lstStyle/>
          <a:p>
            <a:fld id="{D836C0FE-70CA-4950-82D6-CF602CC2B770}" type="slidenum">
              <a:rPr lang="en-GB" smtClean="0"/>
              <a:t>21</a:t>
            </a:fld>
            <a:endParaRPr lang="en-GB" dirty="0"/>
          </a:p>
        </p:txBody>
      </p:sp>
      <p:sp>
        <p:nvSpPr>
          <p:cNvPr id="3" name="Titel 2">
            <a:extLst>
              <a:ext uri="{FF2B5EF4-FFF2-40B4-BE49-F238E27FC236}">
                <a16:creationId xmlns:a16="http://schemas.microsoft.com/office/drawing/2014/main" id="{87FD1B83-BC82-6D31-FA1F-2E6D0DEEABD9}"/>
              </a:ext>
            </a:extLst>
          </p:cNvPr>
          <p:cNvSpPr>
            <a:spLocks noGrp="1"/>
          </p:cNvSpPr>
          <p:nvPr>
            <p:ph type="title"/>
          </p:nvPr>
        </p:nvSpPr>
        <p:spPr/>
        <p:txBody>
          <a:bodyPr/>
          <a:lstStyle/>
          <a:p>
            <a:r>
              <a:rPr lang="en-GB" dirty="0"/>
              <a:t>Some Suggestions for formulating Questions</a:t>
            </a:r>
          </a:p>
        </p:txBody>
      </p:sp>
      <p:sp>
        <p:nvSpPr>
          <p:cNvPr id="4" name="Inhaltsplatzhalter 3">
            <a:extLst>
              <a:ext uri="{FF2B5EF4-FFF2-40B4-BE49-F238E27FC236}">
                <a16:creationId xmlns:a16="http://schemas.microsoft.com/office/drawing/2014/main" id="{37FF909F-E709-0A23-DBD7-18B55FA83D2A}"/>
              </a:ext>
            </a:extLst>
          </p:cNvPr>
          <p:cNvSpPr>
            <a:spLocks noGrp="1"/>
          </p:cNvSpPr>
          <p:nvPr>
            <p:ph idx="1"/>
          </p:nvPr>
        </p:nvSpPr>
        <p:spPr>
          <a:xfrm>
            <a:off x="695324" y="1093694"/>
            <a:ext cx="10800675" cy="5070571"/>
          </a:xfrm>
        </p:spPr>
        <p:txBody>
          <a:bodyPr/>
          <a:lstStyle/>
          <a:p>
            <a:pPr>
              <a:lnSpc>
                <a:spcPct val="100000"/>
              </a:lnSpc>
              <a:spcBef>
                <a:spcPts val="800"/>
              </a:spcBef>
              <a:spcAft>
                <a:spcPts val="1200"/>
              </a:spcAft>
            </a:pPr>
            <a:r>
              <a:rPr lang="en-GB" b="1" dirty="0"/>
              <a:t>Simple formulations</a:t>
            </a:r>
            <a:r>
              <a:rPr lang="en-GB" dirty="0"/>
              <a:t>: no technical terms, no double negatives, etc.</a:t>
            </a:r>
          </a:p>
          <a:p>
            <a:pPr lvl="1">
              <a:lnSpc>
                <a:spcPct val="100000"/>
              </a:lnSpc>
              <a:spcBef>
                <a:spcPts val="800"/>
              </a:spcBef>
              <a:spcAft>
                <a:spcPts val="1200"/>
              </a:spcAft>
              <a:buNone/>
            </a:pPr>
            <a:r>
              <a:rPr lang="en-GB" sz="2000" i="1" dirty="0">
                <a:latin typeface="Courier New" pitchFamily="49" charset="0"/>
                <a:cs typeface="Courier New" pitchFamily="49" charset="0"/>
              </a:rPr>
              <a:t>"I don't like walking alone„</a:t>
            </a:r>
            <a:endParaRPr lang="en-GB" i="1" dirty="0">
              <a:latin typeface="Courier New" pitchFamily="49" charset="0"/>
              <a:cs typeface="Courier New" pitchFamily="49" charset="0"/>
            </a:endParaRPr>
          </a:p>
          <a:p>
            <a:pPr>
              <a:lnSpc>
                <a:spcPct val="100000"/>
              </a:lnSpc>
              <a:spcBef>
                <a:spcPts val="800"/>
              </a:spcBef>
              <a:spcAft>
                <a:spcPts val="1200"/>
              </a:spcAft>
            </a:pPr>
            <a:r>
              <a:rPr lang="en-GB" b="1" dirty="0"/>
              <a:t>Short &amp; straight </a:t>
            </a:r>
            <a:r>
              <a:rPr lang="en-GB" dirty="0"/>
              <a:t>questions</a:t>
            </a:r>
          </a:p>
          <a:p>
            <a:pPr lvl="1">
              <a:lnSpc>
                <a:spcPct val="100000"/>
              </a:lnSpc>
              <a:spcBef>
                <a:spcPts val="800"/>
              </a:spcBef>
              <a:spcAft>
                <a:spcPts val="1200"/>
              </a:spcAft>
            </a:pPr>
            <a:r>
              <a:rPr lang="en-GB" b="1" dirty="0"/>
              <a:t>Be specific</a:t>
            </a:r>
            <a:r>
              <a:rPr lang="en-GB" dirty="0"/>
              <a:t>:</a:t>
            </a:r>
            <a:r>
              <a:rPr lang="en-GB" b="1" dirty="0">
                <a:latin typeface="Courier New" pitchFamily="49" charset="0"/>
                <a:cs typeface="Courier New" pitchFamily="49" charset="0"/>
              </a:rPr>
              <a:t> </a:t>
            </a:r>
            <a:r>
              <a:rPr lang="en-GB" i="1" dirty="0">
                <a:latin typeface="Courier New" pitchFamily="49" charset="0"/>
                <a:cs typeface="Courier New" pitchFamily="49" charset="0"/>
              </a:rPr>
              <a:t>"the traffic situation"</a:t>
            </a:r>
          </a:p>
          <a:p>
            <a:pPr>
              <a:lnSpc>
                <a:spcPct val="100000"/>
              </a:lnSpc>
              <a:spcBef>
                <a:spcPts val="800"/>
              </a:spcBef>
              <a:spcAft>
                <a:spcPts val="1200"/>
              </a:spcAft>
            </a:pPr>
            <a:r>
              <a:rPr lang="en-GB" b="1" dirty="0"/>
              <a:t>(Miss-)Leading questions</a:t>
            </a:r>
            <a:r>
              <a:rPr lang="en-GB" dirty="0"/>
              <a:t> : </a:t>
            </a:r>
            <a:r>
              <a:rPr lang="en-GB" sz="2000" i="1" dirty="0">
                <a:latin typeface="Courier New" pitchFamily="49" charset="0"/>
                <a:cs typeface="Courier New" pitchFamily="49" charset="0"/>
              </a:rPr>
              <a:t>"Don't you also mean ..."</a:t>
            </a:r>
            <a:endParaRPr lang="en-GB" i="1" dirty="0">
              <a:latin typeface="Courier New" pitchFamily="49" charset="0"/>
              <a:cs typeface="Courier New" pitchFamily="49" charset="0"/>
            </a:endParaRPr>
          </a:p>
          <a:p>
            <a:pPr>
              <a:lnSpc>
                <a:spcPct val="100000"/>
              </a:lnSpc>
              <a:spcBef>
                <a:spcPts val="800"/>
              </a:spcBef>
              <a:spcAft>
                <a:spcPts val="1200"/>
              </a:spcAft>
            </a:pPr>
            <a:r>
              <a:rPr lang="en-GB" dirty="0"/>
              <a:t>Be careful* with emotionally </a:t>
            </a:r>
            <a:r>
              <a:rPr lang="en-GB" b="1" dirty="0"/>
              <a:t>"preloaded" </a:t>
            </a:r>
            <a:r>
              <a:rPr lang="en-GB" dirty="0"/>
              <a:t>terms</a:t>
            </a:r>
          </a:p>
          <a:p>
            <a:pPr>
              <a:lnSpc>
                <a:spcPct val="100000"/>
              </a:lnSpc>
              <a:spcBef>
                <a:spcPts val="800"/>
              </a:spcBef>
              <a:spcAft>
                <a:spcPts val="1200"/>
              </a:spcAft>
            </a:pPr>
            <a:r>
              <a:rPr lang="en-GB" dirty="0"/>
              <a:t>Avoid </a:t>
            </a:r>
            <a:r>
              <a:rPr lang="en-GB" b="1" dirty="0"/>
              <a:t>hypothetical questions</a:t>
            </a:r>
            <a:r>
              <a:rPr lang="en-GB" dirty="0"/>
              <a:t>: </a:t>
            </a:r>
            <a:r>
              <a:rPr lang="en-GB" sz="2000" i="1" dirty="0">
                <a:latin typeface="Courier New" pitchFamily="49" charset="0"/>
                <a:cs typeface="Courier New" pitchFamily="49" charset="0"/>
              </a:rPr>
              <a:t>"Suppose you had ..."</a:t>
            </a:r>
            <a:endParaRPr lang="en-GB" i="1" dirty="0">
              <a:latin typeface="Courier New" pitchFamily="49" charset="0"/>
              <a:cs typeface="Courier New" pitchFamily="49" charset="0"/>
            </a:endParaRPr>
          </a:p>
          <a:p>
            <a:pPr>
              <a:lnSpc>
                <a:spcPct val="100000"/>
              </a:lnSpc>
              <a:spcBef>
                <a:spcPts val="800"/>
              </a:spcBef>
              <a:spcAft>
                <a:spcPts val="1200"/>
              </a:spcAft>
            </a:pPr>
            <a:r>
              <a:rPr lang="en-GB" dirty="0"/>
              <a:t>Do </a:t>
            </a:r>
            <a:r>
              <a:rPr lang="en-GB" b="1" dirty="0"/>
              <a:t>not overwhelm </a:t>
            </a:r>
            <a:r>
              <a:rPr lang="en-GB" dirty="0"/>
              <a:t>respondents</a:t>
            </a:r>
            <a:r>
              <a:rPr lang="en-GB" b="1" dirty="0"/>
              <a:t> </a:t>
            </a:r>
            <a:r>
              <a:rPr lang="en-GB" dirty="0"/>
              <a:t>(e.g. percentages)</a:t>
            </a:r>
            <a:endParaRPr lang="en-GB" i="1" dirty="0"/>
          </a:p>
        </p:txBody>
      </p:sp>
      <p:sp>
        <p:nvSpPr>
          <p:cNvPr id="5" name="Datumsplatzhalter 4">
            <a:extLst>
              <a:ext uri="{FF2B5EF4-FFF2-40B4-BE49-F238E27FC236}">
                <a16:creationId xmlns:a16="http://schemas.microsoft.com/office/drawing/2014/main" id="{AD04B75A-C7F7-7D9A-37F0-4FAD29599CF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19DB931-E94D-63C2-85CE-8F25AB9BB729}"/>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3710087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07133-E473-D9BA-650E-59F715B69BB5}"/>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3C3A5CB-FA45-3F23-4EAE-B82EA09B10D9}"/>
              </a:ext>
            </a:extLst>
          </p:cNvPr>
          <p:cNvSpPr>
            <a:spLocks noGrp="1"/>
          </p:cNvSpPr>
          <p:nvPr>
            <p:ph type="sldNum" sz="quarter" idx="12"/>
          </p:nvPr>
        </p:nvSpPr>
        <p:spPr/>
        <p:txBody>
          <a:bodyPr/>
          <a:lstStyle/>
          <a:p>
            <a:fld id="{D836C0FE-70CA-4950-82D6-CF602CC2B770}" type="slidenum">
              <a:rPr lang="en-GB" smtClean="0"/>
              <a:t>22</a:t>
            </a:fld>
            <a:endParaRPr lang="en-GB" dirty="0"/>
          </a:p>
        </p:txBody>
      </p:sp>
      <p:sp>
        <p:nvSpPr>
          <p:cNvPr id="3" name="Titel 2">
            <a:extLst>
              <a:ext uri="{FF2B5EF4-FFF2-40B4-BE49-F238E27FC236}">
                <a16:creationId xmlns:a16="http://schemas.microsoft.com/office/drawing/2014/main" id="{C8CB6244-D8AF-EC18-C656-C72ABDBDE307}"/>
              </a:ext>
            </a:extLst>
          </p:cNvPr>
          <p:cNvSpPr>
            <a:spLocks noGrp="1"/>
          </p:cNvSpPr>
          <p:nvPr>
            <p:ph type="title"/>
          </p:nvPr>
        </p:nvSpPr>
        <p:spPr/>
        <p:txBody>
          <a:bodyPr/>
          <a:lstStyle/>
          <a:p>
            <a:r>
              <a:rPr lang="en-GB" dirty="0"/>
              <a:t>Some Suggestions for formulating Questions</a:t>
            </a:r>
          </a:p>
        </p:txBody>
      </p:sp>
      <p:sp>
        <p:nvSpPr>
          <p:cNvPr id="4" name="Inhaltsplatzhalter 3">
            <a:extLst>
              <a:ext uri="{FF2B5EF4-FFF2-40B4-BE49-F238E27FC236}">
                <a16:creationId xmlns:a16="http://schemas.microsoft.com/office/drawing/2014/main" id="{9ABE58E9-B54B-B83C-774D-47170743FADB}"/>
              </a:ext>
            </a:extLst>
          </p:cNvPr>
          <p:cNvSpPr>
            <a:spLocks noGrp="1"/>
          </p:cNvSpPr>
          <p:nvPr>
            <p:ph idx="1"/>
          </p:nvPr>
        </p:nvSpPr>
        <p:spPr>
          <a:xfrm>
            <a:off x="695324" y="1093694"/>
            <a:ext cx="10800675" cy="5070571"/>
          </a:xfrm>
        </p:spPr>
        <p:txBody>
          <a:bodyPr>
            <a:normAutofit/>
          </a:bodyPr>
          <a:lstStyle/>
          <a:p>
            <a:pPr>
              <a:lnSpc>
                <a:spcPct val="104000"/>
              </a:lnSpc>
              <a:spcBef>
                <a:spcPts val="1800"/>
              </a:spcBef>
            </a:pPr>
            <a:r>
              <a:rPr lang="en-GB" dirty="0"/>
              <a:t>questions: </a:t>
            </a:r>
            <a:r>
              <a:rPr lang="en-GB" b="1" dirty="0"/>
              <a:t>one-dimensional</a:t>
            </a:r>
            <a:endParaRPr lang="en-GB" dirty="0"/>
          </a:p>
          <a:p>
            <a:pPr marL="450850" lvl="1" indent="6350">
              <a:lnSpc>
                <a:spcPct val="104000"/>
              </a:lnSpc>
              <a:spcBef>
                <a:spcPts val="1800"/>
              </a:spcBef>
              <a:buNone/>
            </a:pPr>
            <a:r>
              <a:rPr lang="en-GB" sz="2000" i="1" dirty="0">
                <a:latin typeface="Courier New" pitchFamily="49" charset="0"/>
                <a:cs typeface="Courier New" pitchFamily="49" charset="0"/>
              </a:rPr>
              <a:t>"Are you in favour or against the expansion of XY to improve the traffic situation?"</a:t>
            </a:r>
          </a:p>
          <a:p>
            <a:pPr>
              <a:lnSpc>
                <a:spcPct val="104000"/>
              </a:lnSpc>
              <a:spcBef>
                <a:spcPts val="1800"/>
              </a:spcBef>
            </a:pPr>
            <a:r>
              <a:rPr lang="en-GB" dirty="0"/>
              <a:t>Questions on distances, frequencies, etc.:</a:t>
            </a:r>
            <a:br>
              <a:rPr lang="en-GB" dirty="0"/>
            </a:br>
            <a:r>
              <a:rPr lang="en-GB" dirty="0"/>
              <a:t> 👉provide categories with specified </a:t>
            </a:r>
            <a:r>
              <a:rPr lang="en-GB" b="1" dirty="0"/>
              <a:t>units</a:t>
            </a:r>
          </a:p>
          <a:p>
            <a:pPr lvl="1">
              <a:lnSpc>
                <a:spcPct val="104000"/>
              </a:lnSpc>
              <a:spcBef>
                <a:spcPts val="1800"/>
              </a:spcBef>
              <a:buNone/>
            </a:pPr>
            <a:r>
              <a:rPr lang="en-GB" sz="2000" i="1" dirty="0">
                <a:latin typeface="Courier New" pitchFamily="49" charset="0"/>
                <a:cs typeface="Courier New" pitchFamily="49" charset="0"/>
              </a:rPr>
              <a:t>"How often do you read a daily newspaper?"</a:t>
            </a:r>
          </a:p>
          <a:p>
            <a:pPr>
              <a:lnSpc>
                <a:spcPct val="104000"/>
              </a:lnSpc>
              <a:spcBef>
                <a:spcPts val="1800"/>
              </a:spcBef>
            </a:pPr>
            <a:r>
              <a:rPr lang="en-GB" dirty="0"/>
              <a:t>Number of answer categories = „</a:t>
            </a:r>
            <a:r>
              <a:rPr lang="en-GB" b="1" dirty="0"/>
              <a:t>manageable"</a:t>
            </a:r>
          </a:p>
          <a:p>
            <a:pPr lvl="1">
              <a:lnSpc>
                <a:spcPct val="104000"/>
              </a:lnSpc>
              <a:spcBef>
                <a:spcPts val="1800"/>
              </a:spcBef>
            </a:pPr>
            <a:r>
              <a:rPr lang="en-GB" dirty="0"/>
              <a:t>5 to 7 categories</a:t>
            </a:r>
          </a:p>
        </p:txBody>
      </p:sp>
      <p:sp>
        <p:nvSpPr>
          <p:cNvPr id="5" name="Datumsplatzhalter 4">
            <a:extLst>
              <a:ext uri="{FF2B5EF4-FFF2-40B4-BE49-F238E27FC236}">
                <a16:creationId xmlns:a16="http://schemas.microsoft.com/office/drawing/2014/main" id="{B60BF59C-18CF-66DB-7896-EAE055D5B76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CEC12F5-615B-EA0C-CE91-F8FA81F79E0D}"/>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1633400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B667106-C267-5950-7E3C-185C153D6FAB}"/>
              </a:ext>
            </a:extLst>
          </p:cNvPr>
          <p:cNvSpPr>
            <a:spLocks noGrp="1"/>
          </p:cNvSpPr>
          <p:nvPr>
            <p:ph type="sldNum" sz="quarter" idx="12"/>
          </p:nvPr>
        </p:nvSpPr>
        <p:spPr/>
        <p:txBody>
          <a:bodyPr/>
          <a:lstStyle/>
          <a:p>
            <a:fld id="{D836C0FE-70CA-4950-82D6-CF602CC2B770}" type="slidenum">
              <a:rPr lang="en-GB" smtClean="0"/>
              <a:t>23</a:t>
            </a:fld>
            <a:endParaRPr lang="en-GB" dirty="0"/>
          </a:p>
        </p:txBody>
      </p:sp>
      <p:sp>
        <p:nvSpPr>
          <p:cNvPr id="3" name="Titel 2">
            <a:extLst>
              <a:ext uri="{FF2B5EF4-FFF2-40B4-BE49-F238E27FC236}">
                <a16:creationId xmlns:a16="http://schemas.microsoft.com/office/drawing/2014/main" id="{7CCDC45A-5723-3319-96AA-F55E4F1F7430}"/>
              </a:ext>
            </a:extLst>
          </p:cNvPr>
          <p:cNvSpPr>
            <a:spLocks noGrp="1"/>
          </p:cNvSpPr>
          <p:nvPr>
            <p:ph type="title"/>
          </p:nvPr>
        </p:nvSpPr>
        <p:spPr/>
        <p:txBody>
          <a:bodyPr/>
          <a:lstStyle/>
          <a:p>
            <a:r>
              <a:rPr lang="en-GB" dirty="0"/>
              <a:t>Order of Questions:</a:t>
            </a:r>
          </a:p>
        </p:txBody>
      </p:sp>
      <p:sp>
        <p:nvSpPr>
          <p:cNvPr id="4" name="Inhaltsplatzhalter 3">
            <a:extLst>
              <a:ext uri="{FF2B5EF4-FFF2-40B4-BE49-F238E27FC236}">
                <a16:creationId xmlns:a16="http://schemas.microsoft.com/office/drawing/2014/main" id="{51D4CE7F-DDE8-1C18-CB3C-4FB44741B1E9}"/>
              </a:ext>
            </a:extLst>
          </p:cNvPr>
          <p:cNvSpPr>
            <a:spLocks noGrp="1"/>
          </p:cNvSpPr>
          <p:nvPr>
            <p:ph idx="1"/>
          </p:nvPr>
        </p:nvSpPr>
        <p:spPr>
          <a:xfrm>
            <a:off x="695324" y="977153"/>
            <a:ext cx="10800675" cy="5187112"/>
          </a:xfrm>
        </p:spPr>
        <p:txBody>
          <a:bodyPr>
            <a:normAutofit/>
          </a:bodyPr>
          <a:lstStyle/>
          <a:p>
            <a:pPr marL="0" indent="0">
              <a:buNone/>
            </a:pPr>
            <a:r>
              <a:rPr lang="en-GB" dirty="0">
                <a:solidFill>
                  <a:schemeClr val="tx2"/>
                </a:solidFill>
              </a:rPr>
              <a:t> 👉 it depends on the respondents (panel or volunteers)</a:t>
            </a:r>
          </a:p>
          <a:p>
            <a:pPr>
              <a:spcAft>
                <a:spcPts val="200"/>
              </a:spcAft>
            </a:pPr>
            <a:r>
              <a:rPr lang="en-GB" b="1" dirty="0"/>
              <a:t>Introduction: </a:t>
            </a:r>
          </a:p>
          <a:p>
            <a:pPr lvl="1">
              <a:spcAft>
                <a:spcPts val="200"/>
              </a:spcAft>
            </a:pPr>
            <a:r>
              <a:rPr lang="en-GB" sz="2000" dirty="0"/>
              <a:t>Make the benefits &amp; purpose of the survey clear</a:t>
            </a:r>
          </a:p>
          <a:p>
            <a:pPr>
              <a:spcAft>
                <a:spcPts val="200"/>
              </a:spcAft>
            </a:pPr>
            <a:r>
              <a:rPr lang="en-GB" b="1" dirty="0"/>
              <a:t>Icebreaker questions: </a:t>
            </a:r>
            <a:r>
              <a:rPr lang="en-GB" dirty="0"/>
              <a:t>simple questions for introduction</a:t>
            </a:r>
          </a:p>
          <a:p>
            <a:pPr lvl="1">
              <a:spcAft>
                <a:spcPts val="200"/>
              </a:spcAft>
            </a:pPr>
            <a:r>
              <a:rPr lang="en-GB" sz="2000" dirty="0"/>
              <a:t>Easy to answer &amp; arouse interest</a:t>
            </a:r>
          </a:p>
          <a:p>
            <a:pPr>
              <a:spcAft>
                <a:spcPts val="200"/>
              </a:spcAft>
            </a:pPr>
            <a:r>
              <a:rPr lang="en-GB" b="1" dirty="0"/>
              <a:t>Main part: </a:t>
            </a:r>
            <a:r>
              <a:rPr lang="en-GB" dirty="0"/>
              <a:t>core questions on content</a:t>
            </a:r>
          </a:p>
          <a:p>
            <a:pPr lvl="1">
              <a:spcAft>
                <a:spcPts val="200"/>
              </a:spcAft>
            </a:pPr>
            <a:r>
              <a:rPr lang="en-GB" sz="2000" dirty="0"/>
              <a:t>Difficult or monotonous questions (blocks)</a:t>
            </a:r>
          </a:p>
          <a:p>
            <a:pPr lvl="1">
              <a:spcAft>
                <a:spcPts val="200"/>
              </a:spcAft>
            </a:pPr>
            <a:r>
              <a:rPr lang="en-GB" sz="2000" dirty="0"/>
              <a:t>Funnelling: From the general to the </a:t>
            </a:r>
            <a:r>
              <a:rPr lang="en-GB" sz="2000" dirty="0" err="1"/>
              <a:t>specifi</a:t>
            </a:r>
            <a:endParaRPr lang="en-GB" sz="2000" dirty="0"/>
          </a:p>
          <a:p>
            <a:pPr>
              <a:spcAft>
                <a:spcPts val="200"/>
              </a:spcAft>
            </a:pPr>
            <a:r>
              <a:rPr lang="en-GB" sz="2000" b="1" dirty="0"/>
              <a:t>End:</a:t>
            </a:r>
          </a:p>
          <a:p>
            <a:pPr lvl="1">
              <a:spcAft>
                <a:spcPts val="200"/>
              </a:spcAft>
            </a:pPr>
            <a:r>
              <a:rPr lang="en-GB" sz="1800" b="1" dirty="0"/>
              <a:t>Demographic</a:t>
            </a:r>
            <a:r>
              <a:rPr lang="en-GB" sz="1800" dirty="0"/>
              <a:t> characteristics</a:t>
            </a:r>
          </a:p>
        </p:txBody>
      </p:sp>
      <p:sp>
        <p:nvSpPr>
          <p:cNvPr id="5" name="Datumsplatzhalter 4">
            <a:extLst>
              <a:ext uri="{FF2B5EF4-FFF2-40B4-BE49-F238E27FC236}">
                <a16:creationId xmlns:a16="http://schemas.microsoft.com/office/drawing/2014/main" id="{464C359F-6D26-0043-6638-C94D887FB1A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9A014CC-B170-ECFC-FC13-A16C1FBD41F5}"/>
              </a:ext>
            </a:extLst>
          </p:cNvPr>
          <p:cNvSpPr>
            <a:spLocks noGrp="1"/>
          </p:cNvSpPr>
          <p:nvPr>
            <p:ph type="ftr" sz="quarter" idx="11"/>
          </p:nvPr>
        </p:nvSpPr>
        <p:spPr/>
        <p:txBody>
          <a:bodyPr/>
          <a:lstStyle/>
          <a:p>
            <a:r>
              <a:rPr lang="en-GB" dirty="0"/>
              <a:t>KMH | IL Scientific Method</a:t>
            </a:r>
          </a:p>
        </p:txBody>
      </p:sp>
      <p:sp>
        <p:nvSpPr>
          <p:cNvPr id="7" name="Geschweifte Klammer rechts 6">
            <a:extLst>
              <a:ext uri="{FF2B5EF4-FFF2-40B4-BE49-F238E27FC236}">
                <a16:creationId xmlns:a16="http://schemas.microsoft.com/office/drawing/2014/main" id="{06489D6D-DFE4-50CC-7F41-C90DA8E7007B}"/>
              </a:ext>
            </a:extLst>
          </p:cNvPr>
          <p:cNvSpPr/>
          <p:nvPr/>
        </p:nvSpPr>
        <p:spPr>
          <a:xfrm>
            <a:off x="7494494" y="1891553"/>
            <a:ext cx="1066800" cy="3989294"/>
          </a:xfrm>
          <a:prstGeom prst="rightBrace">
            <a:avLst>
              <a:gd name="adj1" fmla="val 36064"/>
              <a:gd name="adj2" fmla="val 50000"/>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8" name="Textfeld 7">
            <a:extLst>
              <a:ext uri="{FF2B5EF4-FFF2-40B4-BE49-F238E27FC236}">
                <a16:creationId xmlns:a16="http://schemas.microsoft.com/office/drawing/2014/main" id="{4F1557A1-07A7-E7C0-DFF8-8995B4942DA5}"/>
              </a:ext>
            </a:extLst>
          </p:cNvPr>
          <p:cNvSpPr txBox="1"/>
          <p:nvPr/>
        </p:nvSpPr>
        <p:spPr>
          <a:xfrm>
            <a:off x="8749554" y="3361765"/>
            <a:ext cx="3173506" cy="959430"/>
          </a:xfrm>
          <a:prstGeom prst="rect">
            <a:avLst/>
          </a:prstGeom>
          <a:noFill/>
        </p:spPr>
        <p:txBody>
          <a:bodyPr wrap="square" lIns="0" tIns="0" rIns="0" bIns="0" rtlCol="0">
            <a:spAutoFit/>
          </a:bodyPr>
          <a:lstStyle/>
          <a:p>
            <a:pPr algn="l">
              <a:lnSpc>
                <a:spcPct val="120000"/>
              </a:lnSpc>
              <a:spcBef>
                <a:spcPts val="800"/>
              </a:spcBef>
            </a:pPr>
            <a:r>
              <a:rPr lang="en-GB" sz="2400" b="1" dirty="0">
                <a:solidFill>
                  <a:schemeClr val="tx2"/>
                </a:solidFill>
              </a:rPr>
              <a:t>Length:</a:t>
            </a:r>
          </a:p>
          <a:p>
            <a:pPr algn="l">
              <a:lnSpc>
                <a:spcPct val="120000"/>
              </a:lnSpc>
              <a:spcBef>
                <a:spcPts val="800"/>
              </a:spcBef>
            </a:pPr>
            <a:r>
              <a:rPr lang="en-GB" sz="2400" dirty="0">
                <a:solidFill>
                  <a:schemeClr val="tx2"/>
                </a:solidFill>
              </a:rPr>
              <a:t>Rule of Thumb: &lt; 15 min.</a:t>
            </a:r>
          </a:p>
        </p:txBody>
      </p:sp>
    </p:spTree>
    <p:extLst>
      <p:ext uri="{BB962C8B-B14F-4D97-AF65-F5344CB8AC3E}">
        <p14:creationId xmlns:p14="http://schemas.microsoft.com/office/powerpoint/2010/main" val="3656440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9DF9-C24F-D559-B51E-5FA3C242A427}"/>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F58F5F1-6B22-E618-6360-463E76783426}"/>
              </a:ext>
            </a:extLst>
          </p:cNvPr>
          <p:cNvSpPr>
            <a:spLocks noGrp="1"/>
          </p:cNvSpPr>
          <p:nvPr>
            <p:ph type="sldNum" sz="quarter" idx="12"/>
          </p:nvPr>
        </p:nvSpPr>
        <p:spPr/>
        <p:txBody>
          <a:bodyPr/>
          <a:lstStyle/>
          <a:p>
            <a:fld id="{D836C0FE-70CA-4950-82D6-CF602CC2B770}" type="slidenum">
              <a:rPr lang="en-GB" smtClean="0"/>
              <a:t>24</a:t>
            </a:fld>
            <a:endParaRPr lang="en-GB" dirty="0"/>
          </a:p>
        </p:txBody>
      </p:sp>
      <p:sp>
        <p:nvSpPr>
          <p:cNvPr id="3" name="Titel 2">
            <a:extLst>
              <a:ext uri="{FF2B5EF4-FFF2-40B4-BE49-F238E27FC236}">
                <a16:creationId xmlns:a16="http://schemas.microsoft.com/office/drawing/2014/main" id="{5EEB40E4-3D1B-5FD8-B1F1-28EC244FF052}"/>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8AF925A0-DF0D-D346-1AFE-4CF033BE5F38}"/>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0CAD147B-1559-E063-62B2-9D5E6913A98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A481B2D-A43A-9EF9-A847-E6A871E79364}"/>
              </a:ext>
            </a:extLst>
          </p:cNvPr>
          <p:cNvSpPr>
            <a:spLocks noGrp="1"/>
          </p:cNvSpPr>
          <p:nvPr>
            <p:ph type="ftr" sz="quarter" idx="11"/>
          </p:nvPr>
        </p:nvSpPr>
        <p:spPr/>
        <p:txBody>
          <a:bodyPr/>
          <a:lstStyle/>
          <a:p>
            <a:r>
              <a:rPr lang="en-GB"/>
              <a:t>KMH | IL Scientific Method</a:t>
            </a:r>
            <a:endParaRPr lang="en-GB" dirty="0"/>
          </a:p>
        </p:txBody>
      </p:sp>
      <p:sp>
        <p:nvSpPr>
          <p:cNvPr id="17" name="Freihandform: Form 16">
            <a:extLst>
              <a:ext uri="{FF2B5EF4-FFF2-40B4-BE49-F238E27FC236}">
                <a16:creationId xmlns:a16="http://schemas.microsoft.com/office/drawing/2014/main" id="{C363D966-3264-E768-D218-36FC87EE5406}"/>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8" name="Freihandform: Form 17">
            <a:extLst>
              <a:ext uri="{FF2B5EF4-FFF2-40B4-BE49-F238E27FC236}">
                <a16:creationId xmlns:a16="http://schemas.microsoft.com/office/drawing/2014/main" id="{407E1938-75AB-6D45-3184-BF6EF10E974F}"/>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9" name="Freihandform: Form 18">
            <a:extLst>
              <a:ext uri="{FF2B5EF4-FFF2-40B4-BE49-F238E27FC236}">
                <a16:creationId xmlns:a16="http://schemas.microsoft.com/office/drawing/2014/main" id="{D4B31842-FA30-8958-4443-4EBA7BB01823}"/>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0" name="Geschweifte Klammer links 19">
            <a:extLst>
              <a:ext uri="{FF2B5EF4-FFF2-40B4-BE49-F238E27FC236}">
                <a16:creationId xmlns:a16="http://schemas.microsoft.com/office/drawing/2014/main" id="{03A106BC-2E38-9EA7-AF36-6B3D70E3BE03}"/>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1" name="Textfeld 20">
            <a:extLst>
              <a:ext uri="{FF2B5EF4-FFF2-40B4-BE49-F238E27FC236}">
                <a16:creationId xmlns:a16="http://schemas.microsoft.com/office/drawing/2014/main" id="{C8F4E585-4487-DE51-A36D-954D28343D7C}"/>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E8D3A774-31A5-5622-1C6F-DA22A6D2CA5E}"/>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CBA2D35B-ED49-5459-F967-791AD538D309}"/>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4" name="Textfeld 23">
            <a:extLst>
              <a:ext uri="{FF2B5EF4-FFF2-40B4-BE49-F238E27FC236}">
                <a16:creationId xmlns:a16="http://schemas.microsoft.com/office/drawing/2014/main" id="{C1B437E4-D529-A7B8-23E2-2DD6F79E2800}"/>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887DF648-DC05-00BB-977C-20E4ED54F34D}"/>
              </a:ext>
            </a:extLst>
          </p:cNvPr>
          <p:cNvSpPr/>
          <p:nvPr/>
        </p:nvSpPr>
        <p:spPr>
          <a:xfrm>
            <a:off x="10820400" y="2709000"/>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3891496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F6D25-303A-FB1D-AF84-42F18758DB03}"/>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C06E38C-8767-3C3C-ABFA-62850E19199C}"/>
              </a:ext>
            </a:extLst>
          </p:cNvPr>
          <p:cNvSpPr>
            <a:spLocks noGrp="1"/>
          </p:cNvSpPr>
          <p:nvPr>
            <p:ph type="sldNum" sz="quarter" idx="12"/>
          </p:nvPr>
        </p:nvSpPr>
        <p:spPr/>
        <p:txBody>
          <a:bodyPr/>
          <a:lstStyle/>
          <a:p>
            <a:fld id="{D836C0FE-70CA-4950-82D6-CF602CC2B770}" type="slidenum">
              <a:rPr lang="en-GB" smtClean="0"/>
              <a:t>25</a:t>
            </a:fld>
            <a:endParaRPr lang="en-GB" dirty="0"/>
          </a:p>
        </p:txBody>
      </p:sp>
      <p:sp>
        <p:nvSpPr>
          <p:cNvPr id="3" name="Titel 2">
            <a:extLst>
              <a:ext uri="{FF2B5EF4-FFF2-40B4-BE49-F238E27FC236}">
                <a16:creationId xmlns:a16="http://schemas.microsoft.com/office/drawing/2014/main" id="{9D9F4D1A-3C2A-EDD9-AAFC-1B7BB86BAD58}"/>
              </a:ext>
            </a:extLst>
          </p:cNvPr>
          <p:cNvSpPr>
            <a:spLocks noGrp="1"/>
          </p:cNvSpPr>
          <p:nvPr>
            <p:ph type="title"/>
          </p:nvPr>
        </p:nvSpPr>
        <p:spPr>
          <a:xfrm>
            <a:off x="644526" y="549000"/>
            <a:ext cx="8928100" cy="792000"/>
          </a:xfrm>
        </p:spPr>
        <p:txBody>
          <a:bodyPr/>
          <a:lstStyle/>
          <a:p>
            <a:r>
              <a:rPr lang="en-GB"/>
              <a:t>Overview on Online Survey Plattforms</a:t>
            </a:r>
            <a:endParaRPr lang="en-GB" dirty="0"/>
          </a:p>
        </p:txBody>
      </p:sp>
      <p:sp>
        <p:nvSpPr>
          <p:cNvPr id="4" name="Inhaltsplatzhalter 3">
            <a:extLst>
              <a:ext uri="{FF2B5EF4-FFF2-40B4-BE49-F238E27FC236}">
                <a16:creationId xmlns:a16="http://schemas.microsoft.com/office/drawing/2014/main" id="{D1194594-2A2A-6663-AD8D-184606F67EF8}"/>
              </a:ext>
            </a:extLst>
          </p:cNvPr>
          <p:cNvSpPr>
            <a:spLocks noGrp="1"/>
          </p:cNvSpPr>
          <p:nvPr>
            <p:ph idx="1"/>
          </p:nvPr>
        </p:nvSpPr>
        <p:spPr>
          <a:xfrm>
            <a:off x="644525" y="1628999"/>
            <a:ext cx="3151971" cy="4535265"/>
          </a:xfrm>
        </p:spPr>
        <p:txBody>
          <a:bodyPr/>
          <a:lstStyle/>
          <a:p>
            <a:r>
              <a:rPr lang="en-GB" b="1" dirty="0"/>
              <a:t>Primary focus:</a:t>
            </a:r>
            <a:br>
              <a:rPr lang="en-GB" b="1" dirty="0"/>
            </a:br>
            <a:r>
              <a:rPr lang="en-GB" dirty="0"/>
              <a:t>Data security</a:t>
            </a:r>
          </a:p>
          <a:p>
            <a:pPr lvl="1"/>
            <a:r>
              <a:rPr lang="en-US" dirty="0"/>
              <a:t>GDPR </a:t>
            </a:r>
          </a:p>
          <a:p>
            <a:pPr lvl="1"/>
            <a:r>
              <a:rPr lang="en-US" dirty="0"/>
              <a:t>rights of use for materials</a:t>
            </a:r>
            <a:endParaRPr lang="en-GB" dirty="0"/>
          </a:p>
        </p:txBody>
      </p:sp>
      <p:sp>
        <p:nvSpPr>
          <p:cNvPr id="5" name="Datumsplatzhalter 4">
            <a:extLst>
              <a:ext uri="{FF2B5EF4-FFF2-40B4-BE49-F238E27FC236}">
                <a16:creationId xmlns:a16="http://schemas.microsoft.com/office/drawing/2014/main" id="{8594B411-95A4-F4CB-B4A7-F1A414425DB7}"/>
              </a:ext>
            </a:extLst>
          </p:cNvPr>
          <p:cNvSpPr>
            <a:spLocks noGrp="1"/>
          </p:cNvSpPr>
          <p:nvPr>
            <p:ph type="dt" sz="half" idx="10"/>
          </p:nvPr>
        </p:nvSpPr>
        <p:spPr/>
        <p:txBody>
          <a:bodyPr/>
          <a:lstStyle/>
          <a:p>
            <a:r>
              <a:rPr lang="en-GB"/>
              <a:t>(KI-gestützter Entwurf, redaktionell überarbeitet durch den Autor)</a:t>
            </a:r>
            <a:endParaRPr lang="en-GB" dirty="0"/>
          </a:p>
        </p:txBody>
      </p:sp>
      <p:sp>
        <p:nvSpPr>
          <p:cNvPr id="6" name="Fußzeilenplatzhalter 5">
            <a:extLst>
              <a:ext uri="{FF2B5EF4-FFF2-40B4-BE49-F238E27FC236}">
                <a16:creationId xmlns:a16="http://schemas.microsoft.com/office/drawing/2014/main" id="{6F1B9A6F-E548-C9FD-0AFE-3DD4D2831D76}"/>
              </a:ext>
            </a:extLst>
          </p:cNvPr>
          <p:cNvSpPr>
            <a:spLocks noGrp="1"/>
          </p:cNvSpPr>
          <p:nvPr>
            <p:ph type="ftr" sz="quarter" idx="11"/>
          </p:nvPr>
        </p:nvSpPr>
        <p:spPr/>
        <p:txBody>
          <a:bodyPr/>
          <a:lstStyle/>
          <a:p>
            <a:r>
              <a:rPr lang="en-GB"/>
              <a:t>KMH / IMC-Mehrwerttag Jänner 2026</a:t>
            </a:r>
            <a:endParaRPr lang="en-GB" dirty="0"/>
          </a:p>
        </p:txBody>
      </p:sp>
      <p:graphicFrame>
        <p:nvGraphicFramePr>
          <p:cNvPr id="7" name="Tabelle 6">
            <a:extLst>
              <a:ext uri="{FF2B5EF4-FFF2-40B4-BE49-F238E27FC236}">
                <a16:creationId xmlns:a16="http://schemas.microsoft.com/office/drawing/2014/main" id="{FAC02798-03DD-313F-A3AB-F949462AB44C}"/>
              </a:ext>
            </a:extLst>
          </p:cNvPr>
          <p:cNvGraphicFramePr>
            <a:graphicFrameLocks noGrp="1"/>
          </p:cNvGraphicFramePr>
          <p:nvPr>
            <p:extLst>
              <p:ext uri="{D42A27DB-BD31-4B8C-83A1-F6EECF244321}">
                <p14:modId xmlns:p14="http://schemas.microsoft.com/office/powerpoint/2010/main" val="2396460291"/>
              </p:ext>
            </p:extLst>
          </p:nvPr>
        </p:nvGraphicFramePr>
        <p:xfrm>
          <a:off x="3504000" y="1329425"/>
          <a:ext cx="7981297" cy="4834410"/>
        </p:xfrm>
        <a:graphic>
          <a:graphicData uri="http://schemas.openxmlformats.org/drawingml/2006/table">
            <a:tbl>
              <a:tblPr firstRow="1" firstCol="1">
                <a:tableStyleId>{9DCAF9ED-07DC-4A11-8D7F-57B35C25682E}</a:tableStyleId>
              </a:tblPr>
              <a:tblGrid>
                <a:gridCol w="1537325">
                  <a:extLst>
                    <a:ext uri="{9D8B030D-6E8A-4147-A177-3AD203B41FA5}">
                      <a16:colId xmlns:a16="http://schemas.microsoft.com/office/drawing/2014/main" val="3038541196"/>
                    </a:ext>
                  </a:extLst>
                </a:gridCol>
                <a:gridCol w="1946047">
                  <a:extLst>
                    <a:ext uri="{9D8B030D-6E8A-4147-A177-3AD203B41FA5}">
                      <a16:colId xmlns:a16="http://schemas.microsoft.com/office/drawing/2014/main" val="3869560814"/>
                    </a:ext>
                  </a:extLst>
                </a:gridCol>
                <a:gridCol w="1698337">
                  <a:extLst>
                    <a:ext uri="{9D8B030D-6E8A-4147-A177-3AD203B41FA5}">
                      <a16:colId xmlns:a16="http://schemas.microsoft.com/office/drawing/2014/main" val="2493559843"/>
                    </a:ext>
                  </a:extLst>
                </a:gridCol>
                <a:gridCol w="2799588">
                  <a:extLst>
                    <a:ext uri="{9D8B030D-6E8A-4147-A177-3AD203B41FA5}">
                      <a16:colId xmlns:a16="http://schemas.microsoft.com/office/drawing/2014/main" val="3922908716"/>
                    </a:ext>
                  </a:extLst>
                </a:gridCol>
              </a:tblGrid>
              <a:tr h="306282">
                <a:tc>
                  <a:txBody>
                    <a:bodyPr/>
                    <a:lstStyle/>
                    <a:p>
                      <a:pPr>
                        <a:buNone/>
                      </a:pPr>
                      <a:r>
                        <a:rPr lang="de-AT" sz="1600" dirty="0"/>
                        <a:t>Software</a:t>
                      </a:r>
                    </a:p>
                  </a:txBody>
                  <a:tcPr marL="76570" marR="76570" marT="38285" marB="38285" anchor="ctr"/>
                </a:tc>
                <a:tc>
                  <a:txBody>
                    <a:bodyPr/>
                    <a:lstStyle/>
                    <a:p>
                      <a:pPr>
                        <a:buNone/>
                      </a:pPr>
                      <a:r>
                        <a:rPr lang="de-AT" sz="1600" dirty="0"/>
                        <a:t>Lizenz / Modell</a:t>
                      </a:r>
                    </a:p>
                  </a:txBody>
                  <a:tcPr marL="76570" marR="76570" marT="38285" marB="38285" anchor="ctr"/>
                </a:tc>
                <a:tc>
                  <a:txBody>
                    <a:bodyPr/>
                    <a:lstStyle/>
                    <a:p>
                      <a:pPr>
                        <a:buNone/>
                      </a:pPr>
                      <a:r>
                        <a:rPr lang="de-AT" sz="1600" dirty="0"/>
                        <a:t>Hosting</a:t>
                      </a:r>
                    </a:p>
                  </a:txBody>
                  <a:tcPr marL="76570" marR="76570" marT="38285" marB="38285" anchor="ctr"/>
                </a:tc>
                <a:tc>
                  <a:txBody>
                    <a:bodyPr/>
                    <a:lstStyle/>
                    <a:p>
                      <a:pPr>
                        <a:buNone/>
                      </a:pPr>
                      <a:r>
                        <a:rPr lang="de-AT" sz="1600" dirty="0"/>
                        <a:t>Typischer Einsatz</a:t>
                      </a:r>
                    </a:p>
                  </a:txBody>
                  <a:tcPr marL="76570" marR="76570" marT="38285" marB="38285" anchor="ctr"/>
                </a:tc>
                <a:extLst>
                  <a:ext uri="{0D108BD9-81ED-4DB2-BD59-A6C34878D82A}">
                    <a16:rowId xmlns:a16="http://schemas.microsoft.com/office/drawing/2014/main" val="133872961"/>
                  </a:ext>
                </a:extLst>
              </a:tr>
              <a:tr h="535993">
                <a:tc>
                  <a:txBody>
                    <a:bodyPr/>
                    <a:lstStyle/>
                    <a:p>
                      <a:pPr>
                        <a:buNone/>
                      </a:pPr>
                      <a:r>
                        <a:rPr lang="de-AT" sz="1600" b="1" dirty="0"/>
                        <a:t>LimeSurvey</a:t>
                      </a:r>
                      <a:endParaRPr lang="de-AT" sz="1600" dirty="0"/>
                    </a:p>
                  </a:txBody>
                  <a:tcPr marL="76570" marR="76570" marT="38285" marB="38285" anchor="ctr"/>
                </a:tc>
                <a:tc>
                  <a:txBody>
                    <a:bodyPr/>
                    <a:lstStyle/>
                    <a:p>
                      <a:pPr>
                        <a:buNone/>
                      </a:pPr>
                      <a:r>
                        <a:rPr lang="de-AT" sz="1600" dirty="0"/>
                        <a:t>Open Source (GPL)</a:t>
                      </a:r>
                    </a:p>
                  </a:txBody>
                  <a:tcPr marL="76570" marR="76570" marT="38285" marB="38285" anchor="ctr"/>
                </a:tc>
                <a:tc>
                  <a:txBody>
                    <a:bodyPr/>
                    <a:lstStyle/>
                    <a:p>
                      <a:pPr>
                        <a:buNone/>
                      </a:pPr>
                      <a:r>
                        <a:rPr lang="de-AT" sz="1600" dirty="0"/>
                        <a:t>Self-hosted / Cloud</a:t>
                      </a:r>
                    </a:p>
                  </a:txBody>
                  <a:tcPr marL="76570" marR="76570" marT="38285" marB="38285" anchor="ctr"/>
                </a:tc>
                <a:tc>
                  <a:txBody>
                    <a:bodyPr/>
                    <a:lstStyle/>
                    <a:p>
                      <a:pPr>
                        <a:buNone/>
                      </a:pPr>
                      <a:r>
                        <a:rPr lang="de-AT" sz="1600" dirty="0"/>
                        <a:t>Wissenschaftliche Befragungen, Lehre</a:t>
                      </a:r>
                    </a:p>
                  </a:txBody>
                  <a:tcPr marL="76570" marR="76570" marT="38285" marB="38285" anchor="ctr"/>
                </a:tc>
                <a:extLst>
                  <a:ext uri="{0D108BD9-81ED-4DB2-BD59-A6C34878D82A}">
                    <a16:rowId xmlns:a16="http://schemas.microsoft.com/office/drawing/2014/main" val="1333350892"/>
                  </a:ext>
                </a:extLst>
              </a:tr>
              <a:tr h="535993">
                <a:tc>
                  <a:txBody>
                    <a:bodyPr/>
                    <a:lstStyle/>
                    <a:p>
                      <a:pPr>
                        <a:buNone/>
                      </a:pPr>
                      <a:r>
                        <a:rPr lang="de-AT" sz="1600" b="1" dirty="0"/>
                        <a:t>SurveyJS</a:t>
                      </a:r>
                      <a:endParaRPr lang="de-AT" sz="1600" dirty="0"/>
                    </a:p>
                  </a:txBody>
                  <a:tcPr marL="76570" marR="76570" marT="38285" marB="38285" anchor="ctr"/>
                </a:tc>
                <a:tc>
                  <a:txBody>
                    <a:bodyPr/>
                    <a:lstStyle/>
                    <a:p>
                      <a:pPr>
                        <a:buNone/>
                      </a:pPr>
                      <a:r>
                        <a:rPr lang="de-AT" sz="1600" dirty="0"/>
                        <a:t>Open Source (MIT)</a:t>
                      </a:r>
                    </a:p>
                  </a:txBody>
                  <a:tcPr marL="76570" marR="76570" marT="38285" marB="38285" anchor="ctr"/>
                </a:tc>
                <a:tc>
                  <a:txBody>
                    <a:bodyPr/>
                    <a:lstStyle/>
                    <a:p>
                      <a:pPr>
                        <a:buNone/>
                      </a:pPr>
                      <a:r>
                        <a:rPr lang="de-AT" sz="1600" dirty="0"/>
                        <a:t>Self-hosted</a:t>
                      </a:r>
                    </a:p>
                  </a:txBody>
                  <a:tcPr marL="76570" marR="76570" marT="38285" marB="38285" anchor="ctr"/>
                </a:tc>
                <a:tc>
                  <a:txBody>
                    <a:bodyPr/>
                    <a:lstStyle/>
                    <a:p>
                      <a:pPr>
                        <a:buNone/>
                      </a:pPr>
                      <a:r>
                        <a:rPr lang="de-AT" sz="1600" dirty="0"/>
                        <a:t>Web-integrierte Umfragen, Custom Setups</a:t>
                      </a:r>
                    </a:p>
                  </a:txBody>
                  <a:tcPr marL="76570" marR="76570" marT="38285" marB="38285" anchor="ctr"/>
                </a:tc>
                <a:extLst>
                  <a:ext uri="{0D108BD9-81ED-4DB2-BD59-A6C34878D82A}">
                    <a16:rowId xmlns:a16="http://schemas.microsoft.com/office/drawing/2014/main" val="265863034"/>
                  </a:ext>
                </a:extLst>
              </a:tr>
              <a:tr h="535993">
                <a:tc>
                  <a:txBody>
                    <a:bodyPr/>
                    <a:lstStyle/>
                    <a:p>
                      <a:pPr>
                        <a:buNone/>
                      </a:pPr>
                      <a:r>
                        <a:rPr lang="de-AT" sz="1600" b="1" dirty="0"/>
                        <a:t>ODK</a:t>
                      </a:r>
                      <a:endParaRPr lang="de-AT" sz="1600" dirty="0"/>
                    </a:p>
                  </a:txBody>
                  <a:tcPr marL="76570" marR="76570" marT="38285" marB="38285" anchor="ctr"/>
                </a:tc>
                <a:tc>
                  <a:txBody>
                    <a:bodyPr/>
                    <a:lstStyle/>
                    <a:p>
                      <a:pPr>
                        <a:buNone/>
                      </a:pPr>
                      <a:r>
                        <a:rPr lang="de-AT" sz="1600" dirty="0"/>
                        <a:t>Open Source </a:t>
                      </a:r>
                      <a:br>
                        <a:rPr lang="de-AT" sz="1600" dirty="0"/>
                      </a:br>
                      <a:r>
                        <a:rPr lang="de-AT" sz="1600" dirty="0"/>
                        <a:t>(Apache 2.0)</a:t>
                      </a:r>
                    </a:p>
                  </a:txBody>
                  <a:tcPr marL="76570" marR="76570" marT="38285" marB="38285" anchor="ctr"/>
                </a:tc>
                <a:tc>
                  <a:txBody>
                    <a:bodyPr/>
                    <a:lstStyle/>
                    <a:p>
                      <a:pPr>
                        <a:buNone/>
                      </a:pPr>
                      <a:r>
                        <a:rPr lang="de-AT" sz="1600" dirty="0"/>
                        <a:t>Self-hosted / Cloud</a:t>
                      </a:r>
                    </a:p>
                  </a:txBody>
                  <a:tcPr marL="76570" marR="76570" marT="38285" marB="38285" anchor="ctr"/>
                </a:tc>
                <a:tc>
                  <a:txBody>
                    <a:bodyPr/>
                    <a:lstStyle/>
                    <a:p>
                      <a:pPr>
                        <a:buNone/>
                      </a:pPr>
                      <a:r>
                        <a:rPr lang="de-AT" sz="1600" dirty="0"/>
                        <a:t>Mobile, Offline- und Feldforschung</a:t>
                      </a:r>
                    </a:p>
                  </a:txBody>
                  <a:tcPr marL="76570" marR="76570" marT="38285" marB="38285" anchor="ctr"/>
                </a:tc>
                <a:extLst>
                  <a:ext uri="{0D108BD9-81ED-4DB2-BD59-A6C34878D82A}">
                    <a16:rowId xmlns:a16="http://schemas.microsoft.com/office/drawing/2014/main" val="3073424816"/>
                  </a:ext>
                </a:extLst>
              </a:tr>
              <a:tr h="535993">
                <a:tc>
                  <a:txBody>
                    <a:bodyPr/>
                    <a:lstStyle/>
                    <a:p>
                      <a:pPr>
                        <a:buNone/>
                      </a:pPr>
                      <a:r>
                        <a:rPr lang="de-AT" sz="1600" b="1" dirty="0">
                          <a:solidFill>
                            <a:schemeClr val="tx2"/>
                          </a:solidFill>
                        </a:rPr>
                        <a:t>SoSci Survey</a:t>
                      </a:r>
                      <a:endParaRPr lang="de-AT" sz="1600" dirty="0">
                        <a:solidFill>
                          <a:schemeClr val="tx2"/>
                        </a:solidFill>
                      </a:endParaRPr>
                    </a:p>
                  </a:txBody>
                  <a:tcPr marL="76570" marR="76570" marT="38285" marB="38285" anchor="ctr"/>
                </a:tc>
                <a:tc>
                  <a:txBody>
                    <a:bodyPr/>
                    <a:lstStyle/>
                    <a:p>
                      <a:pPr>
                        <a:buNone/>
                      </a:pPr>
                      <a:r>
                        <a:rPr lang="de-AT" sz="1600" dirty="0"/>
                        <a:t>Proprietär, kostenfrei für Wissenschaft</a:t>
                      </a:r>
                    </a:p>
                  </a:txBody>
                  <a:tcPr marL="76570" marR="76570" marT="38285" marB="38285" anchor="ctr"/>
                </a:tc>
                <a:tc>
                  <a:txBody>
                    <a:bodyPr/>
                    <a:lstStyle/>
                    <a:p>
                      <a:pPr>
                        <a:buNone/>
                      </a:pPr>
                      <a:r>
                        <a:rPr lang="de-AT" sz="1600" dirty="0"/>
                        <a:t>Anbieter-gehostet</a:t>
                      </a:r>
                    </a:p>
                  </a:txBody>
                  <a:tcPr marL="76570" marR="76570" marT="38285" marB="38285" anchor="ctr"/>
                </a:tc>
                <a:tc>
                  <a:txBody>
                    <a:bodyPr/>
                    <a:lstStyle/>
                    <a:p>
                      <a:pPr>
                        <a:buNone/>
                      </a:pPr>
                      <a:r>
                        <a:rPr lang="de-AT" sz="1600" dirty="0"/>
                        <a:t>Sozialwissenschaftliche Forschung</a:t>
                      </a:r>
                    </a:p>
                  </a:txBody>
                  <a:tcPr marL="76570" marR="76570" marT="38285" marB="38285" anchor="ctr"/>
                </a:tc>
                <a:extLst>
                  <a:ext uri="{0D108BD9-81ED-4DB2-BD59-A6C34878D82A}">
                    <a16:rowId xmlns:a16="http://schemas.microsoft.com/office/drawing/2014/main" val="1818421095"/>
                  </a:ext>
                </a:extLst>
              </a:tr>
              <a:tr h="535993">
                <a:tc>
                  <a:txBody>
                    <a:bodyPr/>
                    <a:lstStyle/>
                    <a:p>
                      <a:pPr>
                        <a:buNone/>
                      </a:pPr>
                      <a:r>
                        <a:rPr lang="de-AT" sz="1600" b="1" dirty="0"/>
                        <a:t>Qualtrics</a:t>
                      </a:r>
                      <a:endParaRPr lang="de-AT" sz="1600" dirty="0"/>
                    </a:p>
                  </a:txBody>
                  <a:tcPr marL="76570" marR="76570" marT="38285" marB="38285" anchor="ctr"/>
                </a:tc>
                <a:tc>
                  <a:txBody>
                    <a:bodyPr/>
                    <a:lstStyle/>
                    <a:p>
                      <a:pPr>
                        <a:buNone/>
                      </a:pPr>
                      <a:r>
                        <a:rPr lang="de-AT" sz="1600" dirty="0"/>
                        <a:t>Proprietär (kommerziell)</a:t>
                      </a:r>
                    </a:p>
                  </a:txBody>
                  <a:tcPr marL="76570" marR="76570" marT="38285" marB="38285" anchor="ctr"/>
                </a:tc>
                <a:tc>
                  <a:txBody>
                    <a:bodyPr/>
                    <a:lstStyle/>
                    <a:p>
                      <a:pPr>
                        <a:buNone/>
                      </a:pPr>
                      <a:r>
                        <a:rPr lang="de-AT" sz="1600" dirty="0"/>
                        <a:t>Cloud (SaaS)</a:t>
                      </a:r>
                    </a:p>
                  </a:txBody>
                  <a:tcPr marL="76570" marR="76570" marT="38285" marB="38285" anchor="ctr"/>
                </a:tc>
                <a:tc>
                  <a:txBody>
                    <a:bodyPr/>
                    <a:lstStyle/>
                    <a:p>
                      <a:pPr>
                        <a:buNone/>
                      </a:pPr>
                      <a:r>
                        <a:rPr lang="de-AT" sz="1600" dirty="0"/>
                        <a:t>Forschung, Evaluation, Organisationen</a:t>
                      </a:r>
                    </a:p>
                  </a:txBody>
                  <a:tcPr marL="76570" marR="76570" marT="38285" marB="38285" anchor="ctr"/>
                </a:tc>
                <a:extLst>
                  <a:ext uri="{0D108BD9-81ED-4DB2-BD59-A6C34878D82A}">
                    <a16:rowId xmlns:a16="http://schemas.microsoft.com/office/drawing/2014/main" val="713997368"/>
                  </a:ext>
                </a:extLst>
              </a:tr>
              <a:tr h="535993">
                <a:tc>
                  <a:txBody>
                    <a:bodyPr/>
                    <a:lstStyle/>
                    <a:p>
                      <a:pPr>
                        <a:buNone/>
                      </a:pPr>
                      <a:r>
                        <a:rPr lang="de-AT" sz="1600" b="1" dirty="0"/>
                        <a:t>Unipark</a:t>
                      </a:r>
                      <a:endParaRPr lang="de-AT" sz="1600" dirty="0"/>
                    </a:p>
                  </a:txBody>
                  <a:tcPr marL="76570" marR="76570" marT="38285" marB="38285" anchor="ctr"/>
                </a:tc>
                <a:tc>
                  <a:txBody>
                    <a:bodyPr/>
                    <a:lstStyle/>
                    <a:p>
                      <a:pPr>
                        <a:buNone/>
                      </a:pPr>
                      <a:r>
                        <a:rPr lang="de-AT" sz="1600" dirty="0"/>
                        <a:t>Proprietär (kommerziell)</a:t>
                      </a:r>
                    </a:p>
                  </a:txBody>
                  <a:tcPr marL="76570" marR="76570" marT="38285" marB="38285" anchor="ctr"/>
                </a:tc>
                <a:tc>
                  <a:txBody>
                    <a:bodyPr/>
                    <a:lstStyle/>
                    <a:p>
                      <a:pPr>
                        <a:buNone/>
                      </a:pPr>
                      <a:r>
                        <a:rPr lang="de-AT" sz="1600" dirty="0"/>
                        <a:t>Cloud (SaaS)</a:t>
                      </a:r>
                    </a:p>
                  </a:txBody>
                  <a:tcPr marL="76570" marR="76570" marT="38285" marB="38285" anchor="ctr"/>
                </a:tc>
                <a:tc>
                  <a:txBody>
                    <a:bodyPr/>
                    <a:lstStyle/>
                    <a:p>
                      <a:pPr>
                        <a:buNone/>
                      </a:pPr>
                      <a:r>
                        <a:rPr lang="de-AT" sz="1600" dirty="0"/>
                        <a:t>Hochschulforschung, Evaluation</a:t>
                      </a:r>
                    </a:p>
                  </a:txBody>
                  <a:tcPr marL="76570" marR="76570" marT="38285" marB="38285" anchor="ctr"/>
                </a:tc>
                <a:extLst>
                  <a:ext uri="{0D108BD9-81ED-4DB2-BD59-A6C34878D82A}">
                    <a16:rowId xmlns:a16="http://schemas.microsoft.com/office/drawing/2014/main" val="410481053"/>
                  </a:ext>
                </a:extLst>
              </a:tr>
              <a:tr h="535993">
                <a:tc>
                  <a:txBody>
                    <a:bodyPr/>
                    <a:lstStyle/>
                    <a:p>
                      <a:pPr>
                        <a:buNone/>
                      </a:pPr>
                      <a:r>
                        <a:rPr lang="de-AT" sz="1600" b="1" dirty="0"/>
                        <a:t>SurveyMonkey</a:t>
                      </a:r>
                      <a:endParaRPr lang="de-AT" sz="1600" dirty="0"/>
                    </a:p>
                  </a:txBody>
                  <a:tcPr marL="76570" marR="76570" marT="38285" marB="38285" anchor="ctr"/>
                </a:tc>
                <a:tc>
                  <a:txBody>
                    <a:bodyPr/>
                    <a:lstStyle/>
                    <a:p>
                      <a:pPr>
                        <a:buNone/>
                      </a:pPr>
                      <a:r>
                        <a:rPr lang="de-AT" sz="1600" dirty="0"/>
                        <a:t>Proprietär (kommerziell)</a:t>
                      </a:r>
                    </a:p>
                  </a:txBody>
                  <a:tcPr marL="76570" marR="76570" marT="38285" marB="38285" anchor="ctr"/>
                </a:tc>
                <a:tc>
                  <a:txBody>
                    <a:bodyPr/>
                    <a:lstStyle/>
                    <a:p>
                      <a:pPr>
                        <a:buNone/>
                      </a:pPr>
                      <a:r>
                        <a:rPr lang="de-AT" sz="1600" dirty="0"/>
                        <a:t>Cloud (SaaS)</a:t>
                      </a:r>
                    </a:p>
                  </a:txBody>
                  <a:tcPr marL="76570" marR="76570" marT="38285" marB="38285" anchor="ctr"/>
                </a:tc>
                <a:tc>
                  <a:txBody>
                    <a:bodyPr/>
                    <a:lstStyle/>
                    <a:p>
                      <a:pPr>
                        <a:buNone/>
                      </a:pPr>
                      <a:r>
                        <a:rPr lang="de-AT" sz="1600" dirty="0"/>
                        <a:t>Einfache Umfragen, Marktstudien</a:t>
                      </a:r>
                    </a:p>
                  </a:txBody>
                  <a:tcPr marL="76570" marR="76570" marT="38285" marB="38285" anchor="ctr"/>
                </a:tc>
                <a:extLst>
                  <a:ext uri="{0D108BD9-81ED-4DB2-BD59-A6C34878D82A}">
                    <a16:rowId xmlns:a16="http://schemas.microsoft.com/office/drawing/2014/main" val="3930267763"/>
                  </a:ext>
                </a:extLst>
              </a:tr>
              <a:tr h="535993">
                <a:tc>
                  <a:txBody>
                    <a:bodyPr/>
                    <a:lstStyle/>
                    <a:p>
                      <a:pPr>
                        <a:buNone/>
                      </a:pPr>
                      <a:r>
                        <a:rPr lang="de-AT" sz="1600" b="1" dirty="0"/>
                        <a:t>Google Forms</a:t>
                      </a:r>
                      <a:endParaRPr lang="de-AT" sz="1600" dirty="0"/>
                    </a:p>
                  </a:txBody>
                  <a:tcPr marL="76570" marR="76570" marT="38285" marB="38285" anchor="ctr"/>
                </a:tc>
                <a:tc>
                  <a:txBody>
                    <a:bodyPr/>
                    <a:lstStyle/>
                    <a:p>
                      <a:pPr>
                        <a:buNone/>
                      </a:pPr>
                      <a:r>
                        <a:rPr lang="de-AT" sz="1600" dirty="0"/>
                        <a:t>Proprietär (kostenlos)</a:t>
                      </a:r>
                    </a:p>
                  </a:txBody>
                  <a:tcPr marL="76570" marR="76570" marT="38285" marB="38285" anchor="ctr"/>
                </a:tc>
                <a:tc>
                  <a:txBody>
                    <a:bodyPr/>
                    <a:lstStyle/>
                    <a:p>
                      <a:pPr>
                        <a:buNone/>
                      </a:pPr>
                      <a:r>
                        <a:rPr lang="de-AT" sz="1600" dirty="0"/>
                        <a:t>Cloud (SaaS)</a:t>
                      </a:r>
                    </a:p>
                  </a:txBody>
                  <a:tcPr marL="76570" marR="76570" marT="38285" marB="38285" anchor="ctr"/>
                </a:tc>
                <a:tc>
                  <a:txBody>
                    <a:bodyPr/>
                    <a:lstStyle/>
                    <a:p>
                      <a:pPr>
                        <a:buNone/>
                      </a:pPr>
                      <a:r>
                        <a:rPr lang="de-AT" sz="1600" dirty="0"/>
                        <a:t>Niedrigschwellige Umfragen, Lehre</a:t>
                      </a:r>
                    </a:p>
                  </a:txBody>
                  <a:tcPr marL="76570" marR="76570" marT="38285" marB="38285" anchor="ctr"/>
                </a:tc>
                <a:extLst>
                  <a:ext uri="{0D108BD9-81ED-4DB2-BD59-A6C34878D82A}">
                    <a16:rowId xmlns:a16="http://schemas.microsoft.com/office/drawing/2014/main" val="2555399788"/>
                  </a:ext>
                </a:extLst>
              </a:tr>
            </a:tbl>
          </a:graphicData>
        </a:graphic>
      </p:graphicFrame>
      <p:cxnSp>
        <p:nvCxnSpPr>
          <p:cNvPr id="9" name="Gerader Verbinder 8">
            <a:extLst>
              <a:ext uri="{FF2B5EF4-FFF2-40B4-BE49-F238E27FC236}">
                <a16:creationId xmlns:a16="http://schemas.microsoft.com/office/drawing/2014/main" id="{44D90C92-A8F1-7B07-F3FD-5052CCA0540B}"/>
              </a:ext>
            </a:extLst>
          </p:cNvPr>
          <p:cNvCxnSpPr>
            <a:cxnSpLocks/>
          </p:cNvCxnSpPr>
          <p:nvPr/>
        </p:nvCxnSpPr>
        <p:spPr>
          <a:xfrm flipH="1">
            <a:off x="3514703" y="3357000"/>
            <a:ext cx="7981297" cy="0"/>
          </a:xfrm>
          <a:prstGeom prst="line">
            <a:avLst/>
          </a:prstGeom>
          <a:ln w="76200">
            <a:headEnd type="none" w="med" len="med"/>
            <a:tailEnd type="none" w="med" len="med"/>
          </a:ln>
        </p:spPr>
        <p:style>
          <a:lnRef idx="3">
            <a:schemeClr val="dk1"/>
          </a:lnRef>
          <a:fillRef idx="0">
            <a:schemeClr val="dk1"/>
          </a:fillRef>
          <a:effectRef idx="2">
            <a:schemeClr val="dk1"/>
          </a:effectRef>
          <a:fontRef idx="minor">
            <a:schemeClr val="tx1"/>
          </a:fontRef>
        </p:style>
      </p:cxnSp>
      <p:pic>
        <p:nvPicPr>
          <p:cNvPr id="8" name="Grafik 7" descr="Verliebte Katze">
            <a:extLst>
              <a:ext uri="{FF2B5EF4-FFF2-40B4-BE49-F238E27FC236}">
                <a16:creationId xmlns:a16="http://schemas.microsoft.com/office/drawing/2014/main" id="{E97F2F4D-CA8E-EA0C-F41C-3EA8C6EDB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764" y="1616236"/>
            <a:ext cx="647589" cy="647589"/>
          </a:xfrm>
          <a:prstGeom prst="rect">
            <a:avLst/>
          </a:prstGeom>
        </p:spPr>
      </p:pic>
    </p:spTree>
    <p:extLst>
      <p:ext uri="{BB962C8B-B14F-4D97-AF65-F5344CB8AC3E}">
        <p14:creationId xmlns:p14="http://schemas.microsoft.com/office/powerpoint/2010/main" val="3848847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FC20CF-DBF8-48FF-AF7C-EE5BB73DE0FC}"/>
              </a:ext>
            </a:extLst>
          </p:cNvPr>
          <p:cNvSpPr>
            <a:spLocks noGrp="1"/>
          </p:cNvSpPr>
          <p:nvPr>
            <p:ph type="sldNum" sz="quarter" idx="12"/>
          </p:nvPr>
        </p:nvSpPr>
        <p:spPr/>
        <p:txBody>
          <a:bodyPr/>
          <a:lstStyle/>
          <a:p>
            <a:fld id="{D836C0FE-70CA-4950-82D6-CF602CC2B770}" type="slidenum">
              <a:rPr lang="de-DE" smtClean="0"/>
              <a:t>26</a:t>
            </a:fld>
            <a:endParaRPr lang="de-DE" dirty="0"/>
          </a:p>
        </p:txBody>
      </p:sp>
      <p:sp>
        <p:nvSpPr>
          <p:cNvPr id="3" name="Title 2">
            <a:extLst>
              <a:ext uri="{FF2B5EF4-FFF2-40B4-BE49-F238E27FC236}">
                <a16:creationId xmlns:a16="http://schemas.microsoft.com/office/drawing/2014/main" id="{F5BD72D4-9EB7-05BF-2098-1158D0A67A41}"/>
              </a:ext>
            </a:extLst>
          </p:cNvPr>
          <p:cNvSpPr>
            <a:spLocks noGrp="1"/>
          </p:cNvSpPr>
          <p:nvPr>
            <p:ph type="title"/>
          </p:nvPr>
        </p:nvSpPr>
        <p:spPr/>
        <p:txBody>
          <a:bodyPr/>
          <a:lstStyle/>
          <a:p>
            <a:r>
              <a:rPr lang="en-GB" dirty="0"/>
              <a:t>Digression: How to include GDPR in your Survey </a:t>
            </a:r>
          </a:p>
        </p:txBody>
      </p:sp>
      <p:sp>
        <p:nvSpPr>
          <p:cNvPr id="4" name="Content Placeholder 3">
            <a:extLst>
              <a:ext uri="{FF2B5EF4-FFF2-40B4-BE49-F238E27FC236}">
                <a16:creationId xmlns:a16="http://schemas.microsoft.com/office/drawing/2014/main" id="{74A6BB3C-F6CB-ED1D-AFF4-1FAC2FBCEA5E}"/>
              </a:ext>
            </a:extLst>
          </p:cNvPr>
          <p:cNvSpPr>
            <a:spLocks noGrp="1"/>
          </p:cNvSpPr>
          <p:nvPr>
            <p:ph idx="1"/>
          </p:nvPr>
        </p:nvSpPr>
        <p:spPr>
          <a:xfrm>
            <a:off x="695324" y="1485000"/>
            <a:ext cx="10800675" cy="4535265"/>
          </a:xfrm>
        </p:spPr>
        <p:txBody>
          <a:bodyPr>
            <a:normAutofit fontScale="77500" lnSpcReduction="20000"/>
          </a:bodyPr>
          <a:lstStyle/>
          <a:p>
            <a:pPr marL="0" indent="0" algn="just">
              <a:buNone/>
            </a:pPr>
            <a:r>
              <a:rPr lang="de-AT" dirty="0"/>
              <a:t>Der Schutz Ihrer persönlichen Daten ist uns bei dieser Befragung ein besonderes Anliegen. Ihre Daten werden ausschließlich auf Grundlage der gesetzlichen Bestimmungen (§ 2f Abs 5 FOG) erhoben und verarbeitet. Diese Befragung wird im Rahmen unserer Forschungstätigkeit am XXX des IMC Krems Hochschule für Angewandte Wissenschaften durchgeführt. Die dabei erhobenen Daten dürfen gemäß Art 89 Abs 1 DSGVO grundsätzlich unbeschränkt gespeichert werden und können nach einer Anonymisierung unter einer offenen Lizenz veröffentlicht werden.</a:t>
            </a:r>
          </a:p>
          <a:p>
            <a:pPr marL="0" indent="0" algn="just">
              <a:buNone/>
            </a:pPr>
            <a:r>
              <a:rPr lang="de-AT" dirty="0"/>
              <a:t>Sie haben das Recht auf Auskunft durch den für die Befragung Verantwortlichen über die erhobenen personenbezogenen Daten sowie das Recht auf Berichtigung, Löschung, Einschränkung der Verarbeitung der Daten sowie ein Widerspruchsrecht gegen die Verarbeitung sowie des Rechts auf Datenübertragbarkeit. Alle mit der Verarbeitung der erhobenen Daten betrauten Personen sind zu Einhaltung der Datenschutz- und Datensicherheitsrichtlinie des IMC Krems verpflichtet.</a:t>
            </a:r>
          </a:p>
          <a:p>
            <a:pPr marL="0" indent="0" algn="just">
              <a:buNone/>
            </a:pPr>
            <a:r>
              <a:rPr lang="de-AT" dirty="0"/>
              <a:t>Wenn Sie Fragen zu dieser Befragung haben, wenden Sie sich bitte gern an den Verantwortlichen dieser Befragung: Dr. Karl Michael Höferl, Piaristengasse 1, 3500 Wien, </a:t>
            </a:r>
            <a:r>
              <a:rPr lang="de-AT" dirty="0">
                <a:hlinkClick r:id="rId3"/>
              </a:rPr>
              <a:t>karl-hoeferl@imc.ac.at</a:t>
            </a:r>
            <a:r>
              <a:rPr lang="de-AT" dirty="0"/>
              <a:t> . Für grundsätzliche juristische Fragen im Zusammenhang mit der DSGVO und/oder dem FOG wenden Sie sich bitte an die Datenschutzbeauftragte der FH Technikum Wien (</a:t>
            </a:r>
            <a:r>
              <a:rPr lang="de-AT" dirty="0">
                <a:hlinkClick r:id="rId4"/>
              </a:rPr>
              <a:t>datenschutz@imc.ac.at</a:t>
            </a:r>
            <a:r>
              <a:rPr lang="de-AT" dirty="0"/>
              <a:t>). Zudem besteht das Recht der Beschwerde bei der Datenschutzbehörde (</a:t>
            </a:r>
            <a:r>
              <a:rPr lang="de-AT" dirty="0">
                <a:hlinkClick r:id="rId5"/>
              </a:rPr>
              <a:t>dsb@dsb.gv.at</a:t>
            </a:r>
            <a:r>
              <a:rPr lang="de-AT" dirty="0"/>
              <a:t>).</a:t>
            </a:r>
          </a:p>
        </p:txBody>
      </p:sp>
      <p:sp>
        <p:nvSpPr>
          <p:cNvPr id="5" name="Date Placeholder 4">
            <a:extLst>
              <a:ext uri="{FF2B5EF4-FFF2-40B4-BE49-F238E27FC236}">
                <a16:creationId xmlns:a16="http://schemas.microsoft.com/office/drawing/2014/main" id="{2E92864F-6970-BDE4-509A-5D5C9A5FBA34}"/>
              </a:ext>
            </a:extLst>
          </p:cNvPr>
          <p:cNvSpPr>
            <a:spLocks noGrp="1"/>
          </p:cNvSpPr>
          <p:nvPr>
            <p:ph type="dt" sz="half" idx="10"/>
          </p:nvPr>
        </p:nvSpPr>
        <p:spPr/>
        <p:txBody>
          <a:bodyPr/>
          <a:lstStyle/>
          <a:p>
            <a:endParaRPr lang="de-DE" dirty="0"/>
          </a:p>
        </p:txBody>
      </p:sp>
      <p:sp>
        <p:nvSpPr>
          <p:cNvPr id="6" name="Footer Placeholder 5">
            <a:extLst>
              <a:ext uri="{FF2B5EF4-FFF2-40B4-BE49-F238E27FC236}">
                <a16:creationId xmlns:a16="http://schemas.microsoft.com/office/drawing/2014/main" id="{95685F13-3D0C-3FB7-1E16-E87A6EDBEBA1}"/>
              </a:ext>
            </a:extLst>
          </p:cNvPr>
          <p:cNvSpPr>
            <a:spLocks noGrp="1"/>
          </p:cNvSpPr>
          <p:nvPr>
            <p:ph type="ftr" sz="quarter" idx="11"/>
          </p:nvPr>
        </p:nvSpPr>
        <p:spPr/>
        <p:txBody>
          <a:bodyPr/>
          <a:lstStyle/>
          <a:p>
            <a:r>
              <a:rPr lang="de-DE"/>
              <a:t>KMH</a:t>
            </a:r>
            <a:endParaRPr lang="de-DE" dirty="0"/>
          </a:p>
        </p:txBody>
      </p:sp>
    </p:spTree>
    <p:extLst>
      <p:ext uri="{BB962C8B-B14F-4D97-AF65-F5344CB8AC3E}">
        <p14:creationId xmlns:p14="http://schemas.microsoft.com/office/powerpoint/2010/main" val="3036179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58FA41-C410-8F5D-32C2-2F38814833CB}"/>
              </a:ext>
            </a:extLst>
          </p:cNvPr>
          <p:cNvSpPr>
            <a:spLocks noGrp="1"/>
          </p:cNvSpPr>
          <p:nvPr>
            <p:ph type="sldNum" sz="quarter" idx="12"/>
          </p:nvPr>
        </p:nvSpPr>
        <p:spPr/>
        <p:txBody>
          <a:bodyPr/>
          <a:lstStyle/>
          <a:p>
            <a:fld id="{D836C0FE-70CA-4950-82D6-CF602CC2B770}" type="slidenum">
              <a:rPr lang="en-GB" smtClean="0"/>
              <a:t>27</a:t>
            </a:fld>
            <a:endParaRPr lang="en-GB" dirty="0"/>
          </a:p>
        </p:txBody>
      </p:sp>
      <p:sp>
        <p:nvSpPr>
          <p:cNvPr id="3" name="Title 2">
            <a:extLst>
              <a:ext uri="{FF2B5EF4-FFF2-40B4-BE49-F238E27FC236}">
                <a16:creationId xmlns:a16="http://schemas.microsoft.com/office/drawing/2014/main" id="{1612FBB9-736D-841D-086F-57AC231EBCB1}"/>
              </a:ext>
            </a:extLst>
          </p:cNvPr>
          <p:cNvSpPr>
            <a:spLocks noGrp="1"/>
          </p:cNvSpPr>
          <p:nvPr>
            <p:ph type="title"/>
          </p:nvPr>
        </p:nvSpPr>
        <p:spPr/>
        <p:txBody>
          <a:bodyPr/>
          <a:lstStyle/>
          <a:p>
            <a:r>
              <a:rPr lang="en-GB" dirty="0"/>
              <a:t>In Our Case:</a:t>
            </a:r>
          </a:p>
        </p:txBody>
      </p:sp>
      <p:sp>
        <p:nvSpPr>
          <p:cNvPr id="5" name="Date Placeholder 4">
            <a:extLst>
              <a:ext uri="{FF2B5EF4-FFF2-40B4-BE49-F238E27FC236}">
                <a16:creationId xmlns:a16="http://schemas.microsoft.com/office/drawing/2014/main" id="{0EDA360E-7D17-86DA-28A1-5DE9CAD8B0B2}"/>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7AF7552C-1AF1-306F-601E-5DEF407F3C93}"/>
              </a:ext>
            </a:extLst>
          </p:cNvPr>
          <p:cNvSpPr>
            <a:spLocks noGrp="1"/>
          </p:cNvSpPr>
          <p:nvPr>
            <p:ph type="ftr" sz="quarter" idx="11"/>
          </p:nvPr>
        </p:nvSpPr>
        <p:spPr/>
        <p:txBody>
          <a:bodyPr/>
          <a:lstStyle/>
          <a:p>
            <a:r>
              <a:rPr lang="en-GB"/>
              <a:t>KMH</a:t>
            </a:r>
            <a:endParaRPr lang="en-GB" dirty="0"/>
          </a:p>
        </p:txBody>
      </p:sp>
      <p:sp>
        <p:nvSpPr>
          <p:cNvPr id="7" name="Content Placeholder 6">
            <a:extLst>
              <a:ext uri="{FF2B5EF4-FFF2-40B4-BE49-F238E27FC236}">
                <a16:creationId xmlns:a16="http://schemas.microsoft.com/office/drawing/2014/main" id="{429D0CB7-240E-3EA1-D1AB-D1F608F8B57C}"/>
              </a:ext>
            </a:extLst>
          </p:cNvPr>
          <p:cNvSpPr>
            <a:spLocks noGrp="1"/>
          </p:cNvSpPr>
          <p:nvPr>
            <p:ph idx="1"/>
          </p:nvPr>
        </p:nvSpPr>
        <p:spPr>
          <a:xfrm>
            <a:off x="2157557" y="5804488"/>
            <a:ext cx="8041534" cy="496096"/>
          </a:xfrm>
        </p:spPr>
        <p:txBody>
          <a:bodyPr/>
          <a:lstStyle/>
          <a:p>
            <a:pPr marL="0" indent="0" algn="ctr">
              <a:buNone/>
            </a:pPr>
            <a:r>
              <a:rPr lang="en-GB" dirty="0"/>
              <a:t>https://www.soscisurvey.de/</a:t>
            </a:r>
          </a:p>
        </p:txBody>
      </p:sp>
      <p:pic>
        <p:nvPicPr>
          <p:cNvPr id="9" name="Content Placeholder 7" descr="A screenshot of a computer&#10;&#10;AI-generated content may be incorrect.">
            <a:hlinkClick r:id="rId3"/>
            <a:extLst>
              <a:ext uri="{FF2B5EF4-FFF2-40B4-BE49-F238E27FC236}">
                <a16:creationId xmlns:a16="http://schemas.microsoft.com/office/drawing/2014/main" id="{A9BC23B7-C756-3827-9ED3-70941C821CA7}"/>
              </a:ext>
            </a:extLst>
          </p:cNvPr>
          <p:cNvPicPr>
            <a:picLocks noChangeAspect="1"/>
          </p:cNvPicPr>
          <p:nvPr/>
        </p:nvPicPr>
        <p:blipFill>
          <a:blip r:embed="rId4"/>
          <a:stretch>
            <a:fillRect/>
          </a:stretch>
        </p:blipFill>
        <p:spPr bwMode="gray">
          <a:xfrm>
            <a:off x="2136000" y="1269000"/>
            <a:ext cx="8063090" cy="4535488"/>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1876040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99F00-B887-2387-D900-732EA9658406}"/>
            </a:ext>
          </a:extLst>
        </p:cNvPr>
        <p:cNvGrpSpPr/>
        <p:nvPr/>
      </p:nvGrpSpPr>
      <p:grpSpPr>
        <a:xfrm>
          <a:off x="0" y="0"/>
          <a:ext cx="0" cy="0"/>
          <a:chOff x="0" y="0"/>
          <a:chExt cx="0" cy="0"/>
        </a:xfrm>
      </p:grpSpPr>
      <p:sp>
        <p:nvSpPr>
          <p:cNvPr id="7" name="Titel 6">
            <a:extLst>
              <a:ext uri="{FF2B5EF4-FFF2-40B4-BE49-F238E27FC236}">
                <a16:creationId xmlns:a16="http://schemas.microsoft.com/office/drawing/2014/main" id="{5C43C097-C27B-D2C4-A5AF-172820DC0CE3}"/>
              </a:ext>
            </a:extLst>
          </p:cNvPr>
          <p:cNvSpPr>
            <a:spLocks noGrp="1"/>
          </p:cNvSpPr>
          <p:nvPr>
            <p:ph type="title"/>
          </p:nvPr>
        </p:nvSpPr>
        <p:spPr/>
        <p:txBody>
          <a:bodyPr/>
          <a:lstStyle/>
          <a:p>
            <a:r>
              <a:rPr lang="en-GB" dirty="0"/>
              <a:t>A closer Look:</a:t>
            </a:r>
            <a:br>
              <a:rPr lang="en-GB" dirty="0"/>
            </a:br>
            <a:r>
              <a:rPr lang="en-GB" dirty="0"/>
              <a:t>Sampling</a:t>
            </a:r>
          </a:p>
        </p:txBody>
      </p:sp>
    </p:spTree>
    <p:extLst>
      <p:ext uri="{BB962C8B-B14F-4D97-AF65-F5344CB8AC3E}">
        <p14:creationId xmlns:p14="http://schemas.microsoft.com/office/powerpoint/2010/main" val="2887974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7679-12F2-276B-E4D8-8773D90BC57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8C37FCA-5D22-6BF3-738B-4D6C2D9FE8E2}"/>
              </a:ext>
            </a:extLst>
          </p:cNvPr>
          <p:cNvSpPr>
            <a:spLocks noGrp="1"/>
          </p:cNvSpPr>
          <p:nvPr>
            <p:ph type="sldNum" sz="quarter" idx="12"/>
          </p:nvPr>
        </p:nvSpPr>
        <p:spPr/>
        <p:txBody>
          <a:bodyPr/>
          <a:lstStyle/>
          <a:p>
            <a:fld id="{D836C0FE-70CA-4950-82D6-CF602CC2B770}" type="slidenum">
              <a:rPr lang="en-GB" smtClean="0"/>
              <a:t>29</a:t>
            </a:fld>
            <a:endParaRPr lang="en-GB" dirty="0"/>
          </a:p>
        </p:txBody>
      </p:sp>
      <p:sp>
        <p:nvSpPr>
          <p:cNvPr id="3" name="Titel 2">
            <a:extLst>
              <a:ext uri="{FF2B5EF4-FFF2-40B4-BE49-F238E27FC236}">
                <a16:creationId xmlns:a16="http://schemas.microsoft.com/office/drawing/2014/main" id="{68A83B24-022B-E400-6CA3-142059BFD5E5}"/>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6D5123ED-8A66-1A64-72A2-5FCCA91A51E5}"/>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BC6CA155-745C-5C29-3626-E2ABC2EBF85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6E630F4-E739-6D58-29F1-94096A1A01B4}"/>
              </a:ext>
            </a:extLst>
          </p:cNvPr>
          <p:cNvSpPr>
            <a:spLocks noGrp="1"/>
          </p:cNvSpPr>
          <p:nvPr>
            <p:ph type="ftr" sz="quarter" idx="11"/>
          </p:nvPr>
        </p:nvSpPr>
        <p:spPr/>
        <p:txBody>
          <a:bodyPr/>
          <a:lstStyle/>
          <a:p>
            <a:r>
              <a:rPr lang="en-GB"/>
              <a:t>KMH | IL Scientific Method</a:t>
            </a:r>
            <a:endParaRPr lang="en-GB" dirty="0"/>
          </a:p>
        </p:txBody>
      </p:sp>
      <p:sp>
        <p:nvSpPr>
          <p:cNvPr id="17" name="Freihandform: Form 16">
            <a:extLst>
              <a:ext uri="{FF2B5EF4-FFF2-40B4-BE49-F238E27FC236}">
                <a16:creationId xmlns:a16="http://schemas.microsoft.com/office/drawing/2014/main" id="{097AF8D4-37BF-6687-1463-3AA58171DC0F}"/>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8" name="Freihandform: Form 17">
            <a:extLst>
              <a:ext uri="{FF2B5EF4-FFF2-40B4-BE49-F238E27FC236}">
                <a16:creationId xmlns:a16="http://schemas.microsoft.com/office/drawing/2014/main" id="{C141AF5E-AF80-4413-933D-9F3DB5F6B4CC}"/>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19" name="Freihandform: Form 18">
            <a:extLst>
              <a:ext uri="{FF2B5EF4-FFF2-40B4-BE49-F238E27FC236}">
                <a16:creationId xmlns:a16="http://schemas.microsoft.com/office/drawing/2014/main" id="{26DB1C4F-ECC4-9BF4-147B-62B705214CF2}"/>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0" name="Geschweifte Klammer links 19">
            <a:extLst>
              <a:ext uri="{FF2B5EF4-FFF2-40B4-BE49-F238E27FC236}">
                <a16:creationId xmlns:a16="http://schemas.microsoft.com/office/drawing/2014/main" id="{AC01C8AC-743F-65BD-4357-72367B05941E}"/>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1" name="Textfeld 20">
            <a:extLst>
              <a:ext uri="{FF2B5EF4-FFF2-40B4-BE49-F238E27FC236}">
                <a16:creationId xmlns:a16="http://schemas.microsoft.com/office/drawing/2014/main" id="{990FC6A8-9C0F-77C2-BB5F-ED97769F9688}"/>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EF7EDD40-2356-866E-9C01-FCEA5CBEE9E9}"/>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2A8D24A2-AE92-2EE6-866D-C2F23A60EEC3}"/>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24" name="Textfeld 23">
            <a:extLst>
              <a:ext uri="{FF2B5EF4-FFF2-40B4-BE49-F238E27FC236}">
                <a16:creationId xmlns:a16="http://schemas.microsoft.com/office/drawing/2014/main" id="{A11026E6-76A4-6FE7-50D8-312089879E0F}"/>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F8F66A88-E861-BCB5-4CA5-4A34552FE95E}"/>
              </a:ext>
            </a:extLst>
          </p:cNvPr>
          <p:cNvSpPr/>
          <p:nvPr/>
        </p:nvSpPr>
        <p:spPr>
          <a:xfrm>
            <a:off x="10820400" y="3363212"/>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46949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12F9626-0996-0BEA-1771-5BC463D071A8}"/>
              </a:ext>
            </a:extLst>
          </p:cNvPr>
          <p:cNvSpPr>
            <a:spLocks noGrp="1"/>
          </p:cNvSpPr>
          <p:nvPr>
            <p:ph type="sldNum" sz="quarter" idx="12"/>
          </p:nvPr>
        </p:nvSpPr>
        <p:spPr/>
        <p:txBody>
          <a:bodyPr/>
          <a:lstStyle/>
          <a:p>
            <a:fld id="{D836C0FE-70CA-4950-82D6-CF602CC2B770}" type="slidenum">
              <a:rPr lang="en-GB" smtClean="0"/>
              <a:t>30</a:t>
            </a:fld>
            <a:endParaRPr lang="en-GB" dirty="0"/>
          </a:p>
        </p:txBody>
      </p:sp>
      <p:sp>
        <p:nvSpPr>
          <p:cNvPr id="3" name="Titel 2">
            <a:extLst>
              <a:ext uri="{FF2B5EF4-FFF2-40B4-BE49-F238E27FC236}">
                <a16:creationId xmlns:a16="http://schemas.microsoft.com/office/drawing/2014/main" id="{12111E1A-04AD-C547-FFAF-8EEE3EBE345C}"/>
              </a:ext>
            </a:extLst>
          </p:cNvPr>
          <p:cNvSpPr>
            <a:spLocks noGrp="1"/>
          </p:cNvSpPr>
          <p:nvPr>
            <p:ph type="title"/>
          </p:nvPr>
        </p:nvSpPr>
        <p:spPr/>
        <p:txBody>
          <a:bodyPr/>
          <a:lstStyle/>
          <a:p>
            <a:r>
              <a:rPr lang="en-GB" dirty="0"/>
              <a:t>Why is Sampling important?</a:t>
            </a:r>
          </a:p>
        </p:txBody>
      </p:sp>
      <p:sp>
        <p:nvSpPr>
          <p:cNvPr id="4" name="Inhaltsplatzhalter 3">
            <a:extLst>
              <a:ext uri="{FF2B5EF4-FFF2-40B4-BE49-F238E27FC236}">
                <a16:creationId xmlns:a16="http://schemas.microsoft.com/office/drawing/2014/main" id="{AE7ADFCD-C2BC-ACE7-0F19-5AECCCC9A3C1}"/>
              </a:ext>
            </a:extLst>
          </p:cNvPr>
          <p:cNvSpPr>
            <a:spLocks noGrp="1"/>
          </p:cNvSpPr>
          <p:nvPr>
            <p:ph idx="1"/>
          </p:nvPr>
        </p:nvSpPr>
        <p:spPr>
          <a:xfrm>
            <a:off x="695325" y="1556793"/>
            <a:ext cx="5510742" cy="4607472"/>
          </a:xfrm>
        </p:spPr>
        <p:txBody>
          <a:bodyPr>
            <a:normAutofit/>
          </a:bodyPr>
          <a:lstStyle/>
          <a:p>
            <a:pPr>
              <a:lnSpc>
                <a:spcPct val="104000"/>
              </a:lnSpc>
              <a:spcAft>
                <a:spcPts val="1800"/>
              </a:spcAft>
            </a:pPr>
            <a:r>
              <a:rPr lang="en-GB" sz="2400" b="1" dirty="0"/>
              <a:t>"Representative":</a:t>
            </a:r>
          </a:p>
          <a:p>
            <a:pPr lvl="1">
              <a:lnSpc>
                <a:spcPct val="104000"/>
              </a:lnSpc>
              <a:spcAft>
                <a:spcPts val="1800"/>
              </a:spcAft>
            </a:pPr>
            <a:r>
              <a:rPr lang="en-GB" dirty="0"/>
              <a:t>every element of the population → equal chance of being included in the sample</a:t>
            </a:r>
          </a:p>
          <a:p>
            <a:pPr lvl="1">
              <a:lnSpc>
                <a:spcPct val="104000"/>
              </a:lnSpc>
              <a:spcAft>
                <a:spcPts val="1800"/>
              </a:spcAft>
            </a:pPr>
            <a:r>
              <a:rPr lang="en-GB" b="1" dirty="0">
                <a:solidFill>
                  <a:srgbClr val="E37823"/>
                </a:solidFill>
              </a:rPr>
              <a:t>👉 structural equality = frequency distribution of "important" characteristics in the population exactly reproduced</a:t>
            </a:r>
            <a:endParaRPr lang="en-GB" sz="1000" b="1" dirty="0">
              <a:solidFill>
                <a:srgbClr val="E37823"/>
              </a:solidFill>
            </a:endParaRPr>
          </a:p>
          <a:p>
            <a:pPr lvl="1">
              <a:lnSpc>
                <a:spcPct val="104000"/>
              </a:lnSpc>
              <a:spcAft>
                <a:spcPts val="1800"/>
              </a:spcAft>
            </a:pPr>
            <a:r>
              <a:rPr lang="en-GB" sz="2400" dirty="0"/>
              <a:t>Prerequisite for drawing conclusions about the population (e.g. ranges)</a:t>
            </a:r>
          </a:p>
        </p:txBody>
      </p:sp>
      <p:sp>
        <p:nvSpPr>
          <p:cNvPr id="5" name="Datumsplatzhalter 4">
            <a:extLst>
              <a:ext uri="{FF2B5EF4-FFF2-40B4-BE49-F238E27FC236}">
                <a16:creationId xmlns:a16="http://schemas.microsoft.com/office/drawing/2014/main" id="{E135704C-162E-B312-D1A0-CEC889A4411E}"/>
              </a:ext>
            </a:extLst>
          </p:cNvPr>
          <p:cNvSpPr>
            <a:spLocks noGrp="1"/>
          </p:cNvSpPr>
          <p:nvPr>
            <p:ph type="dt" sz="half" idx="10"/>
          </p:nvPr>
        </p:nvSpPr>
        <p:spPr/>
        <p:txBody>
          <a:bodyPr/>
          <a:lstStyle/>
          <a:p>
            <a:r>
              <a:rPr lang="en-GB" dirty="0"/>
              <a:t>(Saunders et al., 2023:292)</a:t>
            </a:r>
          </a:p>
        </p:txBody>
      </p:sp>
      <p:sp>
        <p:nvSpPr>
          <p:cNvPr id="6" name="Fußzeilenplatzhalter 5">
            <a:extLst>
              <a:ext uri="{FF2B5EF4-FFF2-40B4-BE49-F238E27FC236}">
                <a16:creationId xmlns:a16="http://schemas.microsoft.com/office/drawing/2014/main" id="{1EC8AE68-2E78-54A6-9994-962D7928E9AC}"/>
              </a:ext>
            </a:extLst>
          </p:cNvPr>
          <p:cNvSpPr>
            <a:spLocks noGrp="1"/>
          </p:cNvSpPr>
          <p:nvPr>
            <p:ph type="ftr" sz="quarter" idx="11"/>
          </p:nvPr>
        </p:nvSpPr>
        <p:spPr/>
        <p:txBody>
          <a:bodyPr/>
          <a:lstStyle/>
          <a:p>
            <a:r>
              <a:rPr lang="en-GB" dirty="0"/>
              <a:t>KMH | IL Scientific Method</a:t>
            </a:r>
          </a:p>
        </p:txBody>
      </p:sp>
      <p:pic>
        <p:nvPicPr>
          <p:cNvPr id="8" name="Inhaltsplatzhalter 7">
            <a:extLst>
              <a:ext uri="{FF2B5EF4-FFF2-40B4-BE49-F238E27FC236}">
                <a16:creationId xmlns:a16="http://schemas.microsoft.com/office/drawing/2014/main" id="{26ABCBEC-90D1-5090-B49A-5AC60FB100D1}"/>
              </a:ext>
            </a:extLst>
          </p:cNvPr>
          <p:cNvPicPr>
            <a:picLocks noChangeAspect="1"/>
          </p:cNvPicPr>
          <p:nvPr/>
        </p:nvPicPr>
        <p:blipFill>
          <a:blip r:embed="rId2"/>
          <a:stretch>
            <a:fillRect/>
          </a:stretch>
        </p:blipFill>
        <p:spPr bwMode="gray">
          <a:xfrm>
            <a:off x="6677955" y="2114096"/>
            <a:ext cx="5023108" cy="3479979"/>
          </a:xfrm>
          <a:prstGeom prst="rect">
            <a:avLst/>
          </a:prstGeom>
        </p:spPr>
      </p:pic>
    </p:spTree>
    <p:extLst>
      <p:ext uri="{BB962C8B-B14F-4D97-AF65-F5344CB8AC3E}">
        <p14:creationId xmlns:p14="http://schemas.microsoft.com/office/powerpoint/2010/main" val="3093752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1D50F1A-FE88-C42C-86BC-444D6A237A3D}"/>
              </a:ext>
            </a:extLst>
          </p:cNvPr>
          <p:cNvSpPr>
            <a:spLocks noGrp="1"/>
          </p:cNvSpPr>
          <p:nvPr>
            <p:ph type="sldNum" sz="quarter" idx="12"/>
          </p:nvPr>
        </p:nvSpPr>
        <p:spPr/>
        <p:txBody>
          <a:bodyPr/>
          <a:lstStyle/>
          <a:p>
            <a:fld id="{D836C0FE-70CA-4950-82D6-CF602CC2B770}" type="slidenum">
              <a:rPr lang="en-GB" smtClean="0"/>
              <a:t>31</a:t>
            </a:fld>
            <a:endParaRPr lang="en-GB" dirty="0"/>
          </a:p>
        </p:txBody>
      </p:sp>
      <p:sp>
        <p:nvSpPr>
          <p:cNvPr id="3" name="Titel 2">
            <a:extLst>
              <a:ext uri="{FF2B5EF4-FFF2-40B4-BE49-F238E27FC236}">
                <a16:creationId xmlns:a16="http://schemas.microsoft.com/office/drawing/2014/main" id="{A32C24D3-490E-328B-B19B-9EB6161BC32D}"/>
              </a:ext>
            </a:extLst>
          </p:cNvPr>
          <p:cNvSpPr>
            <a:spLocks noGrp="1"/>
          </p:cNvSpPr>
          <p:nvPr>
            <p:ph type="title"/>
          </p:nvPr>
        </p:nvSpPr>
        <p:spPr/>
        <p:txBody>
          <a:bodyPr/>
          <a:lstStyle/>
          <a:p>
            <a:r>
              <a:rPr lang="en-GB" dirty="0"/>
              <a:t>Why is Sampling important?</a:t>
            </a:r>
          </a:p>
        </p:txBody>
      </p:sp>
      <p:pic>
        <p:nvPicPr>
          <p:cNvPr id="8" name="Inhaltsplatzhalter 7">
            <a:extLst>
              <a:ext uri="{FF2B5EF4-FFF2-40B4-BE49-F238E27FC236}">
                <a16:creationId xmlns:a16="http://schemas.microsoft.com/office/drawing/2014/main" id="{D12BB886-441E-2311-B924-50EA0851CCA2}"/>
              </a:ext>
            </a:extLst>
          </p:cNvPr>
          <p:cNvPicPr>
            <a:picLocks noGrp="1" noChangeAspect="1"/>
          </p:cNvPicPr>
          <p:nvPr>
            <p:ph idx="1"/>
          </p:nvPr>
        </p:nvPicPr>
        <p:blipFill>
          <a:blip r:embed="rId2"/>
          <a:stretch>
            <a:fillRect/>
          </a:stretch>
        </p:blipFill>
        <p:spPr>
          <a:xfrm>
            <a:off x="2570112" y="1404938"/>
            <a:ext cx="6764905" cy="4606925"/>
          </a:xfrm>
        </p:spPr>
      </p:pic>
      <p:sp>
        <p:nvSpPr>
          <p:cNvPr id="5" name="Datumsplatzhalter 4">
            <a:extLst>
              <a:ext uri="{FF2B5EF4-FFF2-40B4-BE49-F238E27FC236}">
                <a16:creationId xmlns:a16="http://schemas.microsoft.com/office/drawing/2014/main" id="{7AB42DE5-1875-70DF-294F-FB749075573F}"/>
              </a:ext>
            </a:extLst>
          </p:cNvPr>
          <p:cNvSpPr>
            <a:spLocks noGrp="1"/>
          </p:cNvSpPr>
          <p:nvPr>
            <p:ph type="dt" sz="half" idx="10"/>
          </p:nvPr>
        </p:nvSpPr>
        <p:spPr/>
        <p:txBody>
          <a:bodyPr/>
          <a:lstStyle/>
          <a:p>
            <a:r>
              <a:rPr lang="en-GB" dirty="0"/>
              <a:t>(Saunders et al., 2023:298)</a:t>
            </a:r>
          </a:p>
        </p:txBody>
      </p:sp>
      <p:sp>
        <p:nvSpPr>
          <p:cNvPr id="6" name="Fußzeilenplatzhalter 5">
            <a:extLst>
              <a:ext uri="{FF2B5EF4-FFF2-40B4-BE49-F238E27FC236}">
                <a16:creationId xmlns:a16="http://schemas.microsoft.com/office/drawing/2014/main" id="{EB0965EE-51D7-57B1-4F77-E854562439D9}"/>
              </a:ext>
            </a:extLst>
          </p:cNvPr>
          <p:cNvSpPr>
            <a:spLocks noGrp="1"/>
          </p:cNvSpPr>
          <p:nvPr>
            <p:ph type="ftr" sz="quarter" idx="11"/>
          </p:nvPr>
        </p:nvSpPr>
        <p:spPr/>
        <p:txBody>
          <a:bodyPr/>
          <a:lstStyle/>
          <a:p>
            <a:r>
              <a:rPr lang="en-GB" dirty="0"/>
              <a:t>KMH | IL Scientific Method</a:t>
            </a:r>
          </a:p>
        </p:txBody>
      </p:sp>
      <p:sp>
        <p:nvSpPr>
          <p:cNvPr id="9" name="Textfeld 8">
            <a:extLst>
              <a:ext uri="{FF2B5EF4-FFF2-40B4-BE49-F238E27FC236}">
                <a16:creationId xmlns:a16="http://schemas.microsoft.com/office/drawing/2014/main" id="{A8B66248-F7A4-3245-6E3B-8C0194D62FB6}"/>
              </a:ext>
            </a:extLst>
          </p:cNvPr>
          <p:cNvSpPr txBox="1"/>
          <p:nvPr/>
        </p:nvSpPr>
        <p:spPr>
          <a:xfrm>
            <a:off x="6134100" y="1350433"/>
            <a:ext cx="440266" cy="413639"/>
          </a:xfrm>
          <a:prstGeom prst="rect">
            <a:avLst/>
          </a:prstGeom>
          <a:noFill/>
        </p:spPr>
        <p:txBody>
          <a:bodyPr wrap="square" lIns="0" tIns="0" rIns="0" bIns="0" rtlCol="0">
            <a:spAutoFit/>
          </a:bodyPr>
          <a:lstStyle/>
          <a:p>
            <a:pPr algn="l">
              <a:lnSpc>
                <a:spcPct val="120000"/>
              </a:lnSpc>
              <a:spcBef>
                <a:spcPts val="800"/>
              </a:spcBef>
            </a:pPr>
            <a:r>
              <a:rPr lang="en-GB" sz="2400" b="1" dirty="0">
                <a:solidFill>
                  <a:schemeClr val="tx2"/>
                </a:solidFill>
              </a:rPr>
              <a:t>*</a:t>
            </a:r>
          </a:p>
        </p:txBody>
      </p:sp>
      <p:sp>
        <p:nvSpPr>
          <p:cNvPr id="10" name="Textfeld 9">
            <a:extLst>
              <a:ext uri="{FF2B5EF4-FFF2-40B4-BE49-F238E27FC236}">
                <a16:creationId xmlns:a16="http://schemas.microsoft.com/office/drawing/2014/main" id="{8D53B444-9308-273B-54B4-D8423D476318}"/>
              </a:ext>
            </a:extLst>
          </p:cNvPr>
          <p:cNvSpPr txBox="1"/>
          <p:nvPr/>
        </p:nvSpPr>
        <p:spPr>
          <a:xfrm>
            <a:off x="9782736" y="3204068"/>
            <a:ext cx="1996887" cy="1300036"/>
          </a:xfrm>
          <a:prstGeom prst="rect">
            <a:avLst/>
          </a:prstGeom>
          <a:noFill/>
        </p:spPr>
        <p:txBody>
          <a:bodyPr wrap="square" lIns="0" tIns="0" rIns="0" bIns="0" rtlCol="0">
            <a:spAutoFit/>
          </a:bodyPr>
          <a:lstStyle/>
          <a:p>
            <a:pPr algn="l">
              <a:lnSpc>
                <a:spcPct val="120000"/>
              </a:lnSpc>
              <a:spcBef>
                <a:spcPts val="800"/>
              </a:spcBef>
            </a:pPr>
            <a:r>
              <a:rPr lang="en-GB" sz="2400" b="1" dirty="0">
                <a:solidFill>
                  <a:schemeClr val="tx2"/>
                </a:solidFill>
              </a:rPr>
              <a:t>* … based on a 95% confidence level</a:t>
            </a:r>
          </a:p>
        </p:txBody>
      </p:sp>
    </p:spTree>
    <p:extLst>
      <p:ext uri="{BB962C8B-B14F-4D97-AF65-F5344CB8AC3E}">
        <p14:creationId xmlns:p14="http://schemas.microsoft.com/office/powerpoint/2010/main" val="352379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FB4E01C-EE27-0643-A79B-2778D8412BE6}"/>
              </a:ext>
            </a:extLst>
          </p:cNvPr>
          <p:cNvSpPr>
            <a:spLocks noGrp="1"/>
          </p:cNvSpPr>
          <p:nvPr>
            <p:ph type="sldNum" sz="quarter" idx="12"/>
          </p:nvPr>
        </p:nvSpPr>
        <p:spPr/>
        <p:txBody>
          <a:bodyPr/>
          <a:lstStyle/>
          <a:p>
            <a:fld id="{D836C0FE-70CA-4950-82D6-CF602CC2B770}" type="slidenum">
              <a:rPr lang="en-GB" smtClean="0"/>
              <a:t>32</a:t>
            </a:fld>
            <a:endParaRPr lang="en-GB" dirty="0"/>
          </a:p>
        </p:txBody>
      </p:sp>
      <p:sp>
        <p:nvSpPr>
          <p:cNvPr id="3" name="Titel 2">
            <a:extLst>
              <a:ext uri="{FF2B5EF4-FFF2-40B4-BE49-F238E27FC236}">
                <a16:creationId xmlns:a16="http://schemas.microsoft.com/office/drawing/2014/main" id="{75D8169E-CCDF-8166-C02D-6064BC980541}"/>
              </a:ext>
            </a:extLst>
          </p:cNvPr>
          <p:cNvSpPr>
            <a:spLocks noGrp="1"/>
          </p:cNvSpPr>
          <p:nvPr>
            <p:ph type="title"/>
          </p:nvPr>
        </p:nvSpPr>
        <p:spPr/>
        <p:txBody>
          <a:bodyPr/>
          <a:lstStyle/>
          <a:p>
            <a:r>
              <a:rPr lang="en-GB" dirty="0"/>
              <a:t>Overview Sampling Strategies</a:t>
            </a:r>
          </a:p>
        </p:txBody>
      </p:sp>
      <p:pic>
        <p:nvPicPr>
          <p:cNvPr id="8" name="Inhaltsplatzhalter 7">
            <a:extLst>
              <a:ext uri="{FF2B5EF4-FFF2-40B4-BE49-F238E27FC236}">
                <a16:creationId xmlns:a16="http://schemas.microsoft.com/office/drawing/2014/main" id="{41E5C0BD-8AC0-A598-95C2-8D62BFA97D73}"/>
              </a:ext>
            </a:extLst>
          </p:cNvPr>
          <p:cNvPicPr>
            <a:picLocks noGrp="1" noChangeAspect="1"/>
          </p:cNvPicPr>
          <p:nvPr>
            <p:ph idx="1"/>
          </p:nvPr>
        </p:nvPicPr>
        <p:blipFill>
          <a:blip r:embed="rId2"/>
          <a:stretch>
            <a:fillRect/>
          </a:stretch>
        </p:blipFill>
        <p:spPr>
          <a:xfrm>
            <a:off x="2006390" y="1536589"/>
            <a:ext cx="8179220" cy="4343623"/>
          </a:xfrm>
        </p:spPr>
      </p:pic>
      <p:sp>
        <p:nvSpPr>
          <p:cNvPr id="5" name="Datumsplatzhalter 4">
            <a:extLst>
              <a:ext uri="{FF2B5EF4-FFF2-40B4-BE49-F238E27FC236}">
                <a16:creationId xmlns:a16="http://schemas.microsoft.com/office/drawing/2014/main" id="{DF78B8F4-8D19-6861-5558-420872C72E8F}"/>
              </a:ext>
            </a:extLst>
          </p:cNvPr>
          <p:cNvSpPr>
            <a:spLocks noGrp="1"/>
          </p:cNvSpPr>
          <p:nvPr>
            <p:ph type="dt" sz="half" idx="10"/>
          </p:nvPr>
        </p:nvSpPr>
        <p:spPr/>
        <p:txBody>
          <a:bodyPr/>
          <a:lstStyle/>
          <a:p>
            <a:r>
              <a:rPr lang="en-GB" dirty="0"/>
              <a:t>(Saunders et al., 2023:293)</a:t>
            </a:r>
          </a:p>
        </p:txBody>
      </p:sp>
      <p:sp>
        <p:nvSpPr>
          <p:cNvPr id="6" name="Fußzeilenplatzhalter 5">
            <a:extLst>
              <a:ext uri="{FF2B5EF4-FFF2-40B4-BE49-F238E27FC236}">
                <a16:creationId xmlns:a16="http://schemas.microsoft.com/office/drawing/2014/main" id="{32AD78E0-DE87-EAA2-8EF5-82F72117D1C5}"/>
              </a:ext>
            </a:extLst>
          </p:cNvPr>
          <p:cNvSpPr>
            <a:spLocks noGrp="1"/>
          </p:cNvSpPr>
          <p:nvPr>
            <p:ph type="ftr" sz="quarter" idx="11"/>
          </p:nvPr>
        </p:nvSpPr>
        <p:spPr/>
        <p:txBody>
          <a:bodyPr/>
          <a:lstStyle/>
          <a:p>
            <a:r>
              <a:rPr lang="en-GB" dirty="0"/>
              <a:t>KMH | IL Scientific Method</a:t>
            </a:r>
          </a:p>
        </p:txBody>
      </p:sp>
      <p:sp>
        <p:nvSpPr>
          <p:cNvPr id="10" name="Rechteck: abgerundete Ecken 9">
            <a:extLst>
              <a:ext uri="{FF2B5EF4-FFF2-40B4-BE49-F238E27FC236}">
                <a16:creationId xmlns:a16="http://schemas.microsoft.com/office/drawing/2014/main" id="{C592FFB2-0D9B-00FE-79BB-5E0FBFB6663C}"/>
              </a:ext>
            </a:extLst>
          </p:cNvPr>
          <p:cNvSpPr/>
          <p:nvPr/>
        </p:nvSpPr>
        <p:spPr>
          <a:xfrm>
            <a:off x="5486401" y="2554941"/>
            <a:ext cx="923365" cy="159571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
        <p:nvSpPr>
          <p:cNvPr id="11" name="Rechteck: abgerundete Ecken 10">
            <a:extLst>
              <a:ext uri="{FF2B5EF4-FFF2-40B4-BE49-F238E27FC236}">
                <a16:creationId xmlns:a16="http://schemas.microsoft.com/office/drawing/2014/main" id="{E28B9BA9-41B8-059D-84E7-32FE7DDEF821}"/>
              </a:ext>
            </a:extLst>
          </p:cNvPr>
          <p:cNvSpPr/>
          <p:nvPr/>
        </p:nvSpPr>
        <p:spPr>
          <a:xfrm>
            <a:off x="2834803" y="2581835"/>
            <a:ext cx="1800697" cy="1595718"/>
          </a:xfrm>
          <a:prstGeom prst="roundRect">
            <a:avLst>
              <a:gd name="adj" fmla="val 11049"/>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8277467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19A4E4C-BDA2-AED8-D3FE-5D0DBE3A8151}"/>
              </a:ext>
            </a:extLst>
          </p:cNvPr>
          <p:cNvSpPr>
            <a:spLocks noGrp="1"/>
          </p:cNvSpPr>
          <p:nvPr>
            <p:ph type="sldNum" sz="quarter" idx="12"/>
          </p:nvPr>
        </p:nvSpPr>
        <p:spPr/>
        <p:txBody>
          <a:bodyPr/>
          <a:lstStyle/>
          <a:p>
            <a:fld id="{D836C0FE-70CA-4950-82D6-CF602CC2B770}" type="slidenum">
              <a:rPr lang="en-GB" smtClean="0"/>
              <a:t>33</a:t>
            </a:fld>
            <a:endParaRPr lang="en-GB" dirty="0"/>
          </a:p>
        </p:txBody>
      </p:sp>
      <p:sp>
        <p:nvSpPr>
          <p:cNvPr id="3" name="Titel 2">
            <a:extLst>
              <a:ext uri="{FF2B5EF4-FFF2-40B4-BE49-F238E27FC236}">
                <a16:creationId xmlns:a16="http://schemas.microsoft.com/office/drawing/2014/main" id="{AF082023-2124-EC37-442B-6E1BE66930E6}"/>
              </a:ext>
            </a:extLst>
          </p:cNvPr>
          <p:cNvSpPr>
            <a:spLocks noGrp="1"/>
          </p:cNvSpPr>
          <p:nvPr>
            <p:ph type="title"/>
          </p:nvPr>
        </p:nvSpPr>
        <p:spPr/>
        <p:txBody>
          <a:bodyPr/>
          <a:lstStyle/>
          <a:p>
            <a:r>
              <a:rPr lang="en-GB" dirty="0"/>
              <a:t>Some Examples:</a:t>
            </a:r>
          </a:p>
        </p:txBody>
      </p:sp>
      <p:sp>
        <p:nvSpPr>
          <p:cNvPr id="5" name="Datumsplatzhalter 4">
            <a:extLst>
              <a:ext uri="{FF2B5EF4-FFF2-40B4-BE49-F238E27FC236}">
                <a16:creationId xmlns:a16="http://schemas.microsoft.com/office/drawing/2014/main" id="{62FCD6EB-6568-7D7A-6AF3-E1A36F45BFD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371A8A2-608D-B047-B52E-8EF85F6B41C4}"/>
              </a:ext>
            </a:extLst>
          </p:cNvPr>
          <p:cNvSpPr>
            <a:spLocks noGrp="1"/>
          </p:cNvSpPr>
          <p:nvPr>
            <p:ph type="ftr" sz="quarter" idx="11"/>
          </p:nvPr>
        </p:nvSpPr>
        <p:spPr/>
        <p:txBody>
          <a:bodyPr/>
          <a:lstStyle/>
          <a:p>
            <a:r>
              <a:rPr lang="en-GB" dirty="0"/>
              <a:t>KMH | IL Scientific Method</a:t>
            </a:r>
          </a:p>
        </p:txBody>
      </p:sp>
      <p:pic>
        <p:nvPicPr>
          <p:cNvPr id="7" name="Inhaltsplatzhalter 6">
            <a:extLst>
              <a:ext uri="{FF2B5EF4-FFF2-40B4-BE49-F238E27FC236}">
                <a16:creationId xmlns:a16="http://schemas.microsoft.com/office/drawing/2014/main" id="{88156EE6-CF5B-B4AF-1496-C888DA7B88D7}"/>
              </a:ext>
            </a:extLst>
          </p:cNvPr>
          <p:cNvPicPr>
            <a:picLocks noGrp="1" noChangeAspect="1"/>
          </p:cNvPicPr>
          <p:nvPr>
            <p:ph idx="1"/>
          </p:nvPr>
        </p:nvPicPr>
        <p:blipFill>
          <a:blip r:embed="rId2"/>
          <a:stretch>
            <a:fillRect/>
          </a:stretch>
        </p:blipFill>
        <p:spPr>
          <a:xfrm>
            <a:off x="2330867" y="2001380"/>
            <a:ext cx="7189608" cy="3705412"/>
          </a:xfrm>
          <a:prstGeom prst="rect">
            <a:avLst/>
          </a:prstGeom>
        </p:spPr>
      </p:pic>
    </p:spTree>
    <p:extLst>
      <p:ext uri="{BB962C8B-B14F-4D97-AF65-F5344CB8AC3E}">
        <p14:creationId xmlns:p14="http://schemas.microsoft.com/office/powerpoint/2010/main" val="2078603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D22BCB-08A3-03A1-C72F-6A7CEEABEF25}"/>
              </a:ext>
            </a:extLst>
          </p:cNvPr>
          <p:cNvSpPr>
            <a:spLocks noGrp="1"/>
          </p:cNvSpPr>
          <p:nvPr>
            <p:ph type="sldNum" sz="quarter" idx="12"/>
          </p:nvPr>
        </p:nvSpPr>
        <p:spPr/>
        <p:txBody>
          <a:bodyPr/>
          <a:lstStyle/>
          <a:p>
            <a:fld id="{D836C0FE-70CA-4950-82D6-CF602CC2B770}" type="slidenum">
              <a:rPr lang="de-DE" smtClean="0"/>
              <a:t>34</a:t>
            </a:fld>
            <a:endParaRPr lang="de-DE" dirty="0"/>
          </a:p>
        </p:txBody>
      </p:sp>
      <p:sp>
        <p:nvSpPr>
          <p:cNvPr id="3" name="Title 2">
            <a:extLst>
              <a:ext uri="{FF2B5EF4-FFF2-40B4-BE49-F238E27FC236}">
                <a16:creationId xmlns:a16="http://schemas.microsoft.com/office/drawing/2014/main" id="{DD62D4B1-9C0D-9F00-E300-C94D1E46C0ED}"/>
              </a:ext>
            </a:extLst>
          </p:cNvPr>
          <p:cNvSpPr>
            <a:spLocks noGrp="1"/>
          </p:cNvSpPr>
          <p:nvPr>
            <p:ph type="title"/>
          </p:nvPr>
        </p:nvSpPr>
        <p:spPr/>
        <p:txBody>
          <a:bodyPr/>
          <a:lstStyle/>
          <a:p>
            <a:r>
              <a:rPr lang="en-GB" dirty="0"/>
              <a:t>Digression: Joining Tables in MS Excel</a:t>
            </a:r>
          </a:p>
        </p:txBody>
      </p:sp>
      <p:sp>
        <p:nvSpPr>
          <p:cNvPr id="5" name="Date Placeholder 4">
            <a:extLst>
              <a:ext uri="{FF2B5EF4-FFF2-40B4-BE49-F238E27FC236}">
                <a16:creationId xmlns:a16="http://schemas.microsoft.com/office/drawing/2014/main" id="{8D594BD7-6F56-282B-3D6A-A2B98C446BD6}"/>
              </a:ext>
            </a:extLst>
          </p:cNvPr>
          <p:cNvSpPr>
            <a:spLocks noGrp="1"/>
          </p:cNvSpPr>
          <p:nvPr>
            <p:ph type="dt" sz="half" idx="10"/>
          </p:nvPr>
        </p:nvSpPr>
        <p:spPr/>
        <p:txBody>
          <a:bodyPr/>
          <a:lstStyle/>
          <a:p>
            <a:r>
              <a:rPr lang="de-DE"/>
              <a:t>(metabase, n.d.)</a:t>
            </a:r>
            <a:endParaRPr lang="de-DE" dirty="0"/>
          </a:p>
        </p:txBody>
      </p:sp>
      <p:sp>
        <p:nvSpPr>
          <p:cNvPr id="6" name="Footer Placeholder 5">
            <a:extLst>
              <a:ext uri="{FF2B5EF4-FFF2-40B4-BE49-F238E27FC236}">
                <a16:creationId xmlns:a16="http://schemas.microsoft.com/office/drawing/2014/main" id="{63163C16-7167-5A9C-3D87-EAC4DC3D4C09}"/>
              </a:ext>
            </a:extLst>
          </p:cNvPr>
          <p:cNvSpPr>
            <a:spLocks noGrp="1"/>
          </p:cNvSpPr>
          <p:nvPr>
            <p:ph type="ftr" sz="quarter" idx="11"/>
          </p:nvPr>
        </p:nvSpPr>
        <p:spPr/>
        <p:txBody>
          <a:bodyPr/>
          <a:lstStyle/>
          <a:p>
            <a:r>
              <a:rPr lang="de-DE"/>
              <a:t>KMH</a:t>
            </a:r>
            <a:endParaRPr lang="de-DE" dirty="0"/>
          </a:p>
        </p:txBody>
      </p:sp>
      <p:pic>
        <p:nvPicPr>
          <p:cNvPr id="1026" name="Picture 2" descr="Inserting the found value into our Order Totals table">
            <a:hlinkClick r:id="rId2"/>
            <a:extLst>
              <a:ext uri="{FF2B5EF4-FFF2-40B4-BE49-F238E27FC236}">
                <a16:creationId xmlns:a16="http://schemas.microsoft.com/office/drawing/2014/main" id="{59CD5FB2-D25D-8FF2-CD8D-F4CC47BF7E9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64455" y="1622506"/>
            <a:ext cx="8063089" cy="4535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221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Central Limit Theorem in Statistics</a:t>
            </a:r>
            <a:endParaRPr lang="en-GB" dirty="0"/>
          </a:p>
        </p:txBody>
      </p:sp>
      <p:sp>
        <p:nvSpPr>
          <p:cNvPr id="3" name="Inhaltsplatzhalter 2"/>
          <p:cNvSpPr>
            <a:spLocks noGrp="1"/>
          </p:cNvSpPr>
          <p:nvPr>
            <p:ph idx="1"/>
          </p:nvPr>
        </p:nvSpPr>
        <p:spPr>
          <a:xfrm>
            <a:off x="695325" y="1628999"/>
            <a:ext cx="8352676" cy="4535265"/>
          </a:xfrm>
        </p:spPr>
        <p:txBody>
          <a:bodyPr/>
          <a:lstStyle/>
          <a:p>
            <a:r>
              <a:rPr lang="en-GB" dirty="0"/>
              <a:t>Regardless of the specific initial distribution, the distribution function of a sum of samples converges towards the normal distribution</a:t>
            </a:r>
          </a:p>
          <a:p>
            <a:endParaRPr lang="en-GB" dirty="0"/>
          </a:p>
          <a:p>
            <a:endParaRPr lang="en-GB" sz="1000" dirty="0"/>
          </a:p>
          <a:p>
            <a:r>
              <a:rPr lang="en-GB" b="1" dirty="0"/>
              <a:t>BSP: </a:t>
            </a:r>
            <a:r>
              <a:rPr lang="en-GB" dirty="0"/>
              <a:t>Canadian Survey of Labour </a:t>
            </a:r>
            <a:br>
              <a:rPr lang="en-GB" dirty="0"/>
            </a:br>
            <a:r>
              <a:rPr lang="en-GB" dirty="0"/>
              <a:t>and Income Dynamics (n=4.147)</a:t>
            </a:r>
          </a:p>
          <a:p>
            <a:pPr lvl="1"/>
            <a:r>
              <a:rPr lang="en-GB" dirty="0"/>
              <a:t>Min: 2,30</a:t>
            </a:r>
          </a:p>
          <a:p>
            <a:pPr lvl="1"/>
            <a:r>
              <a:rPr lang="en-GB" dirty="0"/>
              <a:t>Max: 49,92</a:t>
            </a:r>
          </a:p>
          <a:p>
            <a:pPr lvl="1"/>
            <a:r>
              <a:rPr lang="en-GB" dirty="0"/>
              <a:t>Mean: 15,55</a:t>
            </a:r>
          </a:p>
          <a:p>
            <a:endParaRPr lang="en-GB" dirty="0"/>
          </a:p>
        </p:txBody>
      </p:sp>
      <p:pic>
        <p:nvPicPr>
          <p:cNvPr id="4098" name="Picture 2">
            <a:hlinkClick r:id="rId3"/>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9009"/>
          <a:stretch/>
        </p:blipFill>
        <p:spPr bwMode="auto">
          <a:xfrm>
            <a:off x="6456040" y="2771500"/>
            <a:ext cx="4114130" cy="3647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a:extLst>
              <a:ext uri="{FF2B5EF4-FFF2-40B4-BE49-F238E27FC236}">
                <a16:creationId xmlns:a16="http://schemas.microsoft.com/office/drawing/2014/main" id="{B935F4E7-AB0E-5318-1AAE-164ABB12838D}"/>
              </a:ext>
            </a:extLst>
          </p:cNvPr>
          <p:cNvSpPr>
            <a:spLocks noGrp="1"/>
          </p:cNvSpPr>
          <p:nvPr>
            <p:ph type="dt" sz="half" idx="10"/>
          </p:nvPr>
        </p:nvSpPr>
        <p:spPr/>
        <p:txBody>
          <a:bodyPr/>
          <a:lstStyle/>
          <a:p>
            <a:r>
              <a:rPr lang="de-DE"/>
              <a:t>(Hudec 2010)</a:t>
            </a:r>
            <a:endParaRPr lang="de-DE" dirty="0"/>
          </a:p>
        </p:txBody>
      </p:sp>
      <p:sp>
        <p:nvSpPr>
          <p:cNvPr id="6" name="Footer Placeholder 5">
            <a:extLst>
              <a:ext uri="{FF2B5EF4-FFF2-40B4-BE49-F238E27FC236}">
                <a16:creationId xmlns:a16="http://schemas.microsoft.com/office/drawing/2014/main" id="{896DD010-2947-2E93-E974-7D008089D5A6}"/>
              </a:ext>
            </a:extLst>
          </p:cNvPr>
          <p:cNvSpPr>
            <a:spLocks noGrp="1"/>
          </p:cNvSpPr>
          <p:nvPr>
            <p:ph type="ftr" sz="quarter" idx="11"/>
          </p:nvPr>
        </p:nvSpPr>
        <p:spPr/>
        <p:txBody>
          <a:bodyPr/>
          <a:lstStyle/>
          <a:p>
            <a:r>
              <a:rPr lang="de-DE"/>
              <a:t>KMH</a:t>
            </a:r>
            <a:endParaRPr lang="de-DE" dirty="0"/>
          </a:p>
        </p:txBody>
      </p:sp>
      <p:sp>
        <p:nvSpPr>
          <p:cNvPr id="7" name="Slide Number Placeholder 6">
            <a:extLst>
              <a:ext uri="{FF2B5EF4-FFF2-40B4-BE49-F238E27FC236}">
                <a16:creationId xmlns:a16="http://schemas.microsoft.com/office/drawing/2014/main" id="{567B9C57-9A1B-A0F8-8518-DE6C419D024C}"/>
              </a:ext>
            </a:extLst>
          </p:cNvPr>
          <p:cNvSpPr>
            <a:spLocks noGrp="1"/>
          </p:cNvSpPr>
          <p:nvPr>
            <p:ph type="sldNum" sz="quarter" idx="12"/>
          </p:nvPr>
        </p:nvSpPr>
        <p:spPr/>
        <p:txBody>
          <a:bodyPr/>
          <a:lstStyle/>
          <a:p>
            <a:fld id="{D836C0FE-70CA-4950-82D6-CF602CC2B770}" type="slidenum">
              <a:rPr lang="de-DE" smtClean="0"/>
              <a:t>35</a:t>
            </a:fld>
            <a:endParaRPr lang="de-DE" dirty="0"/>
          </a:p>
        </p:txBody>
      </p:sp>
    </p:spTree>
    <p:extLst>
      <p:ext uri="{BB962C8B-B14F-4D97-AF65-F5344CB8AC3E}">
        <p14:creationId xmlns:p14="http://schemas.microsoft.com/office/powerpoint/2010/main" val="19372417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a:t>Zentraler Grenzwertsatz der Statistik in Action</a:t>
            </a:r>
            <a:endParaRPr lang="en-GB"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529" y="1844825"/>
            <a:ext cx="7991847" cy="2896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feld 8"/>
          <p:cNvSpPr txBox="1"/>
          <p:nvPr/>
        </p:nvSpPr>
        <p:spPr>
          <a:xfrm>
            <a:off x="1847528" y="5373217"/>
            <a:ext cx="7416824" cy="584775"/>
          </a:xfrm>
          <a:prstGeom prst="rect">
            <a:avLst/>
          </a:prstGeom>
          <a:noFill/>
        </p:spPr>
        <p:txBody>
          <a:bodyPr wrap="square" rtlCol="0">
            <a:spAutoFit/>
          </a:bodyPr>
          <a:lstStyle/>
          <a:p>
            <a:r>
              <a:rPr lang="en-GB" sz="3200" b="1" dirty="0">
                <a:solidFill>
                  <a:srgbClr val="E37823"/>
                </a:solidFill>
              </a:rPr>
              <a:t>→ Overall mean : 15,55</a:t>
            </a:r>
          </a:p>
        </p:txBody>
      </p:sp>
      <p:sp>
        <p:nvSpPr>
          <p:cNvPr id="3" name="Date Placeholder 2">
            <a:extLst>
              <a:ext uri="{FF2B5EF4-FFF2-40B4-BE49-F238E27FC236}">
                <a16:creationId xmlns:a16="http://schemas.microsoft.com/office/drawing/2014/main" id="{27B6B404-04DB-9EE2-18A2-FDCED0AA9CD7}"/>
              </a:ext>
            </a:extLst>
          </p:cNvPr>
          <p:cNvSpPr>
            <a:spLocks noGrp="1"/>
          </p:cNvSpPr>
          <p:nvPr>
            <p:ph type="dt" sz="half" idx="10"/>
          </p:nvPr>
        </p:nvSpPr>
        <p:spPr/>
        <p:txBody>
          <a:bodyPr/>
          <a:lstStyle/>
          <a:p>
            <a:r>
              <a:rPr lang="de-DE"/>
              <a:t>(Hudec 2010)</a:t>
            </a:r>
            <a:endParaRPr lang="de-DE" dirty="0"/>
          </a:p>
        </p:txBody>
      </p:sp>
      <p:sp>
        <p:nvSpPr>
          <p:cNvPr id="5" name="Footer Placeholder 4">
            <a:extLst>
              <a:ext uri="{FF2B5EF4-FFF2-40B4-BE49-F238E27FC236}">
                <a16:creationId xmlns:a16="http://schemas.microsoft.com/office/drawing/2014/main" id="{BF753531-5514-DA09-BF34-BF49702E43C7}"/>
              </a:ext>
            </a:extLst>
          </p:cNvPr>
          <p:cNvSpPr>
            <a:spLocks noGrp="1"/>
          </p:cNvSpPr>
          <p:nvPr>
            <p:ph type="ftr" sz="quarter" idx="11"/>
          </p:nvPr>
        </p:nvSpPr>
        <p:spPr/>
        <p:txBody>
          <a:bodyPr/>
          <a:lstStyle/>
          <a:p>
            <a:r>
              <a:rPr lang="de-DE"/>
              <a:t>KMH</a:t>
            </a:r>
            <a:endParaRPr lang="de-DE" dirty="0"/>
          </a:p>
        </p:txBody>
      </p:sp>
      <p:sp>
        <p:nvSpPr>
          <p:cNvPr id="6" name="Slide Number Placeholder 5">
            <a:extLst>
              <a:ext uri="{FF2B5EF4-FFF2-40B4-BE49-F238E27FC236}">
                <a16:creationId xmlns:a16="http://schemas.microsoft.com/office/drawing/2014/main" id="{AEAB862A-92F6-0190-8BC6-E2FA5E086956}"/>
              </a:ext>
            </a:extLst>
          </p:cNvPr>
          <p:cNvSpPr>
            <a:spLocks noGrp="1"/>
          </p:cNvSpPr>
          <p:nvPr>
            <p:ph type="sldNum" sz="quarter" idx="12"/>
          </p:nvPr>
        </p:nvSpPr>
        <p:spPr/>
        <p:txBody>
          <a:bodyPr/>
          <a:lstStyle/>
          <a:p>
            <a:fld id="{D836C0FE-70CA-4950-82D6-CF602CC2B770}" type="slidenum">
              <a:rPr lang="de-DE" smtClean="0"/>
              <a:t>36</a:t>
            </a:fld>
            <a:endParaRPr lang="de-DE" dirty="0"/>
          </a:p>
        </p:txBody>
      </p:sp>
    </p:spTree>
    <p:extLst>
      <p:ext uri="{BB962C8B-B14F-4D97-AF65-F5344CB8AC3E}">
        <p14:creationId xmlns:p14="http://schemas.microsoft.com/office/powerpoint/2010/main" val="148685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0224" y="1844824"/>
            <a:ext cx="4448265"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el 1"/>
          <p:cNvSpPr>
            <a:spLocks noGrp="1"/>
          </p:cNvSpPr>
          <p:nvPr>
            <p:ph type="title"/>
          </p:nvPr>
        </p:nvSpPr>
        <p:spPr/>
        <p:txBody>
          <a:bodyPr/>
          <a:lstStyle/>
          <a:p>
            <a:r>
              <a:rPr lang="en-US" dirty="0"/>
              <a:t>Central Limit Theorem in Action</a:t>
            </a:r>
            <a:endParaRPr lang="en-GB" dirty="0"/>
          </a:p>
        </p:txBody>
      </p:sp>
      <p:sp>
        <p:nvSpPr>
          <p:cNvPr id="3" name="Inhaltsplatzhalter 2"/>
          <p:cNvSpPr>
            <a:spLocks noGrp="1"/>
          </p:cNvSpPr>
          <p:nvPr>
            <p:ph idx="1"/>
          </p:nvPr>
        </p:nvSpPr>
        <p:spPr/>
        <p:txBody>
          <a:bodyPr anchor="ctr"/>
          <a:lstStyle/>
          <a:p>
            <a:r>
              <a:rPr lang="en-GB" dirty="0"/>
              <a:t>Not 1 sample of 100</a:t>
            </a:r>
          </a:p>
          <a:p>
            <a:r>
              <a:rPr lang="en-GB" b="1" dirty="0"/>
              <a:t>100 </a:t>
            </a:r>
            <a:r>
              <a:rPr lang="en-GB" b="1" dirty="0" err="1"/>
              <a:t>Zufallsstichproben</a:t>
            </a:r>
            <a:r>
              <a:rPr lang="en-GB" b="1" dirty="0"/>
              <a:t> á 100</a:t>
            </a:r>
          </a:p>
          <a:p>
            <a:pPr lvl="1"/>
            <a:r>
              <a:rPr lang="en-GB" dirty="0"/>
              <a:t>Min: 13,37</a:t>
            </a:r>
          </a:p>
          <a:p>
            <a:pPr lvl="1"/>
            <a:r>
              <a:rPr lang="en-GB" dirty="0"/>
              <a:t>Max: 18,77</a:t>
            </a:r>
          </a:p>
          <a:p>
            <a:pPr lvl="1"/>
            <a:r>
              <a:rPr lang="en-GB" b="1" dirty="0">
                <a:solidFill>
                  <a:srgbClr val="E37823"/>
                </a:solidFill>
              </a:rPr>
              <a:t>Mean: 15,53</a:t>
            </a:r>
          </a:p>
          <a:p>
            <a:pPr lvl="1"/>
            <a:r>
              <a:rPr lang="en-GB" b="1" dirty="0">
                <a:solidFill>
                  <a:srgbClr val="E37823"/>
                </a:solidFill>
              </a:rPr>
              <a:t>Overall mean: 15,55</a:t>
            </a:r>
          </a:p>
        </p:txBody>
      </p:sp>
      <p:sp>
        <p:nvSpPr>
          <p:cNvPr id="4" name="Textplatzhalter 3"/>
          <p:cNvSpPr>
            <a:spLocks noGrp="1"/>
          </p:cNvSpPr>
          <p:nvPr>
            <p:ph type="body" sz="quarter" idx="4294967295"/>
          </p:nvPr>
        </p:nvSpPr>
        <p:spPr>
          <a:xfrm>
            <a:off x="7008813" y="6645275"/>
            <a:ext cx="5183187" cy="227013"/>
          </a:xfrm>
        </p:spPr>
        <p:txBody>
          <a:bodyPr>
            <a:normAutofit fontScale="32500" lnSpcReduction="20000"/>
          </a:bodyPr>
          <a:lstStyle/>
          <a:p>
            <a:r>
              <a:rPr lang="en-GB"/>
              <a:t>(Hudec 2010)</a:t>
            </a:r>
            <a:endParaRPr lang="en-GB" dirty="0"/>
          </a:p>
        </p:txBody>
      </p:sp>
      <p:sp>
        <p:nvSpPr>
          <p:cNvPr id="5" name="Textfeld 4"/>
          <p:cNvSpPr txBox="1"/>
          <p:nvPr/>
        </p:nvSpPr>
        <p:spPr>
          <a:xfrm>
            <a:off x="7420719" y="5664798"/>
            <a:ext cx="2304256" cy="276999"/>
          </a:xfrm>
          <a:prstGeom prst="rect">
            <a:avLst/>
          </a:prstGeom>
          <a:solidFill>
            <a:schemeClr val="bg1"/>
          </a:solidFill>
        </p:spPr>
        <p:txBody>
          <a:bodyPr wrap="square" rtlCol="0">
            <a:spAutoFit/>
          </a:bodyPr>
          <a:lstStyle/>
          <a:p>
            <a:pPr algn="ctr"/>
            <a:r>
              <a:rPr lang="en-GB" sz="1200" b="1"/>
              <a:t>durchschnittlicher Lohn</a:t>
            </a:r>
            <a:endParaRPr lang="en-GB" sz="1200" b="1" dirty="0"/>
          </a:p>
        </p:txBody>
      </p:sp>
    </p:spTree>
    <p:extLst>
      <p:ext uri="{BB962C8B-B14F-4D97-AF65-F5344CB8AC3E}">
        <p14:creationId xmlns:p14="http://schemas.microsoft.com/office/powerpoint/2010/main" val="374500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Das </a:t>
            </a:r>
            <a:r>
              <a:rPr lang="en-GB" dirty="0" err="1"/>
              <a:t>Konfidenzintervall</a:t>
            </a:r>
            <a:r>
              <a:rPr lang="en-GB" dirty="0"/>
              <a:t> – es </a:t>
            </a:r>
            <a:r>
              <a:rPr lang="en-GB" dirty="0" err="1"/>
              <a:t>funktioniert</a:t>
            </a:r>
            <a:r>
              <a:rPr lang="en-GB" dirty="0"/>
              <a:t>!</a:t>
            </a:r>
          </a:p>
        </p:txBody>
      </p:sp>
      <p:sp>
        <p:nvSpPr>
          <p:cNvPr id="3" name="Inhaltsplatzhalter 2"/>
          <p:cNvSpPr>
            <a:spLocks noGrp="1"/>
          </p:cNvSpPr>
          <p:nvPr>
            <p:ph idx="1"/>
          </p:nvPr>
        </p:nvSpPr>
        <p:spPr>
          <a:xfrm>
            <a:off x="695325" y="1628999"/>
            <a:ext cx="5183188" cy="4535265"/>
          </a:xfrm>
        </p:spPr>
        <p:txBody>
          <a:bodyPr/>
          <a:lstStyle/>
          <a:p>
            <a:r>
              <a:rPr lang="en-GB"/>
              <a:t>The 95% "probability of error" as </a:t>
            </a:r>
            <a:r>
              <a:rPr lang="en-GB" b="1"/>
              <a:t>probability of overcoverage</a:t>
            </a:r>
            <a:r>
              <a:rPr lang="en-GB"/>
              <a:t>:</a:t>
            </a:r>
          </a:p>
          <a:p>
            <a:pPr lvl="1"/>
            <a:r>
              <a:rPr lang="en-GB"/>
              <a:t>Assumption: 100 samples from the same population</a:t>
            </a:r>
            <a:endParaRPr lang="en-GB" b="1">
              <a:solidFill>
                <a:srgbClr val="E37823"/>
              </a:solidFill>
              <a:latin typeface="Calibri"/>
              <a:cs typeface="Calibri"/>
            </a:endParaRPr>
          </a:p>
          <a:p>
            <a:pPr lvl="1"/>
            <a:r>
              <a:rPr lang="en-GB" b="1">
                <a:solidFill>
                  <a:srgbClr val="E37823"/>
                </a:solidFill>
                <a:latin typeface="Calibri"/>
                <a:cs typeface="Calibri"/>
              </a:rPr>
              <a:t>The method will cover the unknown parameter in the base total in 95 cases</a:t>
            </a:r>
          </a:p>
          <a:p>
            <a:pPr lvl="1"/>
            <a:endParaRPr lang="en-GB" dirty="0"/>
          </a:p>
        </p:txBody>
      </p:sp>
      <p:sp>
        <p:nvSpPr>
          <p:cNvPr id="4" name="Textplatzhalter 3"/>
          <p:cNvSpPr>
            <a:spLocks noGrp="1"/>
          </p:cNvSpPr>
          <p:nvPr>
            <p:ph type="body" sz="quarter" idx="4294967295"/>
          </p:nvPr>
        </p:nvSpPr>
        <p:spPr>
          <a:xfrm>
            <a:off x="7008813" y="6645275"/>
            <a:ext cx="5183187" cy="227013"/>
          </a:xfrm>
        </p:spPr>
        <p:txBody>
          <a:bodyPr>
            <a:normAutofit fontScale="32500" lnSpcReduction="20000"/>
          </a:bodyPr>
          <a:lstStyle/>
          <a:p>
            <a:r>
              <a:rPr lang="en-GB"/>
              <a:t>(adaptiert von: Liero 2009:o.S.)</a:t>
            </a:r>
            <a:endParaRPr lang="en-GB" dirty="0"/>
          </a:p>
        </p:txBody>
      </p:sp>
      <p:pic>
        <p:nvPicPr>
          <p:cNvPr id="6" name="Grafik 5">
            <a:extLst>
              <a:ext uri="{FF2B5EF4-FFF2-40B4-BE49-F238E27FC236}">
                <a16:creationId xmlns:a16="http://schemas.microsoft.com/office/drawing/2014/main" id="{D7F115F8-791D-4826-AC5A-E4229DFC6E4A}"/>
              </a:ext>
            </a:extLst>
          </p:cNvPr>
          <p:cNvPicPr>
            <a:picLocks noChangeAspect="1"/>
          </p:cNvPicPr>
          <p:nvPr/>
        </p:nvPicPr>
        <p:blipFill>
          <a:blip r:embed="rId3"/>
          <a:stretch>
            <a:fillRect/>
          </a:stretch>
        </p:blipFill>
        <p:spPr>
          <a:xfrm>
            <a:off x="5960826" y="1413000"/>
            <a:ext cx="5183187" cy="4819845"/>
          </a:xfrm>
          <a:prstGeom prst="rect">
            <a:avLst/>
          </a:prstGeom>
        </p:spPr>
      </p:pic>
    </p:spTree>
    <p:extLst>
      <p:ext uri="{BB962C8B-B14F-4D97-AF65-F5344CB8AC3E}">
        <p14:creationId xmlns:p14="http://schemas.microsoft.com/office/powerpoint/2010/main" val="9435222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a:xfrm>
            <a:off x="695326" y="549000"/>
            <a:ext cx="6364049" cy="792000"/>
          </a:xfrm>
        </p:spPr>
        <p:txBody>
          <a:bodyPr/>
          <a:lstStyle/>
          <a:p>
            <a:r>
              <a:rPr lang="en-GB" dirty="0"/>
              <a:t>Estimating relative Frequencies in Representative Samples</a:t>
            </a:r>
          </a:p>
        </p:txBody>
      </p:sp>
      <p:sp>
        <p:nvSpPr>
          <p:cNvPr id="3" name="Inhaltsplatzhalter 2"/>
          <p:cNvSpPr>
            <a:spLocks noGrp="1"/>
          </p:cNvSpPr>
          <p:nvPr>
            <p:ph idx="1"/>
          </p:nvPr>
        </p:nvSpPr>
        <p:spPr>
          <a:xfrm>
            <a:off x="667951" y="1701735"/>
            <a:ext cx="6364049" cy="4535265"/>
          </a:xfrm>
        </p:spPr>
        <p:txBody>
          <a:bodyPr anchor="ctr"/>
          <a:lstStyle/>
          <a:p>
            <a:r>
              <a:rPr lang="en-GB" sz="2000" b="1" dirty="0"/>
              <a:t>Limit value set</a:t>
            </a:r>
            <a:r>
              <a:rPr lang="en-GB" sz="2000" dirty="0"/>
              <a:t> of statistics:</a:t>
            </a:r>
          </a:p>
          <a:p>
            <a:r>
              <a:rPr lang="en-GB" sz="2000" dirty="0"/>
              <a:t>For large n (≥100), relative frequencies p are approximately normally distributed with the expected value π</a:t>
            </a:r>
          </a:p>
          <a:p>
            <a:pPr marL="457200" lvl="1" indent="0">
              <a:buNone/>
            </a:pPr>
            <a:r>
              <a:rPr lang="en-GB" sz="2000" b="1" dirty="0">
                <a:solidFill>
                  <a:srgbClr val="E37823"/>
                </a:solidFill>
              </a:rPr>
              <a:t>→ From normal distribution: </a:t>
            </a:r>
            <a:r>
              <a:rPr lang="en-GB" sz="2000" dirty="0">
                <a:solidFill>
                  <a:srgbClr val="E37823"/>
                </a:solidFill>
              </a:rPr>
              <a:t>Confidence interval for certainty 1-α in which the parameter π lies based on the sample result p</a:t>
            </a:r>
            <a:endParaRPr lang="en-GB" sz="2000" dirty="0"/>
          </a:p>
          <a:p>
            <a:pPr marL="457200" lvl="1" indent="0">
              <a:buNone/>
            </a:pPr>
            <a:r>
              <a:rPr lang="en-GB" sz="2000" dirty="0"/>
              <a:t>Large population (~n&gt;10,000) &amp; large sample (n≥100)</a:t>
            </a:r>
          </a:p>
        </p:txBody>
      </p:sp>
      <p:pic>
        <p:nvPicPr>
          <p:cNvPr id="5" name="Grafik 4">
            <a:extLst>
              <a:ext uri="{FF2B5EF4-FFF2-40B4-BE49-F238E27FC236}">
                <a16:creationId xmlns:a16="http://schemas.microsoft.com/office/drawing/2014/main" id="{5C0362B8-9C9E-4579-9812-C0A13C50EEF7}"/>
              </a:ext>
            </a:extLst>
          </p:cNvPr>
          <p:cNvPicPr>
            <a:picLocks noChangeAspect="1"/>
          </p:cNvPicPr>
          <p:nvPr/>
        </p:nvPicPr>
        <p:blipFill>
          <a:blip r:embed="rId3"/>
          <a:srcRect l="39630"/>
          <a:stretch>
            <a:fillRect/>
          </a:stretch>
        </p:blipFill>
        <p:spPr>
          <a:xfrm>
            <a:off x="7197146" y="439477"/>
            <a:ext cx="4608000" cy="3529890"/>
          </a:xfrm>
          <a:prstGeom prst="rect">
            <a:avLst/>
          </a:prstGeom>
        </p:spPr>
      </p:pic>
      <p:sp>
        <p:nvSpPr>
          <p:cNvPr id="6" name="Inhaltsplatzhalter 2">
            <a:extLst>
              <a:ext uri="{FF2B5EF4-FFF2-40B4-BE49-F238E27FC236}">
                <a16:creationId xmlns:a16="http://schemas.microsoft.com/office/drawing/2014/main" id="{BC11DDEC-8724-4015-A97B-75F5BDF65D38}"/>
              </a:ext>
            </a:extLst>
          </p:cNvPr>
          <p:cNvSpPr txBox="1">
            <a:spLocks/>
          </p:cNvSpPr>
          <p:nvPr/>
        </p:nvSpPr>
        <p:spPr>
          <a:xfrm>
            <a:off x="12936000" y="800708"/>
            <a:ext cx="8766048" cy="5256584"/>
          </a:xfrm>
          <a:prstGeom prst="rect">
            <a:avLst/>
          </a:prstGeom>
        </p:spPr>
        <p:txBody>
          <a:bodyPr vert="horz" lIns="91440" tIns="45720" rIns="91440" bIns="45720" rtlCol="0" anchor="t">
            <a:normAutofit/>
          </a:bodyPr>
          <a:lstStyle>
            <a:lvl1pPr marL="228600" indent="-228600" algn="l" defTabSz="914400" rtl="0" eaLnBrk="1" latinLnBrk="0" hangingPunct="1">
              <a:lnSpc>
                <a:spcPct val="114000"/>
              </a:lnSpc>
              <a:spcBef>
                <a:spcPts val="600"/>
              </a:spcBef>
              <a:spcAft>
                <a:spcPts val="0"/>
              </a:spcAft>
              <a:buFont typeface="Wingdings" pitchFamily="2" charset="2"/>
              <a:buChar char="§"/>
              <a:defRPr lang="en-US" sz="2400" b="0" kern="1200" baseline="0">
                <a:solidFill>
                  <a:schemeClr val="tx1"/>
                </a:solidFill>
                <a:latin typeface="+mn-lt"/>
                <a:ea typeface="+mn-ea"/>
                <a:cs typeface="+mn-cs"/>
              </a:defRPr>
            </a:lvl1pPr>
            <a:lvl2pPr marL="658813" indent="-201613" algn="l" defTabSz="914400" rtl="0" eaLnBrk="1" latinLnBrk="0" hangingPunct="1">
              <a:lnSpc>
                <a:spcPct val="114000"/>
              </a:lnSpc>
              <a:spcBef>
                <a:spcPts val="600"/>
              </a:spcBef>
              <a:spcAft>
                <a:spcPts val="0"/>
              </a:spcAft>
              <a:buFont typeface="Arial" pitchFamily="34" charset="0"/>
              <a:buChar char="»"/>
              <a:defRPr sz="2100" b="0" kern="1200">
                <a:solidFill>
                  <a:schemeClr val="tx1"/>
                </a:solidFill>
                <a:latin typeface="+mn-lt"/>
                <a:ea typeface="+mn-ea"/>
                <a:cs typeface="+mn-cs"/>
              </a:defRPr>
            </a:lvl2pPr>
            <a:lvl3pPr marL="1108075" indent="-193675" algn="l" defTabSz="914400" rtl="0" eaLnBrk="1" latinLnBrk="0" hangingPunct="1">
              <a:lnSpc>
                <a:spcPct val="114000"/>
              </a:lnSpc>
              <a:spcBef>
                <a:spcPts val="600"/>
              </a:spcBef>
              <a:spcAft>
                <a:spcPts val="0"/>
              </a:spcAft>
              <a:buFont typeface="Symbol" pitchFamily="18" charset="2"/>
              <a:buChar char="-"/>
              <a:tabLst/>
              <a:defRPr lang="en-US" sz="1800" kern="1200">
                <a:solidFill>
                  <a:schemeClr val="tx1"/>
                </a:solidFill>
                <a:latin typeface="+mn-lt"/>
                <a:ea typeface="+mn-ea"/>
                <a:cs typeface="+mn-cs"/>
              </a:defRPr>
            </a:lvl3pPr>
            <a:lvl4pPr marL="1520825" indent="-149225" algn="l" defTabSz="914400" rtl="0" eaLnBrk="1" latinLnBrk="0" hangingPunct="1">
              <a:lnSpc>
                <a:spcPct val="114000"/>
              </a:lnSpc>
              <a:spcBef>
                <a:spcPts val="600"/>
              </a:spcBef>
              <a:spcAft>
                <a:spcPts val="600"/>
              </a:spcAft>
              <a:buFont typeface="Arial" pitchFamily="34" charset="0"/>
              <a:buChar char="•"/>
              <a:defRPr lang="de-DE" sz="1600" kern="120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GB" sz="2000" b="1"/>
              <a:t>Grenzwertsatz</a:t>
            </a:r>
            <a:r>
              <a:rPr lang="en-GB" sz="2000"/>
              <a:t> der Statistik:</a:t>
            </a:r>
          </a:p>
          <a:p>
            <a:pPr lvl="1"/>
            <a:r>
              <a:rPr lang="en-GB" sz="2000"/>
              <a:t>Bei großem n (≥100) sind relative Häufigkeiten p annähernd </a:t>
            </a:r>
            <a:br>
              <a:rPr lang="en-GB" sz="2000"/>
            </a:br>
            <a:r>
              <a:rPr lang="en-GB" sz="2000"/>
              <a:t>normalverteilt mit dem Erwartungswert π</a:t>
            </a:r>
          </a:p>
          <a:p>
            <a:pPr marL="457200" lvl="1" indent="0">
              <a:buFont typeface="Arial" pitchFamily="34" charset="0"/>
              <a:buNone/>
            </a:pPr>
            <a:r>
              <a:rPr lang="en-GB" sz="2000" b="1">
                <a:solidFill>
                  <a:srgbClr val="E37823"/>
                </a:solidFill>
              </a:rPr>
              <a:t>→ Aus Normalverteilung: </a:t>
            </a:r>
            <a:br>
              <a:rPr lang="en-GB" sz="2000">
                <a:solidFill>
                  <a:srgbClr val="E37823"/>
                </a:solidFill>
              </a:rPr>
            </a:br>
            <a:r>
              <a:rPr lang="en-GB" sz="2000">
                <a:solidFill>
                  <a:srgbClr val="E37823"/>
                </a:solidFill>
              </a:rPr>
              <a:t>Konfidenzintervall zur Sicherheit 1-α in dem der Parameter π ausgehend vom </a:t>
            </a:r>
            <a:br>
              <a:rPr lang="en-GB" sz="2000">
                <a:solidFill>
                  <a:srgbClr val="E37823"/>
                </a:solidFill>
              </a:rPr>
            </a:br>
            <a:r>
              <a:rPr lang="en-GB" sz="2000">
                <a:solidFill>
                  <a:srgbClr val="E37823"/>
                </a:solidFill>
              </a:rPr>
              <a:t>Stichprobenergebnis p liegt</a:t>
            </a:r>
            <a:endParaRPr lang="en-GB" sz="2000"/>
          </a:p>
          <a:p>
            <a:pPr lvl="1"/>
            <a:r>
              <a:rPr lang="en-GB" sz="2000"/>
              <a:t>Große Grundgesamt (~N&gt;10.000) &amp; große Stichprobe (n≥100):</a:t>
            </a:r>
            <a:endParaRPr lang="en-GB" sz="2000" dirty="0"/>
          </a:p>
        </p:txBody>
      </p:sp>
      <p:sp>
        <p:nvSpPr>
          <p:cNvPr id="7" name="Date Placeholder 6">
            <a:extLst>
              <a:ext uri="{FF2B5EF4-FFF2-40B4-BE49-F238E27FC236}">
                <a16:creationId xmlns:a16="http://schemas.microsoft.com/office/drawing/2014/main" id="{26E6C281-9BAC-2258-61DE-61E4BF7748BC}"/>
              </a:ext>
            </a:extLst>
          </p:cNvPr>
          <p:cNvSpPr>
            <a:spLocks noGrp="1"/>
          </p:cNvSpPr>
          <p:nvPr>
            <p:ph type="dt" sz="half" idx="10"/>
          </p:nvPr>
        </p:nvSpPr>
        <p:spPr/>
        <p:txBody>
          <a:bodyPr/>
          <a:lstStyle/>
          <a:p>
            <a:r>
              <a:rPr lang="de-DE"/>
              <a:t>(Quatember 2007:127)</a:t>
            </a:r>
            <a:endParaRPr lang="de-DE" dirty="0"/>
          </a:p>
        </p:txBody>
      </p:sp>
      <p:sp>
        <p:nvSpPr>
          <p:cNvPr id="8" name="Footer Placeholder 7">
            <a:extLst>
              <a:ext uri="{FF2B5EF4-FFF2-40B4-BE49-F238E27FC236}">
                <a16:creationId xmlns:a16="http://schemas.microsoft.com/office/drawing/2014/main" id="{066EF637-38AB-0588-DD4B-35AA7B230DA0}"/>
              </a:ext>
            </a:extLst>
          </p:cNvPr>
          <p:cNvSpPr>
            <a:spLocks noGrp="1"/>
          </p:cNvSpPr>
          <p:nvPr>
            <p:ph type="ftr" sz="quarter" idx="11"/>
          </p:nvPr>
        </p:nvSpPr>
        <p:spPr/>
        <p:txBody>
          <a:bodyPr/>
          <a:lstStyle/>
          <a:p>
            <a:r>
              <a:rPr lang="de-DE"/>
              <a:t>KMH</a:t>
            </a:r>
            <a:endParaRPr lang="de-DE" dirty="0"/>
          </a:p>
        </p:txBody>
      </p:sp>
      <p:sp>
        <p:nvSpPr>
          <p:cNvPr id="9" name="Slide Number Placeholder 8">
            <a:extLst>
              <a:ext uri="{FF2B5EF4-FFF2-40B4-BE49-F238E27FC236}">
                <a16:creationId xmlns:a16="http://schemas.microsoft.com/office/drawing/2014/main" id="{A92213AA-31A7-A734-89BE-8DEA5A6A10FD}"/>
              </a:ext>
            </a:extLst>
          </p:cNvPr>
          <p:cNvSpPr>
            <a:spLocks noGrp="1"/>
          </p:cNvSpPr>
          <p:nvPr>
            <p:ph type="sldNum" sz="quarter" idx="12"/>
          </p:nvPr>
        </p:nvSpPr>
        <p:spPr/>
        <p:txBody>
          <a:bodyPr/>
          <a:lstStyle/>
          <a:p>
            <a:fld id="{D836C0FE-70CA-4950-82D6-CF602CC2B770}" type="slidenum">
              <a:rPr lang="de-DE" smtClean="0"/>
              <a:t>39</a:t>
            </a:fld>
            <a:endParaRPr lang="de-DE" dirty="0"/>
          </a:p>
        </p:txBody>
      </p:sp>
      <p:pic>
        <p:nvPicPr>
          <p:cNvPr id="10" name="Grafik 4">
            <a:extLst>
              <a:ext uri="{FF2B5EF4-FFF2-40B4-BE49-F238E27FC236}">
                <a16:creationId xmlns:a16="http://schemas.microsoft.com/office/drawing/2014/main" id="{88396E07-1175-7A24-3736-9D31DA3EB00D}"/>
              </a:ext>
            </a:extLst>
          </p:cNvPr>
          <p:cNvPicPr>
            <a:picLocks noChangeAspect="1"/>
          </p:cNvPicPr>
          <p:nvPr/>
        </p:nvPicPr>
        <p:blipFill>
          <a:blip r:embed="rId3"/>
          <a:srcRect r="68823"/>
          <a:stretch>
            <a:fillRect/>
          </a:stretch>
        </p:blipFill>
        <p:spPr>
          <a:xfrm>
            <a:off x="8586423" y="2925000"/>
            <a:ext cx="2828884" cy="4196184"/>
          </a:xfrm>
          <a:prstGeom prst="rect">
            <a:avLst/>
          </a:prstGeom>
        </p:spPr>
      </p:pic>
    </p:spTree>
    <p:extLst>
      <p:ext uri="{BB962C8B-B14F-4D97-AF65-F5344CB8AC3E}">
        <p14:creationId xmlns:p14="http://schemas.microsoft.com/office/powerpoint/2010/main" val="19828031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DE4F14-61BD-AC3F-4A57-E3D022712D5D}"/>
              </a:ext>
            </a:extLst>
          </p:cNvPr>
          <p:cNvSpPr>
            <a:spLocks noGrp="1"/>
          </p:cNvSpPr>
          <p:nvPr>
            <p:ph type="sldNum" sz="quarter" idx="12"/>
          </p:nvPr>
        </p:nvSpPr>
        <p:spPr/>
        <p:txBody>
          <a:bodyPr/>
          <a:lstStyle/>
          <a:p>
            <a:fld id="{D836C0FE-70CA-4950-82D6-CF602CC2B770}" type="slidenum">
              <a:rPr lang="de-DE" smtClean="0"/>
              <a:t>40</a:t>
            </a:fld>
            <a:endParaRPr lang="de-DE" dirty="0"/>
          </a:p>
        </p:txBody>
      </p:sp>
      <p:sp>
        <p:nvSpPr>
          <p:cNvPr id="3" name="Title 2">
            <a:extLst>
              <a:ext uri="{FF2B5EF4-FFF2-40B4-BE49-F238E27FC236}">
                <a16:creationId xmlns:a16="http://schemas.microsoft.com/office/drawing/2014/main" id="{9A7DFB27-33BD-BAB1-B2D6-A860E2A525AC}"/>
              </a:ext>
            </a:extLst>
          </p:cNvPr>
          <p:cNvSpPr>
            <a:spLocks noGrp="1"/>
          </p:cNvSpPr>
          <p:nvPr>
            <p:ph type="title"/>
          </p:nvPr>
        </p:nvSpPr>
        <p:spPr/>
        <p:txBody>
          <a:bodyPr/>
          <a:lstStyle/>
          <a:p>
            <a:r>
              <a:rPr lang="en-GB" dirty="0"/>
              <a:t>Estimating mean Values in Representative Samples</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DD73CAB-2780-5216-D506-7F3B2F2BD5EB}"/>
                  </a:ext>
                </a:extLst>
              </p:cNvPr>
              <p:cNvSpPr>
                <a:spLocks noGrp="1"/>
              </p:cNvSpPr>
              <p:nvPr>
                <p:ph idx="1"/>
              </p:nvPr>
            </p:nvSpPr>
            <p:spPr>
              <a:xfrm>
                <a:off x="695325" y="1628999"/>
                <a:ext cx="6480675" cy="4535265"/>
              </a:xfrm>
            </p:spPr>
            <p:txBody>
              <a:bodyPr/>
              <a:lstStyle/>
              <a:p>
                <a:r>
                  <a:rPr lang="de-AT" dirty="0"/>
                  <a:t>sample </a:t>
                </a:r>
                <a:r>
                  <a:rPr lang="de-AT" dirty="0" err="1"/>
                  <a:t>mean</a:t>
                </a:r>
                <a:r>
                  <a:rPr lang="de-AT" dirty="0"/>
                  <a:t> </a:t>
                </a:r>
                <a14:m>
                  <m:oMath xmlns:m="http://schemas.openxmlformats.org/officeDocument/2006/math">
                    <m:acc>
                      <m:accPr>
                        <m:chr m:val="̅"/>
                        <m:ctrlPr>
                          <a:rPr lang="de-AT" i="1" smtClean="0">
                            <a:latin typeface="Cambria Math" panose="02040503050406030204" pitchFamily="18" charset="0"/>
                          </a:rPr>
                        </m:ctrlPr>
                      </m:accPr>
                      <m:e>
                        <m:r>
                          <a:rPr lang="de-AT" i="1">
                            <a:latin typeface="Cambria Math"/>
                          </a:rPr>
                          <m:t>𝑥</m:t>
                        </m:r>
                        <m:r>
                          <a:rPr lang="de-AT" i="1">
                            <a:latin typeface="Cambria Math"/>
                          </a:rPr>
                          <m:t> </m:t>
                        </m:r>
                      </m:e>
                    </m:acc>
                  </m:oMath>
                </a14:m>
                <a:r>
                  <a:rPr lang="de-AT" dirty="0"/>
                  <a:t>= </a:t>
                </a:r>
                <a:r>
                  <a:rPr lang="de-AT" dirty="0" err="1"/>
                  <a:t>estimator</a:t>
                </a:r>
                <a:r>
                  <a:rPr lang="de-AT" dirty="0"/>
                  <a:t> for </a:t>
                </a:r>
                <a14:m>
                  <m:oMath xmlns:m="http://schemas.openxmlformats.org/officeDocument/2006/math">
                    <m:r>
                      <a:rPr lang="de-AT" i="1" smtClean="0">
                        <a:latin typeface="Cambria Math"/>
                        <a:ea typeface="Cambria Math"/>
                      </a:rPr>
                      <m:t>𝜇</m:t>
                    </m:r>
                  </m:oMath>
                </a14:m>
                <a:endParaRPr lang="de-AT" dirty="0">
                  <a:ea typeface="Cambria Math"/>
                </a:endParaRPr>
              </a:p>
              <a:p>
                <a:pPr lvl="1"/>
                <a:endParaRPr lang="de-AT" sz="500" dirty="0">
                  <a:ea typeface="Cambria Math"/>
                </a:endParaRPr>
              </a:p>
              <a:p>
                <a:r>
                  <a:rPr lang="de-AT" sz="2000" b="1" dirty="0"/>
                  <a:t>Central </a:t>
                </a:r>
                <a:r>
                  <a:rPr lang="de-AT" sz="2000" b="1" dirty="0" err="1"/>
                  <a:t>limit</a:t>
                </a:r>
                <a:r>
                  <a:rPr lang="de-AT" sz="2000" b="1" dirty="0"/>
                  <a:t> </a:t>
                </a:r>
                <a:r>
                  <a:rPr lang="de-AT" sz="2000" b="1" dirty="0" err="1"/>
                  <a:t>theorem</a:t>
                </a:r>
                <a:r>
                  <a:rPr lang="de-AT" sz="2000" b="1" dirty="0"/>
                  <a:t>:</a:t>
                </a:r>
                <a:br>
                  <a:rPr lang="de-AT" sz="2000" dirty="0"/>
                </a:br>
                <a:r>
                  <a:rPr lang="en-US" sz="2000" dirty="0"/>
                  <a:t>For large N total population (~N&gt;10,000) &amp; n (n≥100), sample means are normally distributed around the “real” but unknown mean value </a:t>
                </a:r>
                <a14:m>
                  <m:oMath xmlns:m="http://schemas.openxmlformats.org/officeDocument/2006/math">
                    <m:r>
                      <a:rPr lang="de-AT" sz="2000" i="1" smtClean="0">
                        <a:latin typeface="Cambria Math"/>
                        <a:ea typeface="Cambria Math"/>
                      </a:rPr>
                      <m:t>𝜇</m:t>
                    </m:r>
                  </m:oMath>
                </a14:m>
                <a:endParaRPr lang="de-AT" sz="2000" dirty="0">
                  <a:ea typeface="Cambria Math"/>
                </a:endParaRPr>
              </a:p>
              <a:p>
                <a:pPr marL="363538" lvl="1" indent="0">
                  <a:buNone/>
                </a:pPr>
                <a:r>
                  <a:rPr lang="en-US" b="1" dirty="0">
                    <a:solidFill>
                      <a:srgbClr val="E37823"/>
                    </a:solidFill>
                  </a:rPr>
                  <a:t>👉  From normal distribution: </a:t>
                </a:r>
                <a:r>
                  <a:rPr lang="en-US" dirty="0">
                    <a:solidFill>
                      <a:srgbClr val="E37823"/>
                    </a:solidFill>
                  </a:rPr>
                  <a:t>confidence interval for certainty </a:t>
                </a:r>
                <a:r>
                  <a:rPr lang="de-AT" dirty="0">
                    <a:solidFill>
                      <a:srgbClr val="E37823"/>
                    </a:solidFill>
                  </a:rPr>
                  <a:t>1-</a:t>
                </a:r>
                <a:r>
                  <a:rPr lang="el-GR" dirty="0">
                    <a:solidFill>
                      <a:srgbClr val="E37823"/>
                    </a:solidFill>
                  </a:rPr>
                  <a:t>α</a:t>
                </a:r>
                <a:r>
                  <a:rPr lang="de-AT" dirty="0">
                    <a:solidFill>
                      <a:srgbClr val="E37823"/>
                    </a:solidFill>
                  </a:rPr>
                  <a:t> in </a:t>
                </a:r>
                <a:r>
                  <a:rPr lang="de-AT" dirty="0" err="1">
                    <a:solidFill>
                      <a:srgbClr val="E37823"/>
                    </a:solidFill>
                  </a:rPr>
                  <a:t>which</a:t>
                </a:r>
                <a:r>
                  <a:rPr lang="de-AT" dirty="0">
                    <a:solidFill>
                      <a:srgbClr val="E37823"/>
                    </a:solidFill>
                  </a:rPr>
                  <a:t> </a:t>
                </a:r>
                <a:r>
                  <a:rPr lang="de-AT" dirty="0" err="1">
                    <a:solidFill>
                      <a:srgbClr val="E37823"/>
                    </a:solidFill>
                  </a:rPr>
                  <a:t>the</a:t>
                </a:r>
                <a:r>
                  <a:rPr lang="de-AT" dirty="0">
                    <a:solidFill>
                      <a:srgbClr val="E37823"/>
                    </a:solidFill>
                  </a:rPr>
                  <a:t> „real“ </a:t>
                </a:r>
                <a:r>
                  <a:rPr lang="de-AT" dirty="0" err="1">
                    <a:solidFill>
                      <a:srgbClr val="E37823"/>
                    </a:solidFill>
                  </a:rPr>
                  <a:t>mean</a:t>
                </a:r>
                <a:r>
                  <a:rPr lang="de-AT" dirty="0">
                    <a:solidFill>
                      <a:srgbClr val="E37823"/>
                    </a:solidFill>
                  </a:rPr>
                  <a:t> </a:t>
                </a:r>
                <a14:m>
                  <m:oMath xmlns:m="http://schemas.openxmlformats.org/officeDocument/2006/math">
                    <m:r>
                      <a:rPr lang="de-AT" i="1" smtClean="0">
                        <a:solidFill>
                          <a:srgbClr val="E37823"/>
                        </a:solidFill>
                        <a:latin typeface="Cambria Math"/>
                        <a:ea typeface="Cambria Math"/>
                      </a:rPr>
                      <m:t>𝜇</m:t>
                    </m:r>
                  </m:oMath>
                </a14:m>
                <a:r>
                  <a:rPr lang="de-AT" dirty="0">
                    <a:solidFill>
                      <a:srgbClr val="E37823"/>
                    </a:solidFill>
                  </a:rPr>
                  <a:t> lies, </a:t>
                </a:r>
                <a:r>
                  <a:rPr lang="en-US" dirty="0">
                    <a:solidFill>
                      <a:srgbClr val="E37823"/>
                    </a:solidFill>
                  </a:rPr>
                  <a:t>based on the sample mean value </a:t>
                </a:r>
                <a14:m>
                  <m:oMath xmlns:m="http://schemas.openxmlformats.org/officeDocument/2006/math">
                    <m:acc>
                      <m:accPr>
                        <m:chr m:val="̅"/>
                        <m:ctrlPr>
                          <a:rPr lang="de-AT" i="1">
                            <a:solidFill>
                              <a:srgbClr val="E37823"/>
                            </a:solidFill>
                            <a:latin typeface="Cambria Math" panose="02040503050406030204" pitchFamily="18" charset="0"/>
                          </a:rPr>
                        </m:ctrlPr>
                      </m:accPr>
                      <m:e>
                        <m:r>
                          <a:rPr lang="de-AT" i="1">
                            <a:solidFill>
                              <a:srgbClr val="E37823"/>
                            </a:solidFill>
                            <a:latin typeface="Cambria Math"/>
                          </a:rPr>
                          <m:t>𝑥</m:t>
                        </m:r>
                        <m:r>
                          <a:rPr lang="de-AT" i="1">
                            <a:solidFill>
                              <a:srgbClr val="E37823"/>
                            </a:solidFill>
                            <a:latin typeface="Cambria Math"/>
                          </a:rPr>
                          <m:t> </m:t>
                        </m:r>
                      </m:e>
                    </m:acc>
                  </m:oMath>
                </a14:m>
                <a:endParaRPr lang="de-AT" dirty="0">
                  <a:solidFill>
                    <a:srgbClr val="E37823"/>
                  </a:solidFill>
                </a:endParaRPr>
              </a:p>
            </p:txBody>
          </p:sp>
        </mc:Choice>
        <mc:Fallback xmlns="">
          <p:sp>
            <p:nvSpPr>
              <p:cNvPr id="4" name="Content Placeholder 3">
                <a:extLst>
                  <a:ext uri="{FF2B5EF4-FFF2-40B4-BE49-F238E27FC236}">
                    <a16:creationId xmlns:a16="http://schemas.microsoft.com/office/drawing/2014/main" id="{2DD73CAB-2780-5216-D506-7F3B2F2BD5EB}"/>
                  </a:ext>
                </a:extLst>
              </p:cNvPr>
              <p:cNvSpPr>
                <a:spLocks noGrp="1" noRot="1" noChangeAspect="1" noMove="1" noResize="1" noEditPoints="1" noAdjustHandles="1" noChangeArrowheads="1" noChangeShapeType="1" noTextEdit="1"/>
              </p:cNvSpPr>
              <p:nvPr>
                <p:ph idx="1"/>
              </p:nvPr>
            </p:nvSpPr>
            <p:spPr>
              <a:xfrm>
                <a:off x="695325" y="1628999"/>
                <a:ext cx="6480675" cy="4535265"/>
              </a:xfrm>
              <a:blipFill>
                <a:blip r:embed="rId3"/>
                <a:stretch>
                  <a:fillRect l="-1223" r="-1129"/>
                </a:stretch>
              </a:blipFill>
            </p:spPr>
            <p:txBody>
              <a:bodyPr/>
              <a:lstStyle/>
              <a:p>
                <a:r>
                  <a:rPr lang="en-GB">
                    <a:noFill/>
                  </a:rPr>
                  <a:t> </a:t>
                </a:r>
              </a:p>
            </p:txBody>
          </p:sp>
        </mc:Fallback>
      </mc:AlternateContent>
      <p:sp>
        <p:nvSpPr>
          <p:cNvPr id="5" name="Date Placeholder 4">
            <a:extLst>
              <a:ext uri="{FF2B5EF4-FFF2-40B4-BE49-F238E27FC236}">
                <a16:creationId xmlns:a16="http://schemas.microsoft.com/office/drawing/2014/main" id="{9EA60F50-26B1-054C-C565-444B221DDDFC}"/>
              </a:ext>
            </a:extLst>
          </p:cNvPr>
          <p:cNvSpPr>
            <a:spLocks noGrp="1"/>
          </p:cNvSpPr>
          <p:nvPr>
            <p:ph type="dt" sz="half" idx="10"/>
          </p:nvPr>
        </p:nvSpPr>
        <p:spPr/>
        <p:txBody>
          <a:bodyPr/>
          <a:lstStyle/>
          <a:p>
            <a:endParaRPr lang="de-DE" dirty="0"/>
          </a:p>
        </p:txBody>
      </p:sp>
      <p:sp>
        <p:nvSpPr>
          <p:cNvPr id="6" name="Footer Placeholder 5">
            <a:extLst>
              <a:ext uri="{FF2B5EF4-FFF2-40B4-BE49-F238E27FC236}">
                <a16:creationId xmlns:a16="http://schemas.microsoft.com/office/drawing/2014/main" id="{4E9E9707-46C7-4122-9762-5C2932F39715}"/>
              </a:ext>
            </a:extLst>
          </p:cNvPr>
          <p:cNvSpPr>
            <a:spLocks noGrp="1"/>
          </p:cNvSpPr>
          <p:nvPr>
            <p:ph type="ftr" sz="quarter" idx="11"/>
          </p:nvPr>
        </p:nvSpPr>
        <p:spPr/>
        <p:txBody>
          <a:bodyPr/>
          <a:lstStyle/>
          <a:p>
            <a:r>
              <a:rPr lang="de-DE"/>
              <a:t>KMH</a:t>
            </a:r>
            <a:endParaRPr lang="de-DE" dirty="0"/>
          </a:p>
        </p:txBody>
      </p:sp>
      <p:pic>
        <p:nvPicPr>
          <p:cNvPr id="7" name="Picture 2">
            <a:extLst>
              <a:ext uri="{FF2B5EF4-FFF2-40B4-BE49-F238E27FC236}">
                <a16:creationId xmlns:a16="http://schemas.microsoft.com/office/drawing/2014/main" id="{0FFDEB76-78DA-368D-D9D7-5F35986543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96105" y="1436149"/>
            <a:ext cx="3473621" cy="246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6F7FE538-C146-2682-506F-D3A40D0157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63286" y="4293000"/>
            <a:ext cx="2520280" cy="1574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5749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Digression: The Impact of Sample Size on the Confidence </a:t>
            </a:r>
            <a:r>
              <a:rPr lang="en-GB" dirty="0" err="1"/>
              <a:t>Intervall</a:t>
            </a:r>
            <a:br>
              <a:rPr lang="en-GB" dirty="0"/>
            </a:br>
            <a:endParaRPr lang="de-AT" dirty="0"/>
          </a:p>
        </p:txBody>
      </p:sp>
      <mc:AlternateContent xmlns:mc="http://schemas.openxmlformats.org/markup-compatibility/2006" xmlns:a14="http://schemas.microsoft.com/office/drawing/2010/main">
        <mc:Choice Requires="a14">
          <p:sp>
            <p:nvSpPr>
              <p:cNvPr id="3" name="Inhaltsplatzhalter 2"/>
              <p:cNvSpPr>
                <a:spLocks noGrp="1"/>
              </p:cNvSpPr>
              <p:nvPr>
                <p:ph idx="1"/>
              </p:nvPr>
            </p:nvSpPr>
            <p:spPr/>
            <p:txBody>
              <a:bodyPr>
                <a:normAutofit fontScale="92500" lnSpcReduction="10000"/>
              </a:bodyPr>
              <a:lstStyle/>
              <a:p>
                <a:pPr marL="0" indent="0">
                  <a:buNone/>
                </a:pPr>
                <a:r>
                  <a:rPr lang="en-US" sz="2000" dirty="0"/>
                  <a:t>A representative survey of 400 tourists in Innsbruck regarding their holiday expenditure  yielded an average value </a:t>
                </a:r>
                <a14:m>
                  <m:oMath xmlns:m="http://schemas.openxmlformats.org/officeDocument/2006/math">
                    <m:acc>
                      <m:accPr>
                        <m:chr m:val="̅"/>
                        <m:ctrlPr>
                          <a:rPr lang="de-AT" sz="2000" i="1">
                            <a:latin typeface="Cambria Math" panose="02040503050406030204" pitchFamily="18" charset="0"/>
                          </a:rPr>
                        </m:ctrlPr>
                      </m:accPr>
                      <m:e>
                        <m:r>
                          <a:rPr lang="de-AT" sz="2000" i="1">
                            <a:latin typeface="Cambria Math"/>
                          </a:rPr>
                          <m:t>𝑥</m:t>
                        </m:r>
                        <m:r>
                          <a:rPr lang="de-AT" sz="2000" i="1">
                            <a:latin typeface="Cambria Math"/>
                          </a:rPr>
                          <m:t> </m:t>
                        </m:r>
                      </m:e>
                    </m:acc>
                  </m:oMath>
                </a14:m>
                <a:r>
                  <a:rPr lang="de-AT" sz="2000" dirty="0"/>
                  <a:t> = 862,49 €, </a:t>
                </a:r>
                <a:r>
                  <a:rPr lang="de-AT" sz="2000" dirty="0" err="1"/>
                  <a:t>with</a:t>
                </a:r>
                <a:r>
                  <a:rPr lang="de-AT" sz="2000" dirty="0"/>
                  <a:t> a </a:t>
                </a:r>
                <a:r>
                  <a:rPr lang="de-AT" sz="2000" dirty="0" err="1"/>
                  <a:t>variance</a:t>
                </a:r>
                <a:r>
                  <a:rPr lang="de-AT" sz="2000" dirty="0"/>
                  <a:t> </a:t>
                </a:r>
                <a:r>
                  <a:rPr lang="de-AT" sz="2000" dirty="0" err="1"/>
                  <a:t>of</a:t>
                </a:r>
                <a:r>
                  <a:rPr lang="de-AT" sz="2000" dirty="0"/>
                  <a:t> s = 204.869,62 €². </a:t>
                </a:r>
              </a:p>
              <a:p>
                <a:r>
                  <a:rPr lang="en-US" sz="2000" b="1" dirty="0"/>
                  <a:t>What is the 95% confidence interval for the "true" holiday expenditure?</a:t>
                </a:r>
                <a:endParaRPr lang="de-AT" sz="2000" b="1" dirty="0"/>
              </a:p>
              <a:p>
                <a:pPr marL="0" indent="0">
                  <a:buNone/>
                </a:pPr>
                <a:endParaRPr lang="de-AT" sz="300" b="1" dirty="0">
                  <a:solidFill>
                    <a:srgbClr val="E37823"/>
                  </a:solidFill>
                  <a:ea typeface="Cambria Math"/>
                </a:endParaRPr>
              </a:p>
              <a:p>
                <a:pPr marL="0" indent="0">
                  <a:buNone/>
                </a:pPr>
                <a:r>
                  <a:rPr lang="de-AT" b="1" dirty="0">
                    <a:solidFill>
                      <a:srgbClr val="E37823"/>
                    </a:solidFill>
                    <a:ea typeface="Cambria Math"/>
                  </a:rPr>
                  <a:t>How 2:</a:t>
                </a:r>
              </a:p>
              <a:p>
                <a:r>
                  <a:rPr lang="de-AT" sz="2000" dirty="0" err="1">
                    <a:ea typeface="Cambria Math"/>
                  </a:rPr>
                  <a:t>From</a:t>
                </a:r>
                <a:r>
                  <a:rPr lang="de-AT" sz="2000" dirty="0">
                    <a:ea typeface="Cambria Math"/>
                  </a:rPr>
                  <a:t> </a:t>
                </a:r>
                <a:r>
                  <a:rPr lang="de-AT" sz="2000" dirty="0" err="1">
                    <a:ea typeface="Cambria Math"/>
                  </a:rPr>
                  <a:t>the</a:t>
                </a:r>
                <a:r>
                  <a:rPr lang="de-AT" sz="2000" dirty="0">
                    <a:ea typeface="Cambria Math"/>
                  </a:rPr>
                  <a:t> </a:t>
                </a:r>
                <a:r>
                  <a:rPr lang="de-AT" sz="2000" dirty="0" err="1">
                    <a:ea typeface="Cambria Math"/>
                  </a:rPr>
                  <a:t>standard</a:t>
                </a:r>
                <a:r>
                  <a:rPr lang="de-AT" sz="2000" dirty="0">
                    <a:ea typeface="Cambria Math"/>
                  </a:rPr>
                  <a:t> normal distribution table: </a:t>
                </a:r>
                <a14:m>
                  <m:oMath xmlns:m="http://schemas.openxmlformats.org/officeDocument/2006/math">
                    <m:sSub>
                      <m:sSubPr>
                        <m:ctrlPr>
                          <a:rPr lang="de-AT" sz="2000" i="1">
                            <a:latin typeface="Cambria Math" panose="02040503050406030204" pitchFamily="18" charset="0"/>
                            <a:ea typeface="Cambria Math"/>
                          </a:rPr>
                        </m:ctrlPr>
                      </m:sSubPr>
                      <m:e>
                        <m:r>
                          <a:rPr lang="de-AT" sz="2000" i="1">
                            <a:latin typeface="Cambria Math"/>
                            <a:ea typeface="Cambria Math"/>
                          </a:rPr>
                          <m:t>𝑢</m:t>
                        </m:r>
                      </m:e>
                      <m:sub>
                        <m:r>
                          <a:rPr lang="de-AT" sz="2000" i="1">
                            <a:latin typeface="Cambria Math"/>
                            <a:ea typeface="Cambria Math"/>
                          </a:rPr>
                          <m:t>1−</m:t>
                        </m:r>
                        <m:r>
                          <a:rPr lang="de-AT" sz="2000" i="1">
                            <a:latin typeface="Cambria Math"/>
                            <a:ea typeface="Cambria Math"/>
                          </a:rPr>
                          <m:t>𝛼</m:t>
                        </m:r>
                        <m:r>
                          <a:rPr lang="de-AT" sz="2000" i="1">
                            <a:latin typeface="Cambria Math"/>
                            <a:ea typeface="Cambria Math"/>
                          </a:rPr>
                          <m:t>/2</m:t>
                        </m:r>
                      </m:sub>
                    </m:sSub>
                    <m:r>
                      <a:rPr lang="de-AT" sz="2000" i="1">
                        <a:latin typeface="Cambria Math"/>
                        <a:ea typeface="Cambria Math"/>
                      </a:rPr>
                      <m:t>=1,96</m:t>
                    </m:r>
                  </m:oMath>
                </a14:m>
                <a:endParaRPr lang="de-AT" sz="2000" i="1" dirty="0">
                  <a:latin typeface="Cambria Math"/>
                  <a:ea typeface="Cambria Math"/>
                </a:endParaRPr>
              </a:p>
              <a:p>
                <a14:m>
                  <m:oMath xmlns:m="http://schemas.openxmlformats.org/officeDocument/2006/math">
                    <m:sSub>
                      <m:sSubPr>
                        <m:ctrlPr>
                          <a:rPr lang="de-AT" sz="2000" i="1">
                            <a:latin typeface="Cambria Math" panose="02040503050406030204" pitchFamily="18" charset="0"/>
                            <a:ea typeface="Cambria Math"/>
                          </a:rPr>
                        </m:ctrlPr>
                      </m:sSubPr>
                      <m:e>
                        <m:r>
                          <a:rPr lang="de-AT" sz="2000" i="1">
                            <a:latin typeface="Cambria Math"/>
                            <a:ea typeface="Cambria Math"/>
                          </a:rPr>
                          <m:t>𝜇</m:t>
                        </m:r>
                      </m:e>
                      <m:sub>
                        <m:r>
                          <a:rPr lang="de-AT" sz="2000" i="1">
                            <a:latin typeface="Cambria Math"/>
                            <a:ea typeface="Cambria Math"/>
                          </a:rPr>
                          <m:t>𝑢</m:t>
                        </m:r>
                        <m:r>
                          <a:rPr lang="de-AT" sz="2000" i="1">
                            <a:latin typeface="Cambria Math"/>
                            <a:ea typeface="Cambria Math"/>
                          </a:rPr>
                          <m:t> </m:t>
                        </m:r>
                        <m:r>
                          <a:rPr lang="de-AT" sz="2000" i="1">
                            <a:latin typeface="Cambria Math"/>
                            <a:ea typeface="Cambria Math"/>
                          </a:rPr>
                          <m:t>𝑏𝑧𝑤</m:t>
                        </m:r>
                        <m:r>
                          <a:rPr lang="de-AT" sz="2000" i="1">
                            <a:latin typeface="Cambria Math"/>
                            <a:ea typeface="Cambria Math"/>
                          </a:rPr>
                          <m:t>.  </m:t>
                        </m:r>
                        <m:r>
                          <a:rPr lang="de-AT" sz="2000" i="1">
                            <a:latin typeface="Cambria Math"/>
                            <a:ea typeface="Cambria Math"/>
                          </a:rPr>
                          <m:t>𝑜</m:t>
                        </m:r>
                      </m:sub>
                    </m:sSub>
                    <m:r>
                      <a:rPr lang="de-AT" sz="2000" i="1">
                        <a:latin typeface="Cambria Math"/>
                        <a:ea typeface="Cambria Math"/>
                      </a:rPr>
                      <m:t>=862,49±1,96∗</m:t>
                    </m:r>
                    <m:rad>
                      <m:radPr>
                        <m:degHide m:val="on"/>
                        <m:ctrlPr>
                          <a:rPr lang="de-AT" sz="2000" i="1">
                            <a:latin typeface="Cambria Math" panose="02040503050406030204" pitchFamily="18" charset="0"/>
                            <a:ea typeface="Cambria Math"/>
                          </a:rPr>
                        </m:ctrlPr>
                      </m:radPr>
                      <m:deg/>
                      <m:e>
                        <m:f>
                          <m:fPr>
                            <m:ctrlPr>
                              <a:rPr lang="de-AT" sz="2000" i="1">
                                <a:latin typeface="Cambria Math" panose="02040503050406030204" pitchFamily="18" charset="0"/>
                                <a:ea typeface="Cambria Math"/>
                              </a:rPr>
                            </m:ctrlPr>
                          </m:fPr>
                          <m:num>
                            <m:r>
                              <a:rPr lang="de-AT" sz="2000" i="1">
                                <a:latin typeface="Cambria Math"/>
                                <a:ea typeface="Cambria Math"/>
                              </a:rPr>
                              <m:t>204869,62</m:t>
                            </m:r>
                          </m:num>
                          <m:den>
                            <m:r>
                              <a:rPr lang="de-AT" sz="2000" i="1">
                                <a:latin typeface="Cambria Math"/>
                                <a:ea typeface="Cambria Math"/>
                              </a:rPr>
                              <m:t>400</m:t>
                            </m:r>
                          </m:den>
                        </m:f>
                      </m:e>
                    </m:rad>
                  </m:oMath>
                </a14:m>
                <a:endParaRPr lang="de-AT" sz="2000" dirty="0"/>
              </a:p>
              <a:p>
                <a:pPr lvl="1"/>
                <a14:m>
                  <m:oMath xmlns:m="http://schemas.openxmlformats.org/officeDocument/2006/math">
                    <m:r>
                      <a:rPr lang="de-AT" sz="2000" i="1">
                        <a:latin typeface="Cambria Math"/>
                        <a:ea typeface="Cambria Math"/>
                      </a:rPr>
                      <m:t>𝜇</m:t>
                    </m:r>
                  </m:oMath>
                </a14:m>
                <a:r>
                  <a:rPr lang="de-AT" sz="2000" baseline="-25000" dirty="0">
                    <a:latin typeface="Cambria Math" pitchFamily="18" charset="0"/>
                    <a:ea typeface="Cambria Math" pitchFamily="18" charset="0"/>
                  </a:rPr>
                  <a:t>u</a:t>
                </a:r>
                <a:r>
                  <a:rPr lang="de-AT" sz="2000" dirty="0">
                    <a:latin typeface="Cambria Math" pitchFamily="18" charset="0"/>
                    <a:ea typeface="Cambria Math" pitchFamily="18" charset="0"/>
                  </a:rPr>
                  <a:t> = 818,13 €</a:t>
                </a:r>
              </a:p>
              <a:p>
                <a:pPr lvl="1"/>
                <a14:m>
                  <m:oMath xmlns:m="http://schemas.openxmlformats.org/officeDocument/2006/math">
                    <m:r>
                      <a:rPr lang="de-AT" sz="2000" i="1">
                        <a:latin typeface="Cambria Math"/>
                        <a:ea typeface="Cambria Math"/>
                      </a:rPr>
                      <m:t>𝜇</m:t>
                    </m:r>
                  </m:oMath>
                </a14:m>
                <a:r>
                  <a:rPr lang="de-AT" sz="2000" baseline="-25000" dirty="0">
                    <a:latin typeface="Cambria Math" pitchFamily="18" charset="0"/>
                    <a:ea typeface="Cambria Math" pitchFamily="18" charset="0"/>
                  </a:rPr>
                  <a:t>o</a:t>
                </a:r>
                <a:r>
                  <a:rPr lang="de-AT" sz="2000" dirty="0">
                    <a:latin typeface="Cambria Math" pitchFamily="18" charset="0"/>
                    <a:ea typeface="Cambria Math" pitchFamily="18" charset="0"/>
                  </a:rPr>
                  <a:t> = 906,84 €</a:t>
                </a:r>
                <a:br>
                  <a:rPr lang="de-AT" sz="2000" dirty="0"/>
                </a:br>
                <a:endParaRPr lang="de-AT" sz="2000" dirty="0"/>
              </a:p>
            </p:txBody>
          </p:sp>
        </mc:Choice>
        <mc:Fallback xmlns="">
          <p:sp>
            <p:nvSpPr>
              <p:cNvPr id="3" name="Inhaltsplatzhalter 2"/>
              <p:cNvSpPr>
                <a:spLocks noGrp="1" noRot="1" noChangeAspect="1" noMove="1" noResize="1" noEditPoints="1" noAdjustHandles="1" noChangeArrowheads="1" noChangeShapeType="1" noTextEdit="1"/>
              </p:cNvSpPr>
              <p:nvPr>
                <p:ph idx="1"/>
              </p:nvPr>
            </p:nvSpPr>
            <p:spPr>
              <a:blipFill>
                <a:blip r:embed="rId2"/>
                <a:stretch>
                  <a:fillRect l="-564"/>
                </a:stretch>
              </a:blipFill>
            </p:spPr>
            <p:txBody>
              <a:bodyPr/>
              <a:lstStyle/>
              <a:p>
                <a:r>
                  <a:rPr lang="en-GB">
                    <a:noFill/>
                  </a:rPr>
                  <a:t> </a:t>
                </a:r>
              </a:p>
            </p:txBody>
          </p:sp>
        </mc:Fallback>
      </mc:AlternateContent>
      <p:sp>
        <p:nvSpPr>
          <p:cNvPr id="6" name="Abgerundetes Rechteck 5"/>
          <p:cNvSpPr/>
          <p:nvPr/>
        </p:nvSpPr>
        <p:spPr>
          <a:xfrm>
            <a:off x="6960096" y="4293000"/>
            <a:ext cx="4320480" cy="1800200"/>
          </a:xfrm>
          <a:prstGeom prst="roundRect">
            <a:avLst/>
          </a:prstGeom>
          <a:solidFill>
            <a:schemeClr val="bg1"/>
          </a:solidFill>
          <a:ln>
            <a:solidFill>
              <a:srgbClr val="E37823"/>
            </a:solidFill>
            <a:headEnd type="none" w="med" len="med"/>
            <a:tailEnd type="none" w="med" len="med"/>
          </a:ln>
        </p:spPr>
        <p:style>
          <a:lnRef idx="3">
            <a:schemeClr val="lt1"/>
          </a:lnRef>
          <a:fillRef idx="1">
            <a:schemeClr val="accent6"/>
          </a:fillRef>
          <a:effectRef idx="1">
            <a:schemeClr val="accent6"/>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de-AT" b="1" dirty="0">
                <a:solidFill>
                  <a:schemeClr val="tx1"/>
                </a:solidFill>
              </a:rPr>
              <a:t>Variant: n=2.000</a:t>
            </a:r>
          </a:p>
        </p:txBody>
      </p:sp>
      <p:pic>
        <p:nvPicPr>
          <p:cNvPr id="409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3165" y="4788419"/>
            <a:ext cx="3185684" cy="110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a:extLst>
              <a:ext uri="{FF2B5EF4-FFF2-40B4-BE49-F238E27FC236}">
                <a16:creationId xmlns:a16="http://schemas.microsoft.com/office/drawing/2014/main" id="{D15E8816-3800-0752-145C-C05E9295643A}"/>
              </a:ext>
            </a:extLst>
          </p:cNvPr>
          <p:cNvSpPr>
            <a:spLocks noGrp="1"/>
          </p:cNvSpPr>
          <p:nvPr>
            <p:ph type="dt" sz="half" idx="10"/>
          </p:nvPr>
        </p:nvSpPr>
        <p:spPr/>
        <p:txBody>
          <a:bodyPr/>
          <a:lstStyle/>
          <a:p>
            <a:endParaRPr lang="de-DE" dirty="0"/>
          </a:p>
        </p:txBody>
      </p:sp>
      <p:sp>
        <p:nvSpPr>
          <p:cNvPr id="7" name="Footer Placeholder 6">
            <a:extLst>
              <a:ext uri="{FF2B5EF4-FFF2-40B4-BE49-F238E27FC236}">
                <a16:creationId xmlns:a16="http://schemas.microsoft.com/office/drawing/2014/main" id="{89B34441-135A-C58E-B7CA-2992E112F877}"/>
              </a:ext>
            </a:extLst>
          </p:cNvPr>
          <p:cNvSpPr>
            <a:spLocks noGrp="1"/>
          </p:cNvSpPr>
          <p:nvPr>
            <p:ph type="ftr" sz="quarter" idx="11"/>
          </p:nvPr>
        </p:nvSpPr>
        <p:spPr/>
        <p:txBody>
          <a:bodyPr/>
          <a:lstStyle/>
          <a:p>
            <a:r>
              <a:rPr lang="de-DE"/>
              <a:t>KMH</a:t>
            </a:r>
            <a:endParaRPr lang="de-DE" dirty="0"/>
          </a:p>
        </p:txBody>
      </p:sp>
      <p:sp>
        <p:nvSpPr>
          <p:cNvPr id="8" name="Slide Number Placeholder 7">
            <a:extLst>
              <a:ext uri="{FF2B5EF4-FFF2-40B4-BE49-F238E27FC236}">
                <a16:creationId xmlns:a16="http://schemas.microsoft.com/office/drawing/2014/main" id="{7CF55609-45E3-5F73-68B5-0BEB500154AA}"/>
              </a:ext>
            </a:extLst>
          </p:cNvPr>
          <p:cNvSpPr>
            <a:spLocks noGrp="1"/>
          </p:cNvSpPr>
          <p:nvPr>
            <p:ph type="sldNum" sz="quarter" idx="12"/>
          </p:nvPr>
        </p:nvSpPr>
        <p:spPr/>
        <p:txBody>
          <a:bodyPr/>
          <a:lstStyle/>
          <a:p>
            <a:fld id="{D836C0FE-70CA-4950-82D6-CF602CC2B770}" type="slidenum">
              <a:rPr lang="de-DE" smtClean="0"/>
              <a:t>41</a:t>
            </a:fld>
            <a:endParaRPr lang="de-DE" dirty="0"/>
          </a:p>
        </p:txBody>
      </p:sp>
    </p:spTree>
    <p:extLst>
      <p:ext uri="{BB962C8B-B14F-4D97-AF65-F5344CB8AC3E}">
        <p14:creationId xmlns:p14="http://schemas.microsoft.com/office/powerpoint/2010/main" val="264876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6D48265A-96F2-9C87-84B5-596060FF0E80}"/>
              </a:ext>
            </a:extLst>
          </p:cNvPr>
          <p:cNvSpPr>
            <a:spLocks noGrp="1"/>
          </p:cNvSpPr>
          <p:nvPr>
            <p:ph type="title"/>
          </p:nvPr>
        </p:nvSpPr>
        <p:spPr/>
        <p:txBody>
          <a:bodyPr/>
          <a:lstStyle/>
          <a:p>
            <a:r>
              <a:rPr lang="en-GB" dirty="0"/>
              <a:t>Outlook</a:t>
            </a:r>
          </a:p>
        </p:txBody>
      </p:sp>
      <p:sp>
        <p:nvSpPr>
          <p:cNvPr id="2" name="Foliennummernplatzhalter 1">
            <a:extLst>
              <a:ext uri="{FF2B5EF4-FFF2-40B4-BE49-F238E27FC236}">
                <a16:creationId xmlns:a16="http://schemas.microsoft.com/office/drawing/2014/main" id="{0EB3363A-D7B1-3A7A-DB8C-E2BF875193A7}"/>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42</a:t>
            </a:fld>
            <a:endParaRPr lang="en-GB" dirty="0"/>
          </a:p>
        </p:txBody>
      </p:sp>
    </p:spTree>
    <p:extLst>
      <p:ext uri="{BB962C8B-B14F-4D97-AF65-F5344CB8AC3E}">
        <p14:creationId xmlns:p14="http://schemas.microsoft.com/office/powerpoint/2010/main" val="5874232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1DED73BE-4E25-CCB5-9A2E-1BF56404A45F}"/>
              </a:ext>
            </a:extLst>
          </p:cNvPr>
          <p:cNvSpPr>
            <a:spLocks noGrp="1"/>
          </p:cNvSpPr>
          <p:nvPr>
            <p:ph type="sldNum" sz="quarter" idx="12"/>
          </p:nvPr>
        </p:nvSpPr>
        <p:spPr/>
        <p:txBody>
          <a:bodyPr/>
          <a:lstStyle/>
          <a:p>
            <a:fld id="{D836C0FE-70CA-4950-82D6-CF602CC2B770}" type="slidenum">
              <a:rPr lang="en-GB" smtClean="0"/>
              <a:t>43</a:t>
            </a:fld>
            <a:endParaRPr lang="en-GB" dirty="0"/>
          </a:p>
        </p:txBody>
      </p:sp>
      <p:sp>
        <p:nvSpPr>
          <p:cNvPr id="3" name="Titel 2">
            <a:extLst>
              <a:ext uri="{FF2B5EF4-FFF2-40B4-BE49-F238E27FC236}">
                <a16:creationId xmlns:a16="http://schemas.microsoft.com/office/drawing/2014/main" id="{F4E91D2C-1A92-6B6A-F797-B1885D765DAA}"/>
              </a:ext>
            </a:extLst>
          </p:cNvPr>
          <p:cNvSpPr>
            <a:spLocks noGrp="1"/>
          </p:cNvSpPr>
          <p:nvPr>
            <p:ph type="title"/>
          </p:nvPr>
        </p:nvSpPr>
        <p:spPr/>
        <p:txBody>
          <a:bodyPr/>
          <a:lstStyle/>
          <a:p>
            <a:r>
              <a:rPr lang="en-GB" dirty="0"/>
              <a:t>Outlook</a:t>
            </a:r>
          </a:p>
        </p:txBody>
      </p:sp>
      <p:sp>
        <p:nvSpPr>
          <p:cNvPr id="4" name="Inhaltsplatzhalter 3">
            <a:extLst>
              <a:ext uri="{FF2B5EF4-FFF2-40B4-BE49-F238E27FC236}">
                <a16:creationId xmlns:a16="http://schemas.microsoft.com/office/drawing/2014/main" id="{B0B20038-F742-A10A-233F-F413BB56FB02}"/>
              </a:ext>
            </a:extLst>
          </p:cNvPr>
          <p:cNvSpPr>
            <a:spLocks noGrp="1"/>
          </p:cNvSpPr>
          <p:nvPr>
            <p:ph idx="1"/>
          </p:nvPr>
        </p:nvSpPr>
        <p:spPr>
          <a:xfrm>
            <a:off x="695325" y="1628999"/>
            <a:ext cx="3096675" cy="3888001"/>
          </a:xfrm>
        </p:spPr>
        <p:txBody>
          <a:bodyPr>
            <a:normAutofit/>
          </a:bodyPr>
          <a:lstStyle/>
          <a:p>
            <a:r>
              <a:rPr lang="en-GB" sz="2800" b="1" dirty="0"/>
              <a:t>Making Data FAIR (Again)?</a:t>
            </a:r>
          </a:p>
        </p:txBody>
      </p:sp>
      <p:sp>
        <p:nvSpPr>
          <p:cNvPr id="5" name="Datumsplatzhalter 4">
            <a:extLst>
              <a:ext uri="{FF2B5EF4-FFF2-40B4-BE49-F238E27FC236}">
                <a16:creationId xmlns:a16="http://schemas.microsoft.com/office/drawing/2014/main" id="{2367C216-F648-2CEB-F916-C0140D7EA92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EDC14DE-67DF-FEBB-53AD-86AD35A79AEA}"/>
              </a:ext>
            </a:extLst>
          </p:cNvPr>
          <p:cNvSpPr>
            <a:spLocks noGrp="1"/>
          </p:cNvSpPr>
          <p:nvPr>
            <p:ph type="ftr" sz="quarter" idx="11"/>
          </p:nvPr>
        </p:nvSpPr>
        <p:spPr/>
        <p:txBody>
          <a:bodyPr/>
          <a:lstStyle/>
          <a:p>
            <a:r>
              <a:rPr lang="en-GB" dirty="0"/>
              <a:t>KMH</a:t>
            </a:r>
          </a:p>
        </p:txBody>
      </p:sp>
      <p:pic>
        <p:nvPicPr>
          <p:cNvPr id="8" name="Picture 7">
            <a:hlinkClick r:id="rId2"/>
            <a:extLst>
              <a:ext uri="{FF2B5EF4-FFF2-40B4-BE49-F238E27FC236}">
                <a16:creationId xmlns:a16="http://schemas.microsoft.com/office/drawing/2014/main" id="{5F888138-FD25-B2DB-C3ED-01B689A6CB06}"/>
              </a:ext>
            </a:extLst>
          </p:cNvPr>
          <p:cNvPicPr>
            <a:picLocks noChangeAspect="1"/>
          </p:cNvPicPr>
          <p:nvPr/>
        </p:nvPicPr>
        <p:blipFill>
          <a:blip r:embed="rId3"/>
          <a:stretch>
            <a:fillRect/>
          </a:stretch>
        </p:blipFill>
        <p:spPr>
          <a:xfrm>
            <a:off x="4306544" y="1485000"/>
            <a:ext cx="7189456" cy="4032000"/>
          </a:xfrm>
          <a:prstGeom prst="rect">
            <a:avLst/>
          </a:prstGeom>
          <a:ln w="6350">
            <a:solidFill>
              <a:schemeClr val="tx1"/>
            </a:solidFill>
          </a:ln>
          <a:effectLst>
            <a:outerShdw blurRad="254000" dist="107763" dir="2699994" algn="tl">
              <a:prstClr val="black">
                <a:alpha val="40000"/>
              </a:prstClr>
            </a:outerShdw>
          </a:effectLst>
        </p:spPr>
      </p:pic>
      <p:sp>
        <p:nvSpPr>
          <p:cNvPr id="10" name="TextBox 9">
            <a:extLst>
              <a:ext uri="{FF2B5EF4-FFF2-40B4-BE49-F238E27FC236}">
                <a16:creationId xmlns:a16="http://schemas.microsoft.com/office/drawing/2014/main" id="{0B993380-8816-A751-90BB-220661612096}"/>
              </a:ext>
            </a:extLst>
          </p:cNvPr>
          <p:cNvSpPr txBox="1"/>
          <p:nvPr/>
        </p:nvSpPr>
        <p:spPr>
          <a:xfrm>
            <a:off x="4749270" y="5662400"/>
            <a:ext cx="6180082" cy="369332"/>
          </a:xfrm>
          <a:prstGeom prst="rect">
            <a:avLst/>
          </a:prstGeom>
          <a:noFill/>
        </p:spPr>
        <p:txBody>
          <a:bodyPr wrap="square">
            <a:spAutoFit/>
          </a:bodyPr>
          <a:lstStyle/>
          <a:p>
            <a:pPr algn="ctr"/>
            <a:r>
              <a:rPr lang="en-GB" dirty="0"/>
              <a:t>https://youtu.be/6DncYkPZBc4</a:t>
            </a:r>
          </a:p>
        </p:txBody>
      </p:sp>
    </p:spTree>
    <p:extLst>
      <p:ext uri="{BB962C8B-B14F-4D97-AF65-F5344CB8AC3E}">
        <p14:creationId xmlns:p14="http://schemas.microsoft.com/office/powerpoint/2010/main" val="2015343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B268FE5F-26AC-C00D-E469-92E59064A6CC}"/>
              </a:ext>
            </a:extLst>
          </p:cNvPr>
          <p:cNvSpPr>
            <a:spLocks noGrp="1"/>
          </p:cNvSpPr>
          <p:nvPr>
            <p:ph type="ctrTitle"/>
          </p:nvPr>
        </p:nvSpPr>
        <p:spPr>
          <a:xfrm>
            <a:off x="6528000" y="3357000"/>
            <a:ext cx="4967326" cy="1440000"/>
          </a:xfrm>
        </p:spPr>
        <p:txBody>
          <a:bodyPr/>
          <a:lstStyle/>
          <a:p>
            <a:r>
              <a:rPr lang="en-GB" sz="7200" b="1" kern="1200" baseline="0" dirty="0">
                <a:solidFill>
                  <a:schemeClr val="bg1"/>
                </a:solidFill>
                <a:latin typeface="Bookman Old Style" panose="02050604050505020204" pitchFamily="18" charset="0"/>
                <a:ea typeface="+mj-ea"/>
                <a:cs typeface="Calibri" panose="020F0502020204030204" pitchFamily="34" charset="0"/>
              </a:rPr>
              <a:t>So long &amp; cheerio!</a:t>
            </a:r>
            <a:endParaRPr lang="en-GB" sz="7200" dirty="0"/>
          </a:p>
        </p:txBody>
      </p:sp>
      <p:pic>
        <p:nvPicPr>
          <p:cNvPr id="15" name="Grafik 14">
            <a:extLst>
              <a:ext uri="{FF2B5EF4-FFF2-40B4-BE49-F238E27FC236}">
                <a16:creationId xmlns:a16="http://schemas.microsoft.com/office/drawing/2014/main" id="{BA542F76-BA4F-CF65-9AC7-CED2BDE13E09}"/>
              </a:ext>
            </a:extLst>
          </p:cNvPr>
          <p:cNvPicPr>
            <a:picLocks noChangeAspect="1"/>
          </p:cNvPicPr>
          <p:nvPr/>
        </p:nvPicPr>
        <p:blipFill>
          <a:blip r:embed="rId2"/>
          <a:stretch>
            <a:fillRect/>
          </a:stretch>
        </p:blipFill>
        <p:spPr>
          <a:xfrm>
            <a:off x="7536000" y="5949000"/>
            <a:ext cx="885714" cy="371429"/>
          </a:xfrm>
          <a:prstGeom prst="rect">
            <a:avLst/>
          </a:prstGeom>
        </p:spPr>
      </p:pic>
      <p:pic>
        <p:nvPicPr>
          <p:cNvPr id="5" name="Bildplatzhalter 4">
            <a:extLst>
              <a:ext uri="{FF2B5EF4-FFF2-40B4-BE49-F238E27FC236}">
                <a16:creationId xmlns:a16="http://schemas.microsoft.com/office/drawing/2014/main" id="{D910FE55-AD78-2D7F-6F7C-3BFDF471D4E5}"/>
              </a:ext>
            </a:extLst>
          </p:cNvPr>
          <p:cNvPicPr>
            <a:picLocks noGrp="1" noChangeAspect="1"/>
          </p:cNvPicPr>
          <p:nvPr>
            <p:ph type="pic" idx="11"/>
          </p:nvPr>
        </p:nvPicPr>
        <p:blipFill>
          <a:blip r:embed="rId3">
            <a:extLst>
              <a:ext uri="{28A0092B-C50C-407E-A947-70E740481C1C}">
                <a14:useLocalDpi xmlns:a14="http://schemas.microsoft.com/office/drawing/2010/main" val="0"/>
              </a:ext>
            </a:extLst>
          </a:blip>
          <a:srcRect l="21481" r="21481"/>
          <a:stretch/>
        </p:blipFill>
        <p:spPr/>
      </p:pic>
    </p:spTree>
    <p:extLst>
      <p:ext uri="{BB962C8B-B14F-4D97-AF65-F5344CB8AC3E}">
        <p14:creationId xmlns:p14="http://schemas.microsoft.com/office/powerpoint/2010/main" val="2537912681"/>
      </p:ext>
    </p:extLst>
  </p:cSld>
  <p:clrMapOvr>
    <a:masterClrMapping/>
  </p:clrMapOvr>
</p:sld>
</file>

<file path=ppt/theme/theme1.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kmh_1">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IMC_Master_kmh_DE_v1.potx" id="{79027A7D-8AA6-4FF1-9B83-2BF3E5D41B04}" vid="{87764EB5-24AE-4F71-AD43-557043AB0F05}"/>
    </a:ext>
  </a:extLst>
</a:theme>
</file>

<file path=ppt/theme/theme2.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6F2792C-8C3D-4AFB-91DE-8DCC0231744D}">
  <we:reference id="wa200007063" version="1.2.0.0" store="de-DE" storeType="OMEX"/>
  <we:alternateReferences>
    <we:reference id="wa200007063" version="1.2.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C58D664516BE24469EECE7B1C74B4CED" ma:contentTypeVersion="13" ma:contentTypeDescription="Ein neues Dokument erstellen." ma:contentTypeScope="" ma:versionID="148feb6d18d1b98b58ea0b10f3866418">
  <xsd:schema xmlns:xsd="http://www.w3.org/2001/XMLSchema" xmlns:xs="http://www.w3.org/2001/XMLSchema" xmlns:p="http://schemas.microsoft.com/office/2006/metadata/properties" xmlns:ns3="0e1089ab-238d-4f34-8e8a-1e1e5907d4c8" targetNamespace="http://schemas.microsoft.com/office/2006/metadata/properties" ma:root="true" ma:fieldsID="73c7374de2ecd01200187277c5e0b593" ns3:_="">
    <xsd:import namespace="0e1089ab-238d-4f34-8e8a-1e1e5907d4c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element ref="ns3:_activity"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1089ab-238d-4f34-8e8a-1e1e5907d4c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e1089ab-238d-4f34-8e8a-1e1e5907d4c8" xsi:nil="true"/>
  </documentManagement>
</p:properties>
</file>

<file path=customXml/itemProps1.xml><?xml version="1.0" encoding="utf-8"?>
<ds:datastoreItem xmlns:ds="http://schemas.openxmlformats.org/officeDocument/2006/customXml" ds:itemID="{20EB7167-61AD-41F1-A0C7-D8F1990BF1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1089ab-238d-4f34-8e8a-1e1e5907d4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173F5B9-CA92-4B94-AB61-4BBEAEC9764E}">
  <ds:schemaRefs>
    <ds:schemaRef ds:uri="http://schemas.microsoft.com/sharepoint/v3/contenttype/forms"/>
  </ds:schemaRefs>
</ds:datastoreItem>
</file>

<file path=customXml/itemProps3.xml><?xml version="1.0" encoding="utf-8"?>
<ds:datastoreItem xmlns:ds="http://schemas.openxmlformats.org/officeDocument/2006/customXml" ds:itemID="{C05C4301-C29D-407B-9381-82889EE8729E}">
  <ds:schemaRefs>
    <ds:schemaRef ds:uri="http://schemas.openxmlformats.org/package/2006/metadata/core-properties"/>
    <ds:schemaRef ds:uri="http://purl.org/dc/terms/"/>
    <ds:schemaRef ds:uri="http://schemas.microsoft.com/office/2006/documentManagement/types"/>
    <ds:schemaRef ds:uri="http://www.w3.org/XML/1998/namespace"/>
    <ds:schemaRef ds:uri="http://purl.org/dc/elements/1.1/"/>
    <ds:schemaRef ds:uri="http://purl.org/dc/dcmitype/"/>
    <ds:schemaRef ds:uri="http://schemas.microsoft.com/office/infopath/2007/PartnerControls"/>
    <ds:schemaRef ds:uri="0e1089ab-238d-4f34-8e8a-1e1e5907d4c8"/>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0</TotalTime>
  <Words>2328</Words>
  <Application>Microsoft Office PowerPoint</Application>
  <PresentationFormat>Widescreen</PresentationFormat>
  <Paragraphs>429</Paragraphs>
  <Slides>44</Slides>
  <Notes>9</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Bookman Old Style</vt:lpstr>
      <vt:lpstr>Calibri</vt:lpstr>
      <vt:lpstr>Cambria</vt:lpstr>
      <vt:lpstr>Cambria Math</vt:lpstr>
      <vt:lpstr>Courier New</vt:lpstr>
      <vt:lpstr>Symbol</vt:lpstr>
      <vt:lpstr>Wingdings</vt:lpstr>
      <vt:lpstr>IMC University of Applied Sciences</vt:lpstr>
      <vt:lpstr>Gathering Primary Data with Surveys</vt:lpstr>
      <vt:lpstr>Overview</vt:lpstr>
      <vt:lpstr>Surveys … remember?</vt:lpstr>
      <vt:lpstr>Look, Think, Test, Tell</vt:lpstr>
      <vt:lpstr>A typical Workflow</vt:lpstr>
      <vt:lpstr>What Methods are There?  An Overview</vt:lpstr>
      <vt:lpstr>Why not a Survey?</vt:lpstr>
      <vt:lpstr>The ideal empirical Workflow</vt:lpstr>
      <vt:lpstr>Measurement in Surveys</vt:lpstr>
      <vt:lpstr>Measuring manifest Features</vt:lpstr>
      <vt:lpstr>Measuring latent Features</vt:lpstr>
      <vt:lpstr>The ideal empirical Workflow</vt:lpstr>
      <vt:lpstr>Be clear on the Survey Units</vt:lpstr>
      <vt:lpstr>The ideal empirical Workflow</vt:lpstr>
      <vt:lpstr>Operationalise your structured Survey</vt:lpstr>
      <vt:lpstr>Operationalise your structured Survey</vt:lpstr>
      <vt:lpstr>Operationalise your structured Survey</vt:lpstr>
      <vt:lpstr>Requirements for Response Categories: </vt:lpstr>
      <vt:lpstr>Often used: Scales for Intensities</vt:lpstr>
      <vt:lpstr>Often used: Scales for Intensities</vt:lpstr>
      <vt:lpstr>Some Suggestions for formulating Questions</vt:lpstr>
      <vt:lpstr>Some Suggestions for formulating Questions</vt:lpstr>
      <vt:lpstr>Order of Questions:</vt:lpstr>
      <vt:lpstr>The ideal empirical Workflow</vt:lpstr>
      <vt:lpstr>Overview on Online Survey Plattforms</vt:lpstr>
      <vt:lpstr>Digression: How to include GDPR in your Survey </vt:lpstr>
      <vt:lpstr>In Our Case:</vt:lpstr>
      <vt:lpstr>A closer Look: Sampling</vt:lpstr>
      <vt:lpstr>The ideal empirical Workflow</vt:lpstr>
      <vt:lpstr>Why is Sampling important?</vt:lpstr>
      <vt:lpstr>Why is Sampling important?</vt:lpstr>
      <vt:lpstr>Overview Sampling Strategies</vt:lpstr>
      <vt:lpstr>Some Examples:</vt:lpstr>
      <vt:lpstr>Digression: Joining Tables in MS Excel</vt:lpstr>
      <vt:lpstr>Central Limit Theorem in Statistics</vt:lpstr>
      <vt:lpstr>Zentraler Grenzwertsatz der Statistik in Action</vt:lpstr>
      <vt:lpstr>Central Limit Theorem in Action</vt:lpstr>
      <vt:lpstr>Das Konfidenzintervall – es funktioniert!</vt:lpstr>
      <vt:lpstr>Estimating relative Frequencies in Representative Samples</vt:lpstr>
      <vt:lpstr>Estimating mean Values in Representative Samples</vt:lpstr>
      <vt:lpstr>Digression: The Impact of Sample Size on the Confidence Intervall </vt:lpstr>
      <vt:lpstr>Outlook</vt:lpstr>
      <vt:lpstr>Outlook</vt:lpstr>
      <vt:lpstr>So long &amp; cheerio!</vt:lpstr>
    </vt:vector>
  </TitlesOfParts>
  <Company>IMC University of Applied Sciences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Karl Michael Höferl</dc:creator>
  <cp:lastModifiedBy>Karl Michael Höferl</cp:lastModifiedBy>
  <cp:revision>240</cp:revision>
  <dcterms:created xsi:type="dcterms:W3CDTF">2023-06-26T10:57:31Z</dcterms:created>
  <dcterms:modified xsi:type="dcterms:W3CDTF">2026-02-23T15:58:37Z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0x010100C58D664516BE24469EECE7B1C74B4CED</vt:lpwstr>
  </property>
  <property fmtid="{D5CDD505-2E9C-101B-9397-08002B2CF9AE}" pid="3" name="MediaServiceImageTags">
    <vt:lpwstr/>
  </property>
</Properties>
</file>