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4"/>
  </p:sldMasterIdLst>
  <p:notesMasterIdLst>
    <p:notesMasterId r:id="rId91"/>
  </p:notesMasterIdLst>
  <p:handoutMasterIdLst>
    <p:handoutMasterId r:id="rId92"/>
  </p:handoutMasterIdLst>
  <p:sldIdLst>
    <p:sldId id="274" r:id="rId5"/>
    <p:sldId id="278" r:id="rId6"/>
    <p:sldId id="289" r:id="rId7"/>
    <p:sldId id="313" r:id="rId8"/>
    <p:sldId id="314" r:id="rId9"/>
    <p:sldId id="1308" r:id="rId10"/>
    <p:sldId id="1387" r:id="rId11"/>
    <p:sldId id="1325" r:id="rId12"/>
    <p:sldId id="1309" r:id="rId13"/>
    <p:sldId id="1310" r:id="rId14"/>
    <p:sldId id="436" r:id="rId15"/>
    <p:sldId id="378" r:id="rId16"/>
    <p:sldId id="1311" r:id="rId17"/>
    <p:sldId id="1327" r:id="rId18"/>
    <p:sldId id="1330" r:id="rId19"/>
    <p:sldId id="1331" r:id="rId20"/>
    <p:sldId id="1328" r:id="rId21"/>
    <p:sldId id="1332" r:id="rId22"/>
    <p:sldId id="1326" r:id="rId23"/>
    <p:sldId id="1337" r:id="rId24"/>
    <p:sldId id="1333" r:id="rId25"/>
    <p:sldId id="1336" r:id="rId26"/>
    <p:sldId id="1335" r:id="rId27"/>
    <p:sldId id="1334" r:id="rId28"/>
    <p:sldId id="1338" r:id="rId29"/>
    <p:sldId id="822" r:id="rId30"/>
    <p:sldId id="1339" r:id="rId31"/>
    <p:sldId id="1340" r:id="rId32"/>
    <p:sldId id="350" r:id="rId33"/>
    <p:sldId id="390" r:id="rId34"/>
    <p:sldId id="391" r:id="rId35"/>
    <p:sldId id="1341" r:id="rId36"/>
    <p:sldId id="1342" r:id="rId37"/>
    <p:sldId id="1344" r:id="rId38"/>
    <p:sldId id="1345" r:id="rId39"/>
    <p:sldId id="1346" r:id="rId40"/>
    <p:sldId id="393" r:id="rId41"/>
    <p:sldId id="394" r:id="rId42"/>
    <p:sldId id="395" r:id="rId43"/>
    <p:sldId id="1347" r:id="rId44"/>
    <p:sldId id="1348" r:id="rId45"/>
    <p:sldId id="396" r:id="rId46"/>
    <p:sldId id="397" r:id="rId47"/>
    <p:sldId id="1349" r:id="rId48"/>
    <p:sldId id="1350" r:id="rId49"/>
    <p:sldId id="1351" r:id="rId50"/>
    <p:sldId id="1352" r:id="rId51"/>
    <p:sldId id="432" r:id="rId52"/>
    <p:sldId id="1353" r:id="rId53"/>
    <p:sldId id="1355" r:id="rId54"/>
    <p:sldId id="1358" r:id="rId55"/>
    <p:sldId id="1359" r:id="rId56"/>
    <p:sldId id="1356" r:id="rId57"/>
    <p:sldId id="1357" r:id="rId58"/>
    <p:sldId id="1360" r:id="rId59"/>
    <p:sldId id="1361" r:id="rId60"/>
    <p:sldId id="1362" r:id="rId61"/>
    <p:sldId id="1363" r:id="rId62"/>
    <p:sldId id="1364" r:id="rId63"/>
    <p:sldId id="1366" r:id="rId64"/>
    <p:sldId id="1367" r:id="rId65"/>
    <p:sldId id="1368" r:id="rId66"/>
    <p:sldId id="1369" r:id="rId67"/>
    <p:sldId id="1373" r:id="rId68"/>
    <p:sldId id="1372" r:id="rId69"/>
    <p:sldId id="1374" r:id="rId70"/>
    <p:sldId id="1375" r:id="rId71"/>
    <p:sldId id="1370" r:id="rId72"/>
    <p:sldId id="1371" r:id="rId73"/>
    <p:sldId id="1383" r:id="rId74"/>
    <p:sldId id="1384" r:id="rId75"/>
    <p:sldId id="1385" r:id="rId76"/>
    <p:sldId id="1386" r:id="rId77"/>
    <p:sldId id="413" r:id="rId78"/>
    <p:sldId id="414" r:id="rId79"/>
    <p:sldId id="415" r:id="rId80"/>
    <p:sldId id="1376" r:id="rId81"/>
    <p:sldId id="1377" r:id="rId82"/>
    <p:sldId id="1380" r:id="rId83"/>
    <p:sldId id="1381" r:id="rId84"/>
    <p:sldId id="1388" r:id="rId85"/>
    <p:sldId id="1378" r:id="rId86"/>
    <p:sldId id="1382" r:id="rId87"/>
    <p:sldId id="1113" r:id="rId88"/>
    <p:sldId id="1307" r:id="rId89"/>
    <p:sldId id="277" r:id="rId9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9F72D9-D0FD-4FA6-A9BC-749821B702A6}">
          <p14:sldIdLst>
            <p14:sldId id="274"/>
            <p14:sldId id="278"/>
          </p14:sldIdLst>
        </p14:section>
        <p14:section name="Untitled Section" id="{B5D67330-A90E-4A33-A819-05AE3EC6F1DF}">
          <p14:sldIdLst>
            <p14:sldId id="289"/>
            <p14:sldId id="313"/>
            <p14:sldId id="314"/>
            <p14:sldId id="1308"/>
            <p14:sldId id="1387"/>
            <p14:sldId id="1325"/>
          </p14:sldIdLst>
        </p14:section>
        <p14:section name="Factors" id="{5EFBCBA6-4190-4008-8377-BC250E35FDBE}">
          <p14:sldIdLst>
            <p14:sldId id="1309"/>
            <p14:sldId id="1310"/>
            <p14:sldId id="436"/>
            <p14:sldId id="378"/>
            <p14:sldId id="1311"/>
            <p14:sldId id="1327"/>
            <p14:sldId id="1330"/>
            <p14:sldId id="1331"/>
            <p14:sldId id="1328"/>
          </p14:sldIdLst>
        </p14:section>
        <p14:section name="Descritive Statistics" id="{9567E342-A493-44F3-8F89-A284F3474088}">
          <p14:sldIdLst>
            <p14:sldId id="1332"/>
            <p14:sldId id="1326"/>
            <p14:sldId id="1337"/>
            <p14:sldId id="1333"/>
            <p14:sldId id="1336"/>
            <p14:sldId id="1335"/>
            <p14:sldId id="1334"/>
            <p14:sldId id="1338"/>
            <p14:sldId id="822"/>
          </p14:sldIdLst>
        </p14:section>
        <p14:section name="Univariate Analysis" id="{95D0590E-7D49-4BDF-9FCE-72939BECB135}">
          <p14:sldIdLst>
            <p14:sldId id="1339"/>
            <p14:sldId id="1340"/>
            <p14:sldId id="350"/>
            <p14:sldId id="390"/>
            <p14:sldId id="391"/>
            <p14:sldId id="1341"/>
            <p14:sldId id="1342"/>
            <p14:sldId id="1344"/>
            <p14:sldId id="1345"/>
          </p14:sldIdLst>
        </p14:section>
        <p14:section name="Uni Metrisch" id="{3495503D-13A1-4DB9-9BD2-661A6DD8EE15}">
          <p14:sldIdLst>
            <p14:sldId id="1346"/>
            <p14:sldId id="393"/>
            <p14:sldId id="394"/>
            <p14:sldId id="395"/>
            <p14:sldId id="1347"/>
            <p14:sldId id="1348"/>
            <p14:sldId id="396"/>
            <p14:sldId id="397"/>
          </p14:sldIdLst>
        </p14:section>
        <p14:section name="Correlation nominal" id="{6F5B7BC7-3CEE-4B0B-A2F4-1CA87464A28C}">
          <p14:sldIdLst>
            <p14:sldId id="1349"/>
            <p14:sldId id="1350"/>
            <p14:sldId id="1351"/>
            <p14:sldId id="1352"/>
            <p14:sldId id="432"/>
          </p14:sldIdLst>
        </p14:section>
        <p14:section name="Nominal &amp; ordinal data" id="{59D731D6-5D92-4FD3-BBE2-AD2D1F555506}">
          <p14:sldIdLst>
            <p14:sldId id="1353"/>
            <p14:sldId id="1355"/>
            <p14:sldId id="1358"/>
            <p14:sldId id="1359"/>
            <p14:sldId id="1356"/>
            <p14:sldId id="1357"/>
            <p14:sldId id="1360"/>
            <p14:sldId id="1361"/>
            <p14:sldId id="1362"/>
            <p14:sldId id="1363"/>
          </p14:sldIdLst>
        </p14:section>
        <p14:section name="Metric correlation" id="{4879DBD9-1520-4C56-B751-62CC6B508936}">
          <p14:sldIdLst>
            <p14:sldId id="1364"/>
            <p14:sldId id="1366"/>
            <p14:sldId id="1367"/>
            <p14:sldId id="1368"/>
            <p14:sldId id="1369"/>
            <p14:sldId id="1373"/>
            <p14:sldId id="1372"/>
            <p14:sldId id="1374"/>
            <p14:sldId id="1375"/>
            <p14:sldId id="1370"/>
            <p14:sldId id="1371"/>
          </p14:sldIdLst>
        </p14:section>
        <p14:section name="Regression" id="{223405AC-5443-4A04-B917-4C60EBB2A53C}">
          <p14:sldIdLst>
            <p14:sldId id="1383"/>
            <p14:sldId id="1384"/>
            <p14:sldId id="1385"/>
            <p14:sldId id="1386"/>
            <p14:sldId id="413"/>
            <p14:sldId id="414"/>
            <p14:sldId id="415"/>
          </p14:sldIdLst>
        </p14:section>
        <p14:section name="check Normal distribution" id="{3F7F6E9B-3899-42F2-9D5A-4E549B277499}">
          <p14:sldIdLst>
            <p14:sldId id="1376"/>
            <p14:sldId id="1377"/>
            <p14:sldId id="1380"/>
            <p14:sldId id="1381"/>
            <p14:sldId id="1388"/>
            <p14:sldId id="1378"/>
            <p14:sldId id="1382"/>
          </p14:sldIdLst>
        </p14:section>
        <p14:section name="Outlook" id="{1979E27D-F66C-4CF2-98F7-5F248326F51B}">
          <p14:sldIdLst>
            <p14:sldId id="1113"/>
            <p14:sldId id="1307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FB3"/>
    <a:srgbClr val="EEEEEC"/>
    <a:srgbClr val="EDEEE9"/>
    <a:srgbClr val="95C31B"/>
    <a:srgbClr val="EA4764"/>
    <a:srgbClr val="6486C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6224A-0AD5-4BA7-8801-D5E96A25B45E}" v="813" dt="2026-02-26T06:57:56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79711" autoAdjust="0"/>
  </p:normalViewPr>
  <p:slideViewPr>
    <p:cSldViewPr showGuides="1">
      <p:cViewPr>
        <p:scale>
          <a:sx n="58" d="100"/>
          <a:sy n="58" d="100"/>
        </p:scale>
        <p:origin x="640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7812"/>
    </p:cViewPr>
  </p:sorterViewPr>
  <p:notesViewPr>
    <p:cSldViewPr showGuides="1">
      <p:cViewPr>
        <p:scale>
          <a:sx n="66" d="100"/>
          <a:sy n="66" d="100"/>
        </p:scale>
        <p:origin x="3354" y="44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 Michael Höferl" userId="544d2ce1-0a3b-4706-9dfd-c6d69d0e3c8e" providerId="ADAL" clId="{728816E0-0922-4745-AF12-C87F45E7DFA0}"/>
    <pc:docChg chg="undo custSel addSld delSld modSld sldOrd addSection delSection modSection">
      <pc:chgData name="Karl Michael Höferl" userId="544d2ce1-0a3b-4706-9dfd-c6d69d0e3c8e" providerId="ADAL" clId="{728816E0-0922-4745-AF12-C87F45E7DFA0}" dt="2026-02-26T07:03:18.719" v="5865" actId="20577"/>
      <pc:docMkLst>
        <pc:docMk/>
      </pc:docMkLst>
      <pc:sldChg chg="modSp mod">
        <pc:chgData name="Karl Michael Höferl" userId="544d2ce1-0a3b-4706-9dfd-c6d69d0e3c8e" providerId="ADAL" clId="{728816E0-0922-4745-AF12-C87F45E7DFA0}" dt="2026-02-24T15:46:45.943" v="5563" actId="20577"/>
        <pc:sldMkLst>
          <pc:docMk/>
          <pc:sldMk cId="1714654990" sldId="274"/>
        </pc:sldMkLst>
        <pc:spChg chg="mod">
          <ac:chgData name="Karl Michael Höferl" userId="544d2ce1-0a3b-4706-9dfd-c6d69d0e3c8e" providerId="ADAL" clId="{728816E0-0922-4745-AF12-C87F45E7DFA0}" dt="2026-02-24T15:46:45.943" v="5563" actId="20577"/>
          <ac:spMkLst>
            <pc:docMk/>
            <pc:sldMk cId="1714654990" sldId="274"/>
            <ac:spMk id="3" creationId="{78ECA2FC-8EBF-2FBC-EBF2-E347275417F5}"/>
          </ac:spMkLst>
        </pc:spChg>
        <pc:spChg chg="mod">
          <ac:chgData name="Karl Michael Höferl" userId="544d2ce1-0a3b-4706-9dfd-c6d69d0e3c8e" providerId="ADAL" clId="{728816E0-0922-4745-AF12-C87F45E7DFA0}" dt="2026-02-19T16:31:11.371" v="4214" actId="790"/>
          <ac:spMkLst>
            <pc:docMk/>
            <pc:sldMk cId="1714654990" sldId="274"/>
            <ac:spMk id="4" creationId="{F4502378-B236-0724-12B2-56238B51872B}"/>
          </ac:spMkLst>
        </pc:spChg>
        <pc:spChg chg="mod">
          <ac:chgData name="Karl Michael Höferl" userId="544d2ce1-0a3b-4706-9dfd-c6d69d0e3c8e" providerId="ADAL" clId="{728816E0-0922-4745-AF12-C87F45E7DFA0}" dt="2026-02-19T16:31:11.373" v="4215" actId="790"/>
          <ac:spMkLst>
            <pc:docMk/>
            <pc:sldMk cId="1714654990" sldId="274"/>
            <ac:spMk id="5" creationId="{D4CAB6A2-FD2E-0A0E-1E7C-685BDC8AB00A}"/>
          </ac:spMkLst>
        </pc:spChg>
        <pc:spChg chg="mod">
          <ac:chgData name="Karl Michael Höferl" userId="544d2ce1-0a3b-4706-9dfd-c6d69d0e3c8e" providerId="ADAL" clId="{728816E0-0922-4745-AF12-C87F45E7DFA0}" dt="2026-02-19T16:31:11.374" v="4216" actId="790"/>
          <ac:spMkLst>
            <pc:docMk/>
            <pc:sldMk cId="1714654990" sldId="274"/>
            <ac:spMk id="7" creationId="{AE42D817-3BF5-0859-ABA5-56BA456FF739}"/>
          </ac:spMkLst>
        </pc:spChg>
      </pc:sldChg>
      <pc:sldChg chg="modSp mod">
        <pc:chgData name="Karl Michael Höferl" userId="544d2ce1-0a3b-4706-9dfd-c6d69d0e3c8e" providerId="ADAL" clId="{728816E0-0922-4745-AF12-C87F45E7DFA0}" dt="2026-02-19T16:31:11.762" v="4511" actId="790"/>
        <pc:sldMkLst>
          <pc:docMk/>
          <pc:sldMk cId="2537912681" sldId="277"/>
        </pc:sldMkLst>
        <pc:spChg chg="mod">
          <ac:chgData name="Karl Michael Höferl" userId="544d2ce1-0a3b-4706-9dfd-c6d69d0e3c8e" providerId="ADAL" clId="{728816E0-0922-4745-AF12-C87F45E7DFA0}" dt="2026-02-19T16:31:11.762" v="4511" actId="790"/>
          <ac:spMkLst>
            <pc:docMk/>
            <pc:sldMk cId="2537912681" sldId="277"/>
            <ac:spMk id="10" creationId="{B268FE5F-26AC-C00D-E469-92E59064A6CC}"/>
          </ac:spMkLst>
        </pc:spChg>
      </pc:sldChg>
      <pc:sldChg chg="modSp mod">
        <pc:chgData name="Karl Michael Höferl" userId="544d2ce1-0a3b-4706-9dfd-c6d69d0e3c8e" providerId="ADAL" clId="{728816E0-0922-4745-AF12-C87F45E7DFA0}" dt="2026-02-24T16:12:59.077" v="5769" actId="403"/>
        <pc:sldMkLst>
          <pc:docMk/>
          <pc:sldMk cId="3966956599" sldId="278"/>
        </pc:sldMkLst>
        <pc:spChg chg="mod">
          <ac:chgData name="Karl Michael Höferl" userId="544d2ce1-0a3b-4706-9dfd-c6d69d0e3c8e" providerId="ADAL" clId="{728816E0-0922-4745-AF12-C87F45E7DFA0}" dt="2026-02-19T16:31:11.384" v="4221" actId="790"/>
          <ac:spMkLst>
            <pc:docMk/>
            <pc:sldMk cId="3966956599" sldId="278"/>
            <ac:spMk id="2" creationId="{8E685C95-94E5-A5B0-7580-C531D1A59A1E}"/>
          </ac:spMkLst>
        </pc:spChg>
        <pc:spChg chg="mod">
          <ac:chgData name="Karl Michael Höferl" userId="544d2ce1-0a3b-4706-9dfd-c6d69d0e3c8e" providerId="ADAL" clId="{728816E0-0922-4745-AF12-C87F45E7DFA0}" dt="2026-02-19T16:31:11.374" v="4217" actId="790"/>
          <ac:spMkLst>
            <pc:docMk/>
            <pc:sldMk cId="3966956599" sldId="278"/>
            <ac:spMk id="6" creationId="{D1F21953-5825-54FF-DD84-ED80226FBB1E}"/>
          </ac:spMkLst>
        </pc:spChg>
        <pc:spChg chg="mod">
          <ac:chgData name="Karl Michael Höferl" userId="544d2ce1-0a3b-4706-9dfd-c6d69d0e3c8e" providerId="ADAL" clId="{728816E0-0922-4745-AF12-C87F45E7DFA0}" dt="2026-02-24T16:12:59.077" v="5769" actId="403"/>
          <ac:spMkLst>
            <pc:docMk/>
            <pc:sldMk cId="3966956599" sldId="278"/>
            <ac:spMk id="7" creationId="{099EF4D1-C3FA-6B89-E7F8-3935D779FF1D}"/>
          </ac:spMkLst>
        </pc:spChg>
        <pc:spChg chg="mod">
          <ac:chgData name="Karl Michael Höferl" userId="544d2ce1-0a3b-4706-9dfd-c6d69d0e3c8e" providerId="ADAL" clId="{728816E0-0922-4745-AF12-C87F45E7DFA0}" dt="2026-02-19T16:31:11.382" v="4219" actId="790"/>
          <ac:spMkLst>
            <pc:docMk/>
            <pc:sldMk cId="3966956599" sldId="278"/>
            <ac:spMk id="9" creationId="{C9C7155B-A456-92AA-517F-BB971C939B2C}"/>
          </ac:spMkLst>
        </pc:spChg>
        <pc:spChg chg="mod">
          <ac:chgData name="Karl Michael Höferl" userId="544d2ce1-0a3b-4706-9dfd-c6d69d0e3c8e" providerId="ADAL" clId="{728816E0-0922-4745-AF12-C87F45E7DFA0}" dt="2026-02-19T16:31:11.383" v="4220" actId="790"/>
          <ac:spMkLst>
            <pc:docMk/>
            <pc:sldMk cId="3966956599" sldId="278"/>
            <ac:spMk id="14" creationId="{FB0825BA-6A02-22EE-1F32-1608C61C8F8D}"/>
          </ac:spMkLst>
        </pc:spChg>
      </pc:sldChg>
      <pc:sldChg chg="modSp mod">
        <pc:chgData name="Karl Michael Höferl" userId="544d2ce1-0a3b-4706-9dfd-c6d69d0e3c8e" providerId="ADAL" clId="{728816E0-0922-4745-AF12-C87F45E7DFA0}" dt="2026-02-19T16:31:11.389" v="4222" actId="790"/>
        <pc:sldMkLst>
          <pc:docMk/>
          <pc:sldMk cId="3032260471" sldId="289"/>
        </pc:sldMkLst>
        <pc:spChg chg="mod">
          <ac:chgData name="Karl Michael Höferl" userId="544d2ce1-0a3b-4706-9dfd-c6d69d0e3c8e" providerId="ADAL" clId="{728816E0-0922-4745-AF12-C87F45E7DFA0}" dt="2026-02-19T16:31:11.389" v="4222" actId="790"/>
          <ac:spMkLst>
            <pc:docMk/>
            <pc:sldMk cId="3032260471" sldId="289"/>
            <ac:spMk id="7" creationId="{A5D9BEBA-54A9-0E2A-7E3A-E2BF2E5B542D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398" v="4226" actId="790"/>
        <pc:sldMkLst>
          <pc:docMk/>
          <pc:sldMk cId="883195867" sldId="313"/>
        </pc:sldMkLst>
        <pc:spChg chg="mod">
          <ac:chgData name="Karl Michael Höferl" userId="544d2ce1-0a3b-4706-9dfd-c6d69d0e3c8e" providerId="ADAL" clId="{728816E0-0922-4745-AF12-C87F45E7DFA0}" dt="2026-02-19T16:31:11.391" v="4223" actId="790"/>
          <ac:spMkLst>
            <pc:docMk/>
            <pc:sldMk cId="883195867" sldId="313"/>
            <ac:spMk id="2" creationId="{B6BB0AD8-2EDD-194A-68F7-98C65E147226}"/>
          </ac:spMkLst>
        </pc:spChg>
        <pc:spChg chg="mod">
          <ac:chgData name="Karl Michael Höferl" userId="544d2ce1-0a3b-4706-9dfd-c6d69d0e3c8e" providerId="ADAL" clId="{728816E0-0922-4745-AF12-C87F45E7DFA0}" dt="2026-02-19T16:31:11.392" v="4224" actId="790"/>
          <ac:spMkLst>
            <pc:docMk/>
            <pc:sldMk cId="883195867" sldId="313"/>
            <ac:spMk id="3" creationId="{A1356072-D193-2320-A6BC-59DC34173FBB}"/>
          </ac:spMkLst>
        </pc:spChg>
        <pc:spChg chg="mod">
          <ac:chgData name="Karl Michael Höferl" userId="544d2ce1-0a3b-4706-9dfd-c6d69d0e3c8e" providerId="ADAL" clId="{728816E0-0922-4745-AF12-C87F45E7DFA0}" dt="2026-02-19T16:31:11.393" v="4225" actId="790"/>
          <ac:spMkLst>
            <pc:docMk/>
            <pc:sldMk cId="883195867" sldId="313"/>
            <ac:spMk id="5" creationId="{702FFA7D-A012-F946-D888-3E4B08B08575}"/>
          </ac:spMkLst>
        </pc:spChg>
        <pc:spChg chg="mod">
          <ac:chgData name="Karl Michael Höferl" userId="544d2ce1-0a3b-4706-9dfd-c6d69d0e3c8e" providerId="ADAL" clId="{728816E0-0922-4745-AF12-C87F45E7DFA0}" dt="2026-02-19T16:31:11.398" v="4226" actId="790"/>
          <ac:spMkLst>
            <pc:docMk/>
            <pc:sldMk cId="883195867" sldId="313"/>
            <ac:spMk id="6" creationId="{AD4B8F80-9DDC-A7A6-E986-3ED7C793704F}"/>
          </ac:spMkLst>
        </pc:spChg>
        <pc:graphicFrameChg chg="mod">
          <ac:chgData name="Karl Michael Höferl" userId="544d2ce1-0a3b-4706-9dfd-c6d69d0e3c8e" providerId="ADAL" clId="{728816E0-0922-4745-AF12-C87F45E7DFA0}" dt="2026-02-19T09:08:07.426" v="256" actId="1076"/>
          <ac:graphicFrameMkLst>
            <pc:docMk/>
            <pc:sldMk cId="883195867" sldId="313"/>
            <ac:graphicFrameMk id="10" creationId="{25440035-76A0-F743-CE92-4F8006D1735E}"/>
          </ac:graphicFrameMkLst>
        </pc:graphicFrameChg>
      </pc:sldChg>
      <pc:sldChg chg="modSp add del mod">
        <pc:chgData name="Karl Michael Höferl" userId="544d2ce1-0a3b-4706-9dfd-c6d69d0e3c8e" providerId="ADAL" clId="{728816E0-0922-4745-AF12-C87F45E7DFA0}" dt="2026-02-19T16:31:11.403" v="4230" actId="790"/>
        <pc:sldMkLst>
          <pc:docMk/>
          <pc:sldMk cId="3044575033" sldId="314"/>
        </pc:sldMkLst>
        <pc:spChg chg="mod">
          <ac:chgData name="Karl Michael Höferl" userId="544d2ce1-0a3b-4706-9dfd-c6d69d0e3c8e" providerId="ADAL" clId="{728816E0-0922-4745-AF12-C87F45E7DFA0}" dt="2026-02-19T16:31:11.399" v="4227" actId="790"/>
          <ac:spMkLst>
            <pc:docMk/>
            <pc:sldMk cId="3044575033" sldId="314"/>
            <ac:spMk id="2" creationId="{C1EA860F-2385-EA09-3DF5-2F61B10F5C74}"/>
          </ac:spMkLst>
        </pc:spChg>
        <pc:spChg chg="mod">
          <ac:chgData name="Karl Michael Höferl" userId="544d2ce1-0a3b-4706-9dfd-c6d69d0e3c8e" providerId="ADAL" clId="{728816E0-0922-4745-AF12-C87F45E7DFA0}" dt="2026-02-19T16:31:11.401" v="4228" actId="790"/>
          <ac:spMkLst>
            <pc:docMk/>
            <pc:sldMk cId="3044575033" sldId="314"/>
            <ac:spMk id="3" creationId="{8C5D59B7-0826-6AEF-85F8-25029E52CE22}"/>
          </ac:spMkLst>
        </pc:spChg>
        <pc:spChg chg="mod">
          <ac:chgData name="Karl Michael Höferl" userId="544d2ce1-0a3b-4706-9dfd-c6d69d0e3c8e" providerId="ADAL" clId="{728816E0-0922-4745-AF12-C87F45E7DFA0}" dt="2026-02-19T16:31:11.402" v="4229" actId="790"/>
          <ac:spMkLst>
            <pc:docMk/>
            <pc:sldMk cId="3044575033" sldId="314"/>
            <ac:spMk id="5" creationId="{66FBDF4B-2B6E-0C5D-7823-C3E723BD5DF5}"/>
          </ac:spMkLst>
        </pc:spChg>
        <pc:spChg chg="mod">
          <ac:chgData name="Karl Michael Höferl" userId="544d2ce1-0a3b-4706-9dfd-c6d69d0e3c8e" providerId="ADAL" clId="{728816E0-0922-4745-AF12-C87F45E7DFA0}" dt="2026-02-19T16:31:11.403" v="4230" actId="790"/>
          <ac:spMkLst>
            <pc:docMk/>
            <pc:sldMk cId="3044575033" sldId="314"/>
            <ac:spMk id="6" creationId="{6A4398B0-DF5A-535F-6E2B-5D6AC20BDFD2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521" v="4321" actId="790"/>
        <pc:sldMkLst>
          <pc:docMk/>
          <pc:sldMk cId="3577200522" sldId="350"/>
        </pc:sldMkLst>
        <pc:spChg chg="mod">
          <ac:chgData name="Karl Michael Höferl" userId="544d2ce1-0a3b-4706-9dfd-c6d69d0e3c8e" providerId="ADAL" clId="{728816E0-0922-4745-AF12-C87F45E7DFA0}" dt="2026-02-19T16:31:11.516" v="4318" actId="790"/>
          <ac:spMkLst>
            <pc:docMk/>
            <pc:sldMk cId="3577200522" sldId="350"/>
            <ac:spMk id="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18" v="4319" actId="790"/>
          <ac:spMkLst>
            <pc:docMk/>
            <pc:sldMk cId="3577200522" sldId="350"/>
            <ac:spMk id="3" creationId="{DA97165A-4771-2012-B3E6-DE453976ADB1}"/>
          </ac:spMkLst>
        </pc:spChg>
        <pc:spChg chg="mod">
          <ac:chgData name="Karl Michael Höferl" userId="544d2ce1-0a3b-4706-9dfd-c6d69d0e3c8e" providerId="ADAL" clId="{728816E0-0922-4745-AF12-C87F45E7DFA0}" dt="2026-02-19T16:31:11.520" v="4320" actId="790"/>
          <ac:spMkLst>
            <pc:docMk/>
            <pc:sldMk cId="3577200522" sldId="350"/>
            <ac:spMk id="6" creationId="{3C50D41A-89F2-0293-D95C-F74F406E5B43}"/>
          </ac:spMkLst>
        </pc:spChg>
        <pc:spChg chg="mod">
          <ac:chgData name="Karl Michael Höferl" userId="544d2ce1-0a3b-4706-9dfd-c6d69d0e3c8e" providerId="ADAL" clId="{728816E0-0922-4745-AF12-C87F45E7DFA0}" dt="2026-02-19T16:31:11.521" v="4321" actId="790"/>
          <ac:spMkLst>
            <pc:docMk/>
            <pc:sldMk cId="3577200522" sldId="350"/>
            <ac:spMk id="7" creationId="{6F696F68-1DB5-E9E1-0397-A9924D7C198E}"/>
          </ac:spMkLst>
        </pc:spChg>
      </pc:sldChg>
      <pc:sldChg chg="addSp delSp modSp add mod modClrScheme chgLayout">
        <pc:chgData name="Karl Michael Höferl" userId="544d2ce1-0a3b-4706-9dfd-c6d69d0e3c8e" providerId="ADAL" clId="{728816E0-0922-4745-AF12-C87F45E7DFA0}" dt="2026-02-24T15:58:34.929" v="5693" actId="14100"/>
        <pc:sldMkLst>
          <pc:docMk/>
          <pc:sldMk cId="2411556802" sldId="378"/>
        </pc:sldMkLst>
        <pc:spChg chg="mod ord">
          <ac:chgData name="Karl Michael Höferl" userId="544d2ce1-0a3b-4706-9dfd-c6d69d0e3c8e" providerId="ADAL" clId="{728816E0-0922-4745-AF12-C87F45E7DFA0}" dt="2026-02-24T15:58:20.402" v="5692" actId="20577"/>
          <ac:spMkLst>
            <pc:docMk/>
            <pc:sldMk cId="2411556802" sldId="378"/>
            <ac:spMk id="2" creationId="{00000000-0000-0000-0000-000000000000}"/>
          </ac:spMkLst>
        </pc:spChg>
        <pc:picChg chg="add mod">
          <ac:chgData name="Karl Michael Höferl" userId="544d2ce1-0a3b-4706-9dfd-c6d69d0e3c8e" providerId="ADAL" clId="{728816E0-0922-4745-AF12-C87F45E7DFA0}" dt="2026-02-24T15:58:34.929" v="5693" actId="14100"/>
          <ac:picMkLst>
            <pc:docMk/>
            <pc:sldMk cId="2411556802" sldId="378"/>
            <ac:picMk id="1026" creationId="{AB6ED2A2-6D17-6FCD-5528-C162C39E9733}"/>
          </ac:picMkLst>
        </pc:picChg>
      </pc:sldChg>
      <pc:sldChg chg="delSp modSp add mod modClrScheme chgLayout">
        <pc:chgData name="Karl Michael Höferl" userId="544d2ce1-0a3b-4706-9dfd-c6d69d0e3c8e" providerId="ADAL" clId="{728816E0-0922-4745-AF12-C87F45E7DFA0}" dt="2026-02-24T16:01:30.920" v="5723" actId="20577"/>
        <pc:sldMkLst>
          <pc:docMk/>
          <pc:sldMk cId="1917297929" sldId="390"/>
        </pc:sldMkLst>
        <pc:spChg chg="mod ord">
          <ac:chgData name="Karl Michael Höferl" userId="544d2ce1-0a3b-4706-9dfd-c6d69d0e3c8e" providerId="ADAL" clId="{728816E0-0922-4745-AF12-C87F45E7DFA0}" dt="2026-02-24T16:01:30.920" v="5723" actId="20577"/>
          <ac:spMkLst>
            <pc:docMk/>
            <pc:sldMk cId="1917297929" sldId="390"/>
            <ac:spMk id="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25" v="4326" actId="790"/>
          <ac:spMkLst>
            <pc:docMk/>
            <pc:sldMk cId="1917297929" sldId="390"/>
            <ac:spMk id="3" creationId="{428CAEF8-B397-4AEC-1109-5FFEBA72D389}"/>
          </ac:spMkLst>
        </pc:spChg>
        <pc:spChg chg="mod ord">
          <ac:chgData name="Karl Michael Höferl" userId="544d2ce1-0a3b-4706-9dfd-c6d69d0e3c8e" providerId="ADAL" clId="{728816E0-0922-4745-AF12-C87F45E7DFA0}" dt="2026-02-19T16:31:11.523" v="4323" actId="790"/>
          <ac:spMkLst>
            <pc:docMk/>
            <pc:sldMk cId="1917297929" sldId="390"/>
            <ac:spMk id="5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23" v="4324"/>
          <ac:spMkLst>
            <pc:docMk/>
            <pc:sldMk cId="1917297929" sldId="390"/>
            <ac:spMk id="6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26" v="4327" actId="790"/>
          <ac:spMkLst>
            <pc:docMk/>
            <pc:sldMk cId="1917297929" sldId="390"/>
            <ac:spMk id="7" creationId="{8D0F2331-BD58-29FE-1183-9935F6546102}"/>
          </ac:spMkLst>
        </pc:spChg>
        <pc:spChg chg="mod">
          <ac:chgData name="Karl Michael Höferl" userId="544d2ce1-0a3b-4706-9dfd-c6d69d0e3c8e" providerId="ADAL" clId="{728816E0-0922-4745-AF12-C87F45E7DFA0}" dt="2026-02-19T16:31:11.527" v="4328" actId="790"/>
          <ac:spMkLst>
            <pc:docMk/>
            <pc:sldMk cId="1917297929" sldId="390"/>
            <ac:spMk id="8" creationId="{5A6A6F7F-76EC-9BC9-E4FD-10E61531B2D7}"/>
          </ac:spMkLst>
        </pc:spChg>
        <pc:spChg chg="mod">
          <ac:chgData name="Karl Michael Höferl" userId="544d2ce1-0a3b-4706-9dfd-c6d69d0e3c8e" providerId="ADAL" clId="{728816E0-0922-4745-AF12-C87F45E7DFA0}" dt="2026-02-19T16:31:11.524" v="4325"/>
          <ac:spMkLst>
            <pc:docMk/>
            <pc:sldMk cId="1917297929" sldId="390"/>
            <ac:spMk id="10" creationId="{00000000-0000-0000-0000-000000000000}"/>
          </ac:spMkLst>
        </pc:spChg>
      </pc:sldChg>
      <pc:sldChg chg="delSp modSp add mod modClrScheme modAnim chgLayout">
        <pc:chgData name="Karl Michael Höferl" userId="544d2ce1-0a3b-4706-9dfd-c6d69d0e3c8e" providerId="ADAL" clId="{728816E0-0922-4745-AF12-C87F45E7DFA0}" dt="2026-02-24T16:01:50.328" v="5726" actId="20577"/>
        <pc:sldMkLst>
          <pc:docMk/>
          <pc:sldMk cId="2472432330" sldId="391"/>
        </pc:sldMkLst>
        <pc:spChg chg="mod ord">
          <ac:chgData name="Karl Michael Höferl" userId="544d2ce1-0a3b-4706-9dfd-c6d69d0e3c8e" providerId="ADAL" clId="{728816E0-0922-4745-AF12-C87F45E7DFA0}" dt="2026-02-24T16:01:50.328" v="5726" actId="20577"/>
          <ac:spMkLst>
            <pc:docMk/>
            <pc:sldMk cId="2472432330" sldId="391"/>
            <ac:spMk id="2" creationId="{00000000-0000-0000-0000-000000000000}"/>
          </ac:spMkLst>
        </pc:spChg>
        <pc:spChg chg="mod ord">
          <ac:chgData name="Karl Michael Höferl" userId="544d2ce1-0a3b-4706-9dfd-c6d69d0e3c8e" providerId="ADAL" clId="{728816E0-0922-4745-AF12-C87F45E7DFA0}" dt="2026-02-19T16:31:11.528" v="4330"/>
          <ac:spMkLst>
            <pc:docMk/>
            <pc:sldMk cId="2472432330" sldId="391"/>
            <ac:spMk id="3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33" v="4333" actId="790"/>
          <ac:spMkLst>
            <pc:docMk/>
            <pc:sldMk cId="2472432330" sldId="391"/>
            <ac:spMk id="5" creationId="{0E5B05E2-972B-8A4E-EC3E-51172E6B8F07}"/>
          </ac:spMkLst>
        </pc:spChg>
        <pc:spChg chg="mod">
          <ac:chgData name="Karl Michael Höferl" userId="544d2ce1-0a3b-4706-9dfd-c6d69d0e3c8e" providerId="ADAL" clId="{728816E0-0922-4745-AF12-C87F45E7DFA0}" dt="2026-02-19T16:31:11.534" v="4334" actId="790"/>
          <ac:spMkLst>
            <pc:docMk/>
            <pc:sldMk cId="2472432330" sldId="391"/>
            <ac:spMk id="6" creationId="{08790A0E-3DEE-2293-9595-5937A3E512E0}"/>
          </ac:spMkLst>
        </pc:spChg>
        <pc:spChg chg="mod">
          <ac:chgData name="Karl Michael Höferl" userId="544d2ce1-0a3b-4706-9dfd-c6d69d0e3c8e" providerId="ADAL" clId="{728816E0-0922-4745-AF12-C87F45E7DFA0}" dt="2026-02-19T16:31:11.535" v="4335" actId="790"/>
          <ac:spMkLst>
            <pc:docMk/>
            <pc:sldMk cId="2472432330" sldId="391"/>
            <ac:spMk id="7" creationId="{E8A5DC7B-DC70-5454-B7E3-D9F2B9F118DD}"/>
          </ac:spMkLst>
        </pc:spChg>
        <pc:spChg chg="mod">
          <ac:chgData name="Karl Michael Höferl" userId="544d2ce1-0a3b-4706-9dfd-c6d69d0e3c8e" providerId="ADAL" clId="{728816E0-0922-4745-AF12-C87F45E7DFA0}" dt="2026-02-19T16:31:11.530" v="4331" actId="790"/>
          <ac:spMkLst>
            <pc:docMk/>
            <pc:sldMk cId="2472432330" sldId="391"/>
            <ac:spMk id="8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32" v="4332"/>
          <ac:spMkLst>
            <pc:docMk/>
            <pc:sldMk cId="2472432330" sldId="391"/>
            <ac:spMk id="10" creationId="{00000000-0000-0000-0000-000000000000}"/>
          </ac:spMkLst>
        </pc:spChg>
        <pc:picChg chg="mod">
          <ac:chgData name="Karl Michael Höferl" userId="544d2ce1-0a3b-4706-9dfd-c6d69d0e3c8e" providerId="ADAL" clId="{728816E0-0922-4745-AF12-C87F45E7DFA0}" dt="2026-02-19T10:54:26.821" v="776" actId="1035"/>
          <ac:picMkLst>
            <pc:docMk/>
            <pc:sldMk cId="2472432330" sldId="391"/>
            <ac:picMk id="8194" creationId="{00000000-0000-0000-0000-000000000000}"/>
          </ac:picMkLst>
        </pc:picChg>
      </pc:sldChg>
      <pc:sldChg chg="delSp modSp add mod modClrScheme modAnim chgLayout modNotesTx">
        <pc:chgData name="Karl Michael Höferl" userId="544d2ce1-0a3b-4706-9dfd-c6d69d0e3c8e" providerId="ADAL" clId="{728816E0-0922-4745-AF12-C87F45E7DFA0}" dt="2026-02-26T06:58:01.945" v="5770" actId="20577"/>
        <pc:sldMkLst>
          <pc:docMk/>
          <pc:sldMk cId="3158984647" sldId="393"/>
        </pc:sldMkLst>
        <pc:spChg chg="mod ord">
          <ac:chgData name="Karl Michael Höferl" userId="544d2ce1-0a3b-4706-9dfd-c6d69d0e3c8e" providerId="ADAL" clId="{728816E0-0922-4745-AF12-C87F45E7DFA0}" dt="2026-02-19T16:31:11.557" v="4356"/>
          <ac:spMkLst>
            <pc:docMk/>
            <pc:sldMk cId="3158984647" sldId="393"/>
            <ac:spMk id="2" creationId="{00000000-0000-0000-0000-000000000000}"/>
          </ac:spMkLst>
        </pc:spChg>
        <pc:spChg chg="mod ord">
          <ac:chgData name="Karl Michael Höferl" userId="544d2ce1-0a3b-4706-9dfd-c6d69d0e3c8e" providerId="ADAL" clId="{728816E0-0922-4745-AF12-C87F45E7DFA0}" dt="2026-02-19T16:31:11.559" v="4357"/>
          <ac:spMkLst>
            <pc:docMk/>
            <pc:sldMk cId="3158984647" sldId="393"/>
            <ac:spMk id="3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60" v="4358"/>
          <ac:spMkLst>
            <pc:docMk/>
            <pc:sldMk cId="3158984647" sldId="393"/>
            <ac:spMk id="5" creationId="{4D4B1050-ACF1-26CF-3369-116B9C71AC27}"/>
          </ac:spMkLst>
        </pc:spChg>
        <pc:spChg chg="mod">
          <ac:chgData name="Karl Michael Höferl" userId="544d2ce1-0a3b-4706-9dfd-c6d69d0e3c8e" providerId="ADAL" clId="{728816E0-0922-4745-AF12-C87F45E7DFA0}" dt="2026-02-19T16:31:11.560" v="4359"/>
          <ac:spMkLst>
            <pc:docMk/>
            <pc:sldMk cId="3158984647" sldId="393"/>
            <ac:spMk id="6" creationId="{D76EB163-8E3D-03EB-7648-8EB6FE268FDD}"/>
          </ac:spMkLst>
        </pc:spChg>
        <pc:spChg chg="mod">
          <ac:chgData name="Karl Michael Höferl" userId="544d2ce1-0a3b-4706-9dfd-c6d69d0e3c8e" providerId="ADAL" clId="{728816E0-0922-4745-AF12-C87F45E7DFA0}" dt="2026-02-19T16:31:11.560" v="4360"/>
          <ac:spMkLst>
            <pc:docMk/>
            <pc:sldMk cId="3158984647" sldId="393"/>
            <ac:spMk id="7" creationId="{DBCC577D-53D8-5F25-D0B1-0681C9E4BDED}"/>
          </ac:spMkLst>
        </pc:spChg>
        <pc:picChg chg="mod">
          <ac:chgData name="Karl Michael Höferl" userId="544d2ce1-0a3b-4706-9dfd-c6d69d0e3c8e" providerId="ADAL" clId="{728816E0-0922-4745-AF12-C87F45E7DFA0}" dt="2026-02-19T11:24:04.304" v="988" actId="1036"/>
          <ac:picMkLst>
            <pc:docMk/>
            <pc:sldMk cId="3158984647" sldId="393"/>
            <ac:picMk id="10242" creationId="{00000000-0000-0000-0000-000000000000}"/>
          </ac:picMkLst>
        </pc:picChg>
      </pc:sldChg>
      <pc:sldChg chg="addSp delSp modSp add mod modClrScheme addAnim delAnim modAnim chgLayout">
        <pc:chgData name="Karl Michael Höferl" userId="544d2ce1-0a3b-4706-9dfd-c6d69d0e3c8e" providerId="ADAL" clId="{728816E0-0922-4745-AF12-C87F45E7DFA0}" dt="2026-02-24T16:06:24.857" v="5742" actId="20577"/>
        <pc:sldMkLst>
          <pc:docMk/>
          <pc:sldMk cId="4067343441" sldId="394"/>
        </pc:sldMkLst>
        <pc:spChg chg="mod ord">
          <ac:chgData name="Karl Michael Höferl" userId="544d2ce1-0a3b-4706-9dfd-c6d69d0e3c8e" providerId="ADAL" clId="{728816E0-0922-4745-AF12-C87F45E7DFA0}" dt="2026-02-19T16:31:11.561" v="4361"/>
          <ac:spMkLst>
            <pc:docMk/>
            <pc:sldMk cId="4067343441" sldId="394"/>
            <ac:spMk id="2" creationId="{00000000-0000-0000-0000-000000000000}"/>
          </ac:spMkLst>
        </pc:spChg>
        <pc:spChg chg="add del mod ord">
          <ac:chgData name="Karl Michael Höferl" userId="544d2ce1-0a3b-4706-9dfd-c6d69d0e3c8e" providerId="ADAL" clId="{728816E0-0922-4745-AF12-C87F45E7DFA0}" dt="2026-02-19T16:31:11.562" v="4362"/>
          <ac:spMkLst>
            <pc:docMk/>
            <pc:sldMk cId="4067343441" sldId="394"/>
            <ac:spMk id="3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24T16:06:24.857" v="5742" actId="20577"/>
          <ac:spMkLst>
            <pc:docMk/>
            <pc:sldMk cId="4067343441" sldId="394"/>
            <ac:spMk id="5" creationId="{17B078CC-5197-3EF5-744F-47C244D5F238}"/>
          </ac:spMkLst>
        </pc:spChg>
        <pc:spChg chg="mod">
          <ac:chgData name="Karl Michael Höferl" userId="544d2ce1-0a3b-4706-9dfd-c6d69d0e3c8e" providerId="ADAL" clId="{728816E0-0922-4745-AF12-C87F45E7DFA0}" dt="2026-02-19T16:31:11.565" v="4365"/>
          <ac:spMkLst>
            <pc:docMk/>
            <pc:sldMk cId="4067343441" sldId="394"/>
            <ac:spMk id="6" creationId="{86A3934F-9BA1-3DCC-6119-E12D407D2EB6}"/>
          </ac:spMkLst>
        </pc:spChg>
        <pc:spChg chg="mod">
          <ac:chgData name="Karl Michael Höferl" userId="544d2ce1-0a3b-4706-9dfd-c6d69d0e3c8e" providerId="ADAL" clId="{728816E0-0922-4745-AF12-C87F45E7DFA0}" dt="2026-02-19T16:31:11.565" v="4366"/>
          <ac:spMkLst>
            <pc:docMk/>
            <pc:sldMk cId="4067343441" sldId="394"/>
            <ac:spMk id="7" creationId="{6722CAB1-1DFF-AA3F-4848-B969F3C887E3}"/>
          </ac:spMkLst>
        </pc:spChg>
        <pc:picChg chg="mod">
          <ac:chgData name="Karl Michael Höferl" userId="544d2ce1-0a3b-4706-9dfd-c6d69d0e3c8e" providerId="ADAL" clId="{728816E0-0922-4745-AF12-C87F45E7DFA0}" dt="2026-02-19T11:25:31.660" v="1025" actId="1076"/>
          <ac:picMkLst>
            <pc:docMk/>
            <pc:sldMk cId="4067343441" sldId="394"/>
            <ac:picMk id="10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1:25:08.077" v="1007" actId="1038"/>
          <ac:picMkLst>
            <pc:docMk/>
            <pc:sldMk cId="4067343441" sldId="394"/>
            <ac:picMk id="11266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1:25:18.605" v="1023" actId="1035"/>
          <ac:picMkLst>
            <pc:docMk/>
            <pc:sldMk cId="4067343441" sldId="394"/>
            <ac:picMk id="11268" creationId="{00000000-0000-0000-0000-000000000000}"/>
          </ac:picMkLst>
        </pc:picChg>
        <pc:picChg chg="add del mod">
          <ac:chgData name="Karl Michael Höferl" userId="544d2ce1-0a3b-4706-9dfd-c6d69d0e3c8e" providerId="ADAL" clId="{728816E0-0922-4745-AF12-C87F45E7DFA0}" dt="2026-02-19T11:26:39.304" v="1072" actId="21"/>
          <ac:picMkLst>
            <pc:docMk/>
            <pc:sldMk cId="4067343441" sldId="394"/>
            <ac:picMk id="11269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1:25:26.597" v="1024" actId="1076"/>
          <ac:picMkLst>
            <pc:docMk/>
            <pc:sldMk cId="4067343441" sldId="394"/>
            <ac:picMk id="11270" creationId="{00000000-0000-0000-0000-000000000000}"/>
          </ac:picMkLst>
        </pc:picChg>
        <pc:picChg chg="add del mod">
          <ac:chgData name="Karl Michael Höferl" userId="544d2ce1-0a3b-4706-9dfd-c6d69d0e3c8e" providerId="ADAL" clId="{728816E0-0922-4745-AF12-C87F45E7DFA0}" dt="2026-02-19T11:27:00.593" v="1124" actId="1076"/>
          <ac:picMkLst>
            <pc:docMk/>
            <pc:sldMk cId="4067343441" sldId="394"/>
            <ac:picMk id="11271" creationId="{00000000-0000-0000-0000-000000000000}"/>
          </ac:picMkLst>
        </pc:picChg>
      </pc:sldChg>
      <pc:sldChg chg="addSp delSp modSp add mod modClrScheme chgLayout">
        <pc:chgData name="Karl Michael Höferl" userId="544d2ce1-0a3b-4706-9dfd-c6d69d0e3c8e" providerId="ADAL" clId="{728816E0-0922-4745-AF12-C87F45E7DFA0}" dt="2026-02-19T16:31:11.572" v="4377" actId="790"/>
        <pc:sldMkLst>
          <pc:docMk/>
          <pc:sldMk cId="954613084" sldId="395"/>
        </pc:sldMkLst>
        <pc:spChg chg="mod ord">
          <ac:chgData name="Karl Michael Höferl" userId="544d2ce1-0a3b-4706-9dfd-c6d69d0e3c8e" providerId="ADAL" clId="{728816E0-0922-4745-AF12-C87F45E7DFA0}" dt="2026-02-19T16:31:11.566" v="4367" actId="790"/>
          <ac:spMkLst>
            <pc:docMk/>
            <pc:sldMk cId="954613084" sldId="395"/>
            <ac:spMk id="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70" v="4375" actId="790"/>
          <ac:spMkLst>
            <pc:docMk/>
            <pc:sldMk cId="954613084" sldId="395"/>
            <ac:spMk id="3" creationId="{CDB9953E-1B43-FBA8-5181-DCF6375630A4}"/>
          </ac:spMkLst>
        </pc:spChg>
        <pc:spChg chg="mod">
          <ac:chgData name="Karl Michael Höferl" userId="544d2ce1-0a3b-4706-9dfd-c6d69d0e3c8e" providerId="ADAL" clId="{728816E0-0922-4745-AF12-C87F45E7DFA0}" dt="2026-02-19T16:31:11.567" v="4368" actId="790"/>
          <ac:spMkLst>
            <pc:docMk/>
            <pc:sldMk cId="954613084" sldId="395"/>
            <ac:spMk id="5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68" v="4369"/>
          <ac:spMkLst>
            <pc:docMk/>
            <pc:sldMk cId="954613084" sldId="395"/>
            <ac:spMk id="6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68" v="4370"/>
          <ac:spMkLst>
            <pc:docMk/>
            <pc:sldMk cId="954613084" sldId="395"/>
            <ac:spMk id="7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71" v="4376" actId="790"/>
          <ac:spMkLst>
            <pc:docMk/>
            <pc:sldMk cId="954613084" sldId="395"/>
            <ac:spMk id="8" creationId="{8E0210CF-41EE-28E0-BDD6-527C19FD8167}"/>
          </ac:spMkLst>
        </pc:spChg>
        <pc:spChg chg="mod">
          <ac:chgData name="Karl Michael Höferl" userId="544d2ce1-0a3b-4706-9dfd-c6d69d0e3c8e" providerId="ADAL" clId="{728816E0-0922-4745-AF12-C87F45E7DFA0}" dt="2026-02-19T16:31:11.568" v="4371"/>
          <ac:spMkLst>
            <pc:docMk/>
            <pc:sldMk cId="954613084" sldId="395"/>
            <ac:spMk id="9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68" v="4372"/>
          <ac:spMkLst>
            <pc:docMk/>
            <pc:sldMk cId="954613084" sldId="395"/>
            <ac:spMk id="10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69" v="4373"/>
          <ac:spMkLst>
            <pc:docMk/>
            <pc:sldMk cId="954613084" sldId="395"/>
            <ac:spMk id="11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69" v="4374"/>
          <ac:spMkLst>
            <pc:docMk/>
            <pc:sldMk cId="954613084" sldId="395"/>
            <ac:spMk id="1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72" v="4377" actId="790"/>
          <ac:spMkLst>
            <pc:docMk/>
            <pc:sldMk cId="954613084" sldId="395"/>
            <ac:spMk id="13" creationId="{DFD03F4E-7443-A414-F0AE-337BBDBB28A5}"/>
          </ac:spMkLst>
        </pc:spChg>
      </pc:sldChg>
      <pc:sldChg chg="delSp modSp add mod modClrScheme chgLayout">
        <pc:chgData name="Karl Michael Höferl" userId="544d2ce1-0a3b-4706-9dfd-c6d69d0e3c8e" providerId="ADAL" clId="{728816E0-0922-4745-AF12-C87F45E7DFA0}" dt="2026-02-19T16:31:11.589" v="4391" actId="790"/>
        <pc:sldMkLst>
          <pc:docMk/>
          <pc:sldMk cId="3481464755" sldId="396"/>
        </pc:sldMkLst>
        <pc:spChg chg="mod ord">
          <ac:chgData name="Karl Michael Höferl" userId="544d2ce1-0a3b-4706-9dfd-c6d69d0e3c8e" providerId="ADAL" clId="{728816E0-0922-4745-AF12-C87F45E7DFA0}" dt="2026-02-19T16:31:11.586" v="4388" actId="790"/>
          <ac:spMkLst>
            <pc:docMk/>
            <pc:sldMk cId="3481464755" sldId="396"/>
            <ac:spMk id="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87" v="4389" actId="790"/>
          <ac:spMkLst>
            <pc:docMk/>
            <pc:sldMk cId="3481464755" sldId="396"/>
            <ac:spMk id="3" creationId="{DA2E1AF1-7D8A-BC0F-DFCE-59D27F17E48E}"/>
          </ac:spMkLst>
        </pc:spChg>
        <pc:spChg chg="mod">
          <ac:chgData name="Karl Michael Höferl" userId="544d2ce1-0a3b-4706-9dfd-c6d69d0e3c8e" providerId="ADAL" clId="{728816E0-0922-4745-AF12-C87F45E7DFA0}" dt="2026-02-19T16:31:11.588" v="4390" actId="790"/>
          <ac:spMkLst>
            <pc:docMk/>
            <pc:sldMk cId="3481464755" sldId="396"/>
            <ac:spMk id="6" creationId="{026A142C-6931-50E7-F174-6E466A5A43B5}"/>
          </ac:spMkLst>
        </pc:spChg>
        <pc:spChg chg="mod">
          <ac:chgData name="Karl Michael Höferl" userId="544d2ce1-0a3b-4706-9dfd-c6d69d0e3c8e" providerId="ADAL" clId="{728816E0-0922-4745-AF12-C87F45E7DFA0}" dt="2026-02-19T16:31:11.589" v="4391" actId="790"/>
          <ac:spMkLst>
            <pc:docMk/>
            <pc:sldMk cId="3481464755" sldId="396"/>
            <ac:spMk id="7" creationId="{8A0716C7-91F5-798C-465E-5EB28C31B07A}"/>
          </ac:spMkLst>
        </pc:spChg>
        <pc:picChg chg="mod">
          <ac:chgData name="Karl Michael Höferl" userId="544d2ce1-0a3b-4706-9dfd-c6d69d0e3c8e" providerId="ADAL" clId="{728816E0-0922-4745-AF12-C87F45E7DFA0}" dt="2026-02-19T11:37:18.696" v="1334" actId="1076"/>
          <ac:picMkLst>
            <pc:docMk/>
            <pc:sldMk cId="3481464755" sldId="396"/>
            <ac:picMk id="2050" creationId="{00000000-0000-0000-0000-000000000000}"/>
          </ac:picMkLst>
        </pc:picChg>
      </pc:sldChg>
      <pc:sldChg chg="delSp modSp add mod modClrScheme modAnim chgLayout">
        <pc:chgData name="Karl Michael Höferl" userId="544d2ce1-0a3b-4706-9dfd-c6d69d0e3c8e" providerId="ADAL" clId="{728816E0-0922-4745-AF12-C87F45E7DFA0}" dt="2026-02-24T16:06:54.244" v="5743" actId="20577"/>
        <pc:sldMkLst>
          <pc:docMk/>
          <pc:sldMk cId="902186143" sldId="397"/>
        </pc:sldMkLst>
        <pc:spChg chg="mod ord">
          <ac:chgData name="Karl Michael Höferl" userId="544d2ce1-0a3b-4706-9dfd-c6d69d0e3c8e" providerId="ADAL" clId="{728816E0-0922-4745-AF12-C87F45E7DFA0}" dt="2026-02-19T16:31:11.590" v="4392" actId="790"/>
          <ac:spMkLst>
            <pc:docMk/>
            <pc:sldMk cId="902186143" sldId="397"/>
            <ac:spMk id="2" creationId="{00000000-0000-0000-0000-000000000000}"/>
          </ac:spMkLst>
        </pc:spChg>
        <pc:spChg chg="mod ord">
          <ac:chgData name="Karl Michael Höferl" userId="544d2ce1-0a3b-4706-9dfd-c6d69d0e3c8e" providerId="ADAL" clId="{728816E0-0922-4745-AF12-C87F45E7DFA0}" dt="2026-02-24T16:06:54.244" v="5743" actId="20577"/>
          <ac:spMkLst>
            <pc:docMk/>
            <pc:sldMk cId="902186143" sldId="397"/>
            <ac:spMk id="3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593" v="4394" actId="790"/>
          <ac:spMkLst>
            <pc:docMk/>
            <pc:sldMk cId="902186143" sldId="397"/>
            <ac:spMk id="5" creationId="{B61A5128-B6C6-9080-3077-649A7419C7F5}"/>
          </ac:spMkLst>
        </pc:spChg>
        <pc:spChg chg="mod">
          <ac:chgData name="Karl Michael Höferl" userId="544d2ce1-0a3b-4706-9dfd-c6d69d0e3c8e" providerId="ADAL" clId="{728816E0-0922-4745-AF12-C87F45E7DFA0}" dt="2026-02-19T16:31:11.594" v="4395" actId="790"/>
          <ac:spMkLst>
            <pc:docMk/>
            <pc:sldMk cId="902186143" sldId="397"/>
            <ac:spMk id="6" creationId="{7AB74CA4-3990-74EF-6684-3399DECE094A}"/>
          </ac:spMkLst>
        </pc:spChg>
        <pc:spChg chg="mod">
          <ac:chgData name="Karl Michael Höferl" userId="544d2ce1-0a3b-4706-9dfd-c6d69d0e3c8e" providerId="ADAL" clId="{728816E0-0922-4745-AF12-C87F45E7DFA0}" dt="2026-02-19T16:31:11.595" v="4396" actId="790"/>
          <ac:spMkLst>
            <pc:docMk/>
            <pc:sldMk cId="902186143" sldId="397"/>
            <ac:spMk id="7" creationId="{192EAB29-9898-0115-9C49-EC5FAFA9CB28}"/>
          </ac:spMkLst>
        </pc:spChg>
        <pc:picChg chg="mod">
          <ac:chgData name="Karl Michael Höferl" userId="544d2ce1-0a3b-4706-9dfd-c6d69d0e3c8e" providerId="ADAL" clId="{728816E0-0922-4745-AF12-C87F45E7DFA0}" dt="2026-02-19T11:37:42.413" v="1341" actId="1076"/>
          <ac:picMkLst>
            <pc:docMk/>
            <pc:sldMk cId="902186143" sldId="397"/>
            <ac:picMk id="1026" creationId="{00000000-0000-0000-0000-000000000000}"/>
          </ac:picMkLst>
        </pc:picChg>
      </pc:sldChg>
      <pc:sldChg chg="addSp delSp modSp add mod modClrScheme chgLayout">
        <pc:chgData name="Karl Michael Höferl" userId="544d2ce1-0a3b-4706-9dfd-c6d69d0e3c8e" providerId="ADAL" clId="{728816E0-0922-4745-AF12-C87F45E7DFA0}" dt="2026-02-19T17:12:48.013" v="5430" actId="113"/>
        <pc:sldMkLst>
          <pc:docMk/>
          <pc:sldMk cId="3349679916" sldId="413"/>
        </pc:sldMkLst>
        <pc:spChg chg="mod ord">
          <ac:chgData name="Karl Michael Höferl" userId="544d2ce1-0a3b-4706-9dfd-c6d69d0e3c8e" providerId="ADAL" clId="{728816E0-0922-4745-AF12-C87F45E7DFA0}" dt="2026-02-19T17:09:24.917" v="5315" actId="20577"/>
          <ac:spMkLst>
            <pc:docMk/>
            <pc:sldMk cId="3349679916" sldId="413"/>
            <ac:spMk id="5" creationId="{00000000-0000-0000-0000-000000000000}"/>
          </ac:spMkLst>
        </pc:spChg>
        <pc:spChg chg="mod ord">
          <ac:chgData name="Karl Michael Höferl" userId="544d2ce1-0a3b-4706-9dfd-c6d69d0e3c8e" providerId="ADAL" clId="{728816E0-0922-4745-AF12-C87F45E7DFA0}" dt="2026-02-19T17:12:48.013" v="5430" actId="113"/>
          <ac:spMkLst>
            <pc:docMk/>
            <pc:sldMk cId="3349679916" sldId="413"/>
            <ac:spMk id="6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7:12:11.418" v="5409" actId="1076"/>
          <ac:spMkLst>
            <pc:docMk/>
            <pc:sldMk cId="3349679916" sldId="413"/>
            <ac:spMk id="9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7:12:11.418" v="5409" actId="1076"/>
          <ac:spMkLst>
            <pc:docMk/>
            <pc:sldMk cId="3349679916" sldId="413"/>
            <ac:spMk id="15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7:12:11.418" v="5409" actId="1076"/>
          <ac:spMkLst>
            <pc:docMk/>
            <pc:sldMk cId="3349679916" sldId="413"/>
            <ac:spMk id="16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7:12:11.418" v="5409" actId="1076"/>
          <ac:spMkLst>
            <pc:docMk/>
            <pc:sldMk cId="3349679916" sldId="413"/>
            <ac:spMk id="17" creationId="{00000000-0000-0000-0000-000000000000}"/>
          </ac:spMkLst>
        </pc:spChg>
        <pc:picChg chg="add mod">
          <ac:chgData name="Karl Michael Höferl" userId="544d2ce1-0a3b-4706-9dfd-c6d69d0e3c8e" providerId="ADAL" clId="{728816E0-0922-4745-AF12-C87F45E7DFA0}" dt="2026-02-19T17:12:16.439" v="5411" actId="14100"/>
          <ac:picMkLst>
            <pc:docMk/>
            <pc:sldMk cId="3349679916" sldId="413"/>
            <ac:picMk id="18" creationId="{51C15123-CF42-C98C-CADC-C89D1A2CCFCE}"/>
          </ac:picMkLst>
        </pc:picChg>
        <pc:picChg chg="mod">
          <ac:chgData name="Karl Michael Höferl" userId="544d2ce1-0a3b-4706-9dfd-c6d69d0e3c8e" providerId="ADAL" clId="{728816E0-0922-4745-AF12-C87F45E7DFA0}" dt="2026-02-19T17:12:30.838" v="5415" actId="1035"/>
          <ac:picMkLst>
            <pc:docMk/>
            <pc:sldMk cId="3349679916" sldId="413"/>
            <ac:picMk id="8196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7:12:24.091" v="5412" actId="1076"/>
          <ac:picMkLst>
            <pc:docMk/>
            <pc:sldMk cId="3349679916" sldId="413"/>
            <ac:picMk id="8197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7:12:27.636" v="5413" actId="1076"/>
          <ac:picMkLst>
            <pc:docMk/>
            <pc:sldMk cId="3349679916" sldId="413"/>
            <ac:picMk id="8198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7:12:11.418" v="5409" actId="1076"/>
          <ac:picMkLst>
            <pc:docMk/>
            <pc:sldMk cId="3349679916" sldId="413"/>
            <ac:picMk id="8199" creationId="{00000000-0000-0000-0000-000000000000}"/>
          </ac:picMkLst>
        </pc:picChg>
      </pc:sldChg>
      <pc:sldChg chg="addSp delSp modSp add mod modClrScheme chgLayout">
        <pc:chgData name="Karl Michael Höferl" userId="544d2ce1-0a3b-4706-9dfd-c6d69d0e3c8e" providerId="ADAL" clId="{728816E0-0922-4745-AF12-C87F45E7DFA0}" dt="2026-02-19T17:14:26.769" v="5474" actId="1036"/>
        <pc:sldMkLst>
          <pc:docMk/>
          <pc:sldMk cId="1880189373" sldId="414"/>
        </pc:sldMkLst>
        <pc:spChg chg="mod ord">
          <ac:chgData name="Karl Michael Höferl" userId="544d2ce1-0a3b-4706-9dfd-c6d69d0e3c8e" providerId="ADAL" clId="{728816E0-0922-4745-AF12-C87F45E7DFA0}" dt="2026-02-19T17:13:57.605" v="5469"/>
          <ac:spMkLst>
            <pc:docMk/>
            <pc:sldMk cId="1880189373" sldId="414"/>
            <ac:spMk id="5" creationId="{00000000-0000-0000-0000-000000000000}"/>
          </ac:spMkLst>
        </pc:spChg>
        <pc:picChg chg="mod">
          <ac:chgData name="Karl Michael Höferl" userId="544d2ce1-0a3b-4706-9dfd-c6d69d0e3c8e" providerId="ADAL" clId="{728816E0-0922-4745-AF12-C87F45E7DFA0}" dt="2026-02-19T17:13:50.383" v="5468" actId="1035"/>
          <ac:picMkLst>
            <pc:docMk/>
            <pc:sldMk cId="1880189373" sldId="414"/>
            <ac:picMk id="8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7:13:50.383" v="5468" actId="1035"/>
          <ac:picMkLst>
            <pc:docMk/>
            <pc:sldMk cId="1880189373" sldId="414"/>
            <ac:picMk id="9218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7:13:50.383" v="5468" actId="1035"/>
          <ac:picMkLst>
            <pc:docMk/>
            <pc:sldMk cId="1880189373" sldId="414"/>
            <ac:picMk id="9219" creationId="{00000000-0000-0000-0000-000000000000}"/>
          </ac:picMkLst>
        </pc:picChg>
        <pc:picChg chg="mod">
          <ac:chgData name="Karl Michael Höferl" userId="544d2ce1-0a3b-4706-9dfd-c6d69d0e3c8e" providerId="ADAL" clId="{728816E0-0922-4745-AF12-C87F45E7DFA0}" dt="2026-02-19T17:14:26.769" v="5474" actId="1036"/>
          <ac:picMkLst>
            <pc:docMk/>
            <pc:sldMk cId="1880189373" sldId="414"/>
            <ac:picMk id="9221" creationId="{00000000-0000-0000-0000-000000000000}"/>
          </ac:picMkLst>
        </pc:picChg>
      </pc:sldChg>
      <pc:sldChg chg="addSp delSp modSp add mod modClrScheme chgLayout">
        <pc:chgData name="Karl Michael Höferl" userId="544d2ce1-0a3b-4706-9dfd-c6d69d0e3c8e" providerId="ADAL" clId="{728816E0-0922-4745-AF12-C87F45E7DFA0}" dt="2026-02-19T17:20:40.354" v="5537" actId="1036"/>
        <pc:sldMkLst>
          <pc:docMk/>
          <pc:sldMk cId="3420863543" sldId="415"/>
        </pc:sldMkLst>
        <pc:spChg chg="mod ord">
          <ac:chgData name="Karl Michael Höferl" userId="544d2ce1-0a3b-4706-9dfd-c6d69d0e3c8e" providerId="ADAL" clId="{728816E0-0922-4745-AF12-C87F45E7DFA0}" dt="2026-02-19T17:08:43.047" v="5308" actId="700"/>
          <ac:spMkLst>
            <pc:docMk/>
            <pc:sldMk cId="3420863543" sldId="415"/>
            <ac:spMk id="5" creationId="{00000000-0000-0000-0000-000000000000}"/>
          </ac:spMkLst>
        </pc:spChg>
        <pc:spChg chg="mod ord">
          <ac:chgData name="Karl Michael Höferl" userId="544d2ce1-0a3b-4706-9dfd-c6d69d0e3c8e" providerId="ADAL" clId="{728816E0-0922-4745-AF12-C87F45E7DFA0}" dt="2026-02-19T17:15:04.071" v="5483" actId="20577"/>
          <ac:spMkLst>
            <pc:docMk/>
            <pc:sldMk cId="3420863543" sldId="415"/>
            <ac:spMk id="6" creationId="{00000000-0000-0000-0000-000000000000}"/>
          </ac:spMkLst>
        </pc:spChg>
        <pc:spChg chg="add mod">
          <ac:chgData name="Karl Michael Höferl" userId="544d2ce1-0a3b-4706-9dfd-c6d69d0e3c8e" providerId="ADAL" clId="{728816E0-0922-4745-AF12-C87F45E7DFA0}" dt="2026-02-19T17:19:08.730" v="5528" actId="1036"/>
          <ac:spMkLst>
            <pc:docMk/>
            <pc:sldMk cId="3420863543" sldId="415"/>
            <ac:spMk id="12" creationId="{08C08C72-D664-D11B-F0E1-00E20EC7EF68}"/>
          </ac:spMkLst>
        </pc:spChg>
        <pc:picChg chg="mod">
          <ac:chgData name="Karl Michael Höferl" userId="544d2ce1-0a3b-4706-9dfd-c6d69d0e3c8e" providerId="ADAL" clId="{728816E0-0922-4745-AF12-C87F45E7DFA0}" dt="2026-02-19T17:20:28.260" v="5536" actId="1076"/>
          <ac:picMkLst>
            <pc:docMk/>
            <pc:sldMk cId="3420863543" sldId="415"/>
            <ac:picMk id="3" creationId="{7012A7FC-7771-4F0A-BB17-34C354A53BD3}"/>
          </ac:picMkLst>
        </pc:picChg>
        <pc:picChg chg="add mod">
          <ac:chgData name="Karl Michael Höferl" userId="544d2ce1-0a3b-4706-9dfd-c6d69d0e3c8e" providerId="ADAL" clId="{728816E0-0922-4745-AF12-C87F45E7DFA0}" dt="2026-02-19T17:20:40.354" v="5537" actId="1036"/>
          <ac:picMkLst>
            <pc:docMk/>
            <pc:sldMk cId="3420863543" sldId="415"/>
            <ac:picMk id="10" creationId="{B1928241-7D89-4D32-1252-B0CA77615B15}"/>
          </ac:picMkLst>
        </pc:picChg>
        <pc:picChg chg="add mod">
          <ac:chgData name="Karl Michael Höferl" userId="544d2ce1-0a3b-4706-9dfd-c6d69d0e3c8e" providerId="ADAL" clId="{728816E0-0922-4745-AF12-C87F45E7DFA0}" dt="2026-02-19T17:20:40.354" v="5537" actId="1036"/>
          <ac:picMkLst>
            <pc:docMk/>
            <pc:sldMk cId="3420863543" sldId="415"/>
            <ac:picMk id="14" creationId="{9C9D468D-E872-79E1-F4F8-7EFF0F78419F}"/>
          </ac:picMkLst>
        </pc:picChg>
      </pc:sldChg>
      <pc:sldChg chg="delSp modSp add mod modClrScheme chgLayout">
        <pc:chgData name="Karl Michael Höferl" userId="544d2ce1-0a3b-4706-9dfd-c6d69d0e3c8e" providerId="ADAL" clId="{728816E0-0922-4745-AF12-C87F45E7DFA0}" dt="2026-02-24T16:08:50.684" v="5750" actId="20577"/>
        <pc:sldMkLst>
          <pc:docMk/>
          <pc:sldMk cId="383110835" sldId="432"/>
        </pc:sldMkLst>
        <pc:spChg chg="mod ord">
          <ac:chgData name="Karl Michael Höferl" userId="544d2ce1-0a3b-4706-9dfd-c6d69d0e3c8e" providerId="ADAL" clId="{728816E0-0922-4745-AF12-C87F45E7DFA0}" dt="2026-02-24T16:08:50.684" v="5750" actId="20577"/>
          <ac:spMkLst>
            <pc:docMk/>
            <pc:sldMk cId="383110835" sldId="432"/>
            <ac:spMk id="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19T16:31:11.613" v="4410" actId="790"/>
          <ac:spMkLst>
            <pc:docMk/>
            <pc:sldMk cId="383110835" sldId="432"/>
            <ac:spMk id="3" creationId="{EBCF302B-BF30-4F25-A346-3068C95C7931}"/>
          </ac:spMkLst>
        </pc:spChg>
        <pc:spChg chg="mod">
          <ac:chgData name="Karl Michael Höferl" userId="544d2ce1-0a3b-4706-9dfd-c6d69d0e3c8e" providerId="ADAL" clId="{728816E0-0922-4745-AF12-C87F45E7DFA0}" dt="2026-02-19T16:31:11.614" v="4411" actId="790"/>
          <ac:spMkLst>
            <pc:docMk/>
            <pc:sldMk cId="383110835" sldId="432"/>
            <ac:spMk id="6" creationId="{D009A6C2-F2F7-F217-7F59-43609EC6D1FE}"/>
          </ac:spMkLst>
        </pc:spChg>
        <pc:spChg chg="mod">
          <ac:chgData name="Karl Michael Höferl" userId="544d2ce1-0a3b-4706-9dfd-c6d69d0e3c8e" providerId="ADAL" clId="{728816E0-0922-4745-AF12-C87F45E7DFA0}" dt="2026-02-19T16:31:11.615" v="4412" actId="790"/>
          <ac:spMkLst>
            <pc:docMk/>
            <pc:sldMk cId="383110835" sldId="432"/>
            <ac:spMk id="7" creationId="{C09AF081-22B2-8108-6D65-41E5EEA80BFF}"/>
          </ac:spMkLst>
        </pc:spChg>
        <pc:spChg chg="mod">
          <ac:chgData name="Karl Michael Höferl" userId="544d2ce1-0a3b-4706-9dfd-c6d69d0e3c8e" providerId="ADAL" clId="{728816E0-0922-4745-AF12-C87F45E7DFA0}" dt="2026-02-19T16:31:11.616" v="4413" actId="790"/>
          <ac:spMkLst>
            <pc:docMk/>
            <pc:sldMk cId="383110835" sldId="432"/>
            <ac:spMk id="8" creationId="{8BFD242C-514A-5459-4014-98081F21C92B}"/>
          </ac:spMkLst>
        </pc:spChg>
        <pc:graphicFrameChg chg="mod ord modGraphic">
          <ac:chgData name="Karl Michael Höferl" userId="544d2ce1-0a3b-4706-9dfd-c6d69d0e3c8e" providerId="ADAL" clId="{728816E0-0922-4745-AF12-C87F45E7DFA0}" dt="2026-02-19T14:10:51.504" v="1678" actId="1035"/>
          <ac:graphicFrameMkLst>
            <pc:docMk/>
            <pc:sldMk cId="383110835" sldId="432"/>
            <ac:graphicFrameMk id="5" creationId="{00000000-0000-0000-0000-000000000000}"/>
          </ac:graphicFrameMkLst>
        </pc:graphicFrameChg>
      </pc:sldChg>
      <pc:sldChg chg="addSp delSp modSp add mod modClrScheme chgLayout">
        <pc:chgData name="Karl Michael Höferl" userId="544d2ce1-0a3b-4706-9dfd-c6d69d0e3c8e" providerId="ADAL" clId="{728816E0-0922-4745-AF12-C87F45E7DFA0}" dt="2026-02-24T15:58:09.905" v="5671"/>
        <pc:sldMkLst>
          <pc:docMk/>
          <pc:sldMk cId="3340361735" sldId="436"/>
        </pc:sldMkLst>
        <pc:spChg chg="mod ord">
          <ac:chgData name="Karl Michael Höferl" userId="544d2ce1-0a3b-4706-9dfd-c6d69d0e3c8e" providerId="ADAL" clId="{728816E0-0922-4745-AF12-C87F45E7DFA0}" dt="2026-02-24T15:58:09.905" v="5671"/>
          <ac:spMkLst>
            <pc:docMk/>
            <pc:sldMk cId="3340361735" sldId="436"/>
            <ac:spMk id="2" creationId="{00000000-0000-0000-0000-000000000000}"/>
          </ac:spMkLst>
        </pc:spChg>
        <pc:spChg chg="mod">
          <ac:chgData name="Karl Michael Höferl" userId="544d2ce1-0a3b-4706-9dfd-c6d69d0e3c8e" providerId="ADAL" clId="{728816E0-0922-4745-AF12-C87F45E7DFA0}" dt="2026-02-24T15:49:05.910" v="5604" actId="20577"/>
          <ac:spMkLst>
            <pc:docMk/>
            <pc:sldMk cId="3340361735" sldId="436"/>
            <ac:spMk id="3" creationId="{4456EB2D-272D-8FF5-89C2-6746D55DDC7B}"/>
          </ac:spMkLst>
        </pc:spChg>
        <pc:picChg chg="add mod ord">
          <ac:chgData name="Karl Michael Höferl" userId="544d2ce1-0a3b-4706-9dfd-c6d69d0e3c8e" providerId="ADAL" clId="{728816E0-0922-4745-AF12-C87F45E7DFA0}" dt="2026-02-18T18:53:59.482" v="46" actId="14100"/>
          <ac:picMkLst>
            <pc:docMk/>
            <pc:sldMk cId="3340361735" sldId="436"/>
            <ac:picMk id="7" creationId="{7E0043B1-19F8-3BEA-B26E-EF3653CF8229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509" v="4311" actId="790"/>
        <pc:sldMkLst>
          <pc:docMk/>
          <pc:sldMk cId="4179739053" sldId="822"/>
        </pc:sldMkLst>
        <pc:spChg chg="mod">
          <ac:chgData name="Karl Michael Höferl" userId="544d2ce1-0a3b-4706-9dfd-c6d69d0e3c8e" providerId="ADAL" clId="{728816E0-0922-4745-AF12-C87F45E7DFA0}" dt="2026-02-19T16:31:11.507" v="4308" actId="790"/>
          <ac:spMkLst>
            <pc:docMk/>
            <pc:sldMk cId="4179739053" sldId="822"/>
            <ac:spMk id="2" creationId="{B09B695A-F216-A790-E183-8D9A420069DC}"/>
          </ac:spMkLst>
        </pc:spChg>
        <pc:spChg chg="mod">
          <ac:chgData name="Karl Michael Höferl" userId="544d2ce1-0a3b-4706-9dfd-c6d69d0e3c8e" providerId="ADAL" clId="{728816E0-0922-4745-AF12-C87F45E7DFA0}" dt="2026-02-19T16:31:11.507" v="4309" actId="790"/>
          <ac:spMkLst>
            <pc:docMk/>
            <pc:sldMk cId="4179739053" sldId="822"/>
            <ac:spMk id="3" creationId="{03E44DB5-C2C7-052C-7B6F-2C2727B53513}"/>
          </ac:spMkLst>
        </pc:spChg>
        <pc:spChg chg="mod">
          <ac:chgData name="Karl Michael Höferl" userId="544d2ce1-0a3b-4706-9dfd-c6d69d0e3c8e" providerId="ADAL" clId="{728816E0-0922-4745-AF12-C87F45E7DFA0}" dt="2026-02-19T16:31:11.508" v="4310" actId="790"/>
          <ac:spMkLst>
            <pc:docMk/>
            <pc:sldMk cId="4179739053" sldId="822"/>
            <ac:spMk id="5" creationId="{CD395DAA-B825-A537-25F3-C89489467BED}"/>
          </ac:spMkLst>
        </pc:spChg>
        <pc:spChg chg="mod">
          <ac:chgData name="Karl Michael Höferl" userId="544d2ce1-0a3b-4706-9dfd-c6d69d0e3c8e" providerId="ADAL" clId="{728816E0-0922-4745-AF12-C87F45E7DFA0}" dt="2026-02-19T16:31:11.509" v="4311" actId="790"/>
          <ac:spMkLst>
            <pc:docMk/>
            <pc:sldMk cId="4179739053" sldId="822"/>
            <ac:spMk id="6" creationId="{B596263E-9DE3-3F03-8E0B-7376934C9449}"/>
          </ac:spMkLst>
        </pc:spChg>
      </pc:sldChg>
      <pc:sldChg chg="modSp mod modShow">
        <pc:chgData name="Karl Michael Höferl" userId="544d2ce1-0a3b-4706-9dfd-c6d69d0e3c8e" providerId="ADAL" clId="{728816E0-0922-4745-AF12-C87F45E7DFA0}" dt="2026-02-24T16:11:07.922" v="5764" actId="729"/>
        <pc:sldMkLst>
          <pc:docMk/>
          <pc:sldMk cId="587423238" sldId="1113"/>
        </pc:sldMkLst>
        <pc:spChg chg="mod">
          <ac:chgData name="Karl Michael Höferl" userId="544d2ce1-0a3b-4706-9dfd-c6d69d0e3c8e" providerId="ADAL" clId="{728816E0-0922-4745-AF12-C87F45E7DFA0}" dt="2026-02-19T16:31:11.757" v="4505" actId="790"/>
          <ac:spMkLst>
            <pc:docMk/>
            <pc:sldMk cId="587423238" sldId="1113"/>
            <ac:spMk id="2" creationId="{0EB3363A-D7B1-3A7A-DB8C-E2BF875193A7}"/>
          </ac:spMkLst>
        </pc:spChg>
        <pc:spChg chg="mod">
          <ac:chgData name="Karl Michael Höferl" userId="544d2ce1-0a3b-4706-9dfd-c6d69d0e3c8e" providerId="ADAL" clId="{728816E0-0922-4745-AF12-C87F45E7DFA0}" dt="2026-02-19T16:31:11.756" v="4504" actId="790"/>
          <ac:spMkLst>
            <pc:docMk/>
            <pc:sldMk cId="587423238" sldId="1113"/>
            <ac:spMk id="7" creationId="{6D48265A-96F2-9C87-84B5-596060FF0E80}"/>
          </ac:spMkLst>
        </pc:spChg>
      </pc:sldChg>
      <pc:sldChg chg="modSp add del mod modShow">
        <pc:chgData name="Karl Michael Höferl" userId="544d2ce1-0a3b-4706-9dfd-c6d69d0e3c8e" providerId="ADAL" clId="{728816E0-0922-4745-AF12-C87F45E7DFA0}" dt="2026-02-24T16:11:07.922" v="5764" actId="729"/>
        <pc:sldMkLst>
          <pc:docMk/>
          <pc:sldMk cId="201534305" sldId="1307"/>
        </pc:sldMkLst>
        <pc:spChg chg="mod">
          <ac:chgData name="Karl Michael Höferl" userId="544d2ce1-0a3b-4706-9dfd-c6d69d0e3c8e" providerId="ADAL" clId="{728816E0-0922-4745-AF12-C87F45E7DFA0}" dt="2026-02-19T16:31:11.757" v="4506" actId="790"/>
          <ac:spMkLst>
            <pc:docMk/>
            <pc:sldMk cId="201534305" sldId="1307"/>
            <ac:spMk id="2" creationId="{1DED73BE-4E25-CCB5-9A2E-1BF56404A45F}"/>
          </ac:spMkLst>
        </pc:spChg>
        <pc:spChg chg="mod">
          <ac:chgData name="Karl Michael Höferl" userId="544d2ce1-0a3b-4706-9dfd-c6d69d0e3c8e" providerId="ADAL" clId="{728816E0-0922-4745-AF12-C87F45E7DFA0}" dt="2026-02-19T16:31:11.758" v="4507" actId="790"/>
          <ac:spMkLst>
            <pc:docMk/>
            <pc:sldMk cId="201534305" sldId="1307"/>
            <ac:spMk id="3" creationId="{F4E91D2C-1A92-6B6A-F797-B1885D765DAA}"/>
          </ac:spMkLst>
        </pc:spChg>
        <pc:spChg chg="mod">
          <ac:chgData name="Karl Michael Höferl" userId="544d2ce1-0a3b-4706-9dfd-c6d69d0e3c8e" providerId="ADAL" clId="{728816E0-0922-4745-AF12-C87F45E7DFA0}" dt="2026-02-19T16:31:11.759" v="4508" actId="790"/>
          <ac:spMkLst>
            <pc:docMk/>
            <pc:sldMk cId="201534305" sldId="1307"/>
            <ac:spMk id="4" creationId="{B0B20038-F742-A10A-233F-F413BB56FB02}"/>
          </ac:spMkLst>
        </pc:spChg>
        <pc:spChg chg="mod">
          <ac:chgData name="Karl Michael Höferl" userId="544d2ce1-0a3b-4706-9dfd-c6d69d0e3c8e" providerId="ADAL" clId="{728816E0-0922-4745-AF12-C87F45E7DFA0}" dt="2026-02-19T16:31:11.760" v="4509" actId="790"/>
          <ac:spMkLst>
            <pc:docMk/>
            <pc:sldMk cId="201534305" sldId="1307"/>
            <ac:spMk id="5" creationId="{2367C216-F648-2CEB-F916-C0140D7EA92F}"/>
          </ac:spMkLst>
        </pc:spChg>
        <pc:spChg chg="mod">
          <ac:chgData name="Karl Michael Höferl" userId="544d2ce1-0a3b-4706-9dfd-c6d69d0e3c8e" providerId="ADAL" clId="{728816E0-0922-4745-AF12-C87F45E7DFA0}" dt="2026-02-19T16:31:11.761" v="4510" actId="790"/>
          <ac:spMkLst>
            <pc:docMk/>
            <pc:sldMk cId="201534305" sldId="1307"/>
            <ac:spMk id="6" creationId="{CEDC14DE-67DF-FEBB-53AD-86AD35A79AEA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19T16:31:11.408" v="4234" actId="790"/>
        <pc:sldMkLst>
          <pc:docMk/>
          <pc:sldMk cId="1244617573" sldId="1308"/>
        </pc:sldMkLst>
        <pc:spChg chg="mod">
          <ac:chgData name="Karl Michael Höferl" userId="544d2ce1-0a3b-4706-9dfd-c6d69d0e3c8e" providerId="ADAL" clId="{728816E0-0922-4745-AF12-C87F45E7DFA0}" dt="2026-02-19T16:31:11.404" v="4231" actId="790"/>
          <ac:spMkLst>
            <pc:docMk/>
            <pc:sldMk cId="1244617573" sldId="1308"/>
            <ac:spMk id="2" creationId="{48C48B48-A020-B323-A377-D22DEDEC2502}"/>
          </ac:spMkLst>
        </pc:spChg>
        <pc:spChg chg="mod">
          <ac:chgData name="Karl Michael Höferl" userId="544d2ce1-0a3b-4706-9dfd-c6d69d0e3c8e" providerId="ADAL" clId="{728816E0-0922-4745-AF12-C87F45E7DFA0}" dt="2026-02-19T16:31:11.405" v="4232" actId="790"/>
          <ac:spMkLst>
            <pc:docMk/>
            <pc:sldMk cId="1244617573" sldId="1308"/>
            <ac:spMk id="3" creationId="{9CD01989-C16F-A646-7D58-5D1974C4EB1A}"/>
          </ac:spMkLst>
        </pc:spChg>
        <pc:spChg chg="mod">
          <ac:chgData name="Karl Michael Höferl" userId="544d2ce1-0a3b-4706-9dfd-c6d69d0e3c8e" providerId="ADAL" clId="{728816E0-0922-4745-AF12-C87F45E7DFA0}" dt="2026-02-19T16:31:11.407" v="4233" actId="790"/>
          <ac:spMkLst>
            <pc:docMk/>
            <pc:sldMk cId="1244617573" sldId="1308"/>
            <ac:spMk id="5" creationId="{A9AD38CC-D451-F7CD-ABE5-CC579637DB02}"/>
          </ac:spMkLst>
        </pc:spChg>
        <pc:spChg chg="mod">
          <ac:chgData name="Karl Michael Höferl" userId="544d2ce1-0a3b-4706-9dfd-c6d69d0e3c8e" providerId="ADAL" clId="{728816E0-0922-4745-AF12-C87F45E7DFA0}" dt="2026-02-19T16:31:11.408" v="4234" actId="790"/>
          <ac:spMkLst>
            <pc:docMk/>
            <pc:sldMk cId="1244617573" sldId="1308"/>
            <ac:spMk id="6" creationId="{70B16908-5018-99F7-22CB-B54EC421CF67}"/>
          </ac:spMkLst>
        </pc:spChg>
        <pc:picChg chg="add mod ord">
          <ac:chgData name="Karl Michael Höferl" userId="544d2ce1-0a3b-4706-9dfd-c6d69d0e3c8e" providerId="ADAL" clId="{728816E0-0922-4745-AF12-C87F45E7DFA0}" dt="2026-02-19T09:07:11.115" v="254" actId="1036"/>
          <ac:picMkLst>
            <pc:docMk/>
            <pc:sldMk cId="1244617573" sldId="1308"/>
            <ac:picMk id="7" creationId="{2356D1BA-CEFB-4849-FE29-2E5EFCFE9149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415" v="4239" actId="790"/>
        <pc:sldMkLst>
          <pc:docMk/>
          <pc:sldMk cId="3319593720" sldId="1309"/>
        </pc:sldMkLst>
        <pc:spChg chg="mod">
          <ac:chgData name="Karl Michael Höferl" userId="544d2ce1-0a3b-4706-9dfd-c6d69d0e3c8e" providerId="ADAL" clId="{728816E0-0922-4745-AF12-C87F45E7DFA0}" dt="2026-02-19T16:31:11.415" v="4239" actId="790"/>
          <ac:spMkLst>
            <pc:docMk/>
            <pc:sldMk cId="3319593720" sldId="1309"/>
            <ac:spMk id="7" creationId="{0D1EDBB2-DE2F-6FEA-96AF-20447A4DE10C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24T15:48:42.273" v="5603" actId="20577"/>
        <pc:sldMkLst>
          <pc:docMk/>
          <pc:sldMk cId="3660634984" sldId="1310"/>
        </pc:sldMkLst>
        <pc:spChg chg="mod">
          <ac:chgData name="Karl Michael Höferl" userId="544d2ce1-0a3b-4706-9dfd-c6d69d0e3c8e" providerId="ADAL" clId="{728816E0-0922-4745-AF12-C87F45E7DFA0}" dt="2026-02-19T16:31:11.416" v="4240" actId="790"/>
          <ac:spMkLst>
            <pc:docMk/>
            <pc:sldMk cId="3660634984" sldId="1310"/>
            <ac:spMk id="2" creationId="{32961836-631C-AC0A-AA6B-238CC6711787}"/>
          </ac:spMkLst>
        </pc:spChg>
        <pc:spChg chg="mod">
          <ac:chgData name="Karl Michael Höferl" userId="544d2ce1-0a3b-4706-9dfd-c6d69d0e3c8e" providerId="ADAL" clId="{728816E0-0922-4745-AF12-C87F45E7DFA0}" dt="2026-02-19T16:31:11.417" v="4241" actId="790"/>
          <ac:spMkLst>
            <pc:docMk/>
            <pc:sldMk cId="3660634984" sldId="1310"/>
            <ac:spMk id="3" creationId="{FD01D3F6-8BDA-1878-E8B1-FC6D2AA266C9}"/>
          </ac:spMkLst>
        </pc:spChg>
        <pc:spChg chg="mod">
          <ac:chgData name="Karl Michael Höferl" userId="544d2ce1-0a3b-4706-9dfd-c6d69d0e3c8e" providerId="ADAL" clId="{728816E0-0922-4745-AF12-C87F45E7DFA0}" dt="2026-02-24T15:48:42.273" v="5603" actId="20577"/>
          <ac:spMkLst>
            <pc:docMk/>
            <pc:sldMk cId="3660634984" sldId="1310"/>
            <ac:spMk id="5" creationId="{CBEDBE50-2090-2AD5-4616-BA72187B97E8}"/>
          </ac:spMkLst>
        </pc:spChg>
        <pc:spChg chg="mod">
          <ac:chgData name="Karl Michael Höferl" userId="544d2ce1-0a3b-4706-9dfd-c6d69d0e3c8e" providerId="ADAL" clId="{728816E0-0922-4745-AF12-C87F45E7DFA0}" dt="2026-02-19T16:31:11.418" v="4243" actId="790"/>
          <ac:spMkLst>
            <pc:docMk/>
            <pc:sldMk cId="3660634984" sldId="1310"/>
            <ac:spMk id="6" creationId="{8D3470DA-0FC5-26FE-FBC6-E9AA71CEF527}"/>
          </ac:spMkLst>
        </pc:spChg>
        <pc:picChg chg="add mod">
          <ac:chgData name="Karl Michael Höferl" userId="544d2ce1-0a3b-4706-9dfd-c6d69d0e3c8e" providerId="ADAL" clId="{728816E0-0922-4745-AF12-C87F45E7DFA0}" dt="2026-02-18T18:53:25.491" v="23"/>
          <ac:picMkLst>
            <pc:docMk/>
            <pc:sldMk cId="3660634984" sldId="1310"/>
            <ac:picMk id="4" creationId="{55CD4E96-2102-C737-4F47-F7B0CF5FC8D0}"/>
          </ac:picMkLst>
        </pc:picChg>
      </pc:sldChg>
      <pc:sldChg chg="modSp new mod">
        <pc:chgData name="Karl Michael Höferl" userId="544d2ce1-0a3b-4706-9dfd-c6d69d0e3c8e" providerId="ADAL" clId="{728816E0-0922-4745-AF12-C87F45E7DFA0}" dt="2026-02-24T15:49:37.995" v="5613" actId="20577"/>
        <pc:sldMkLst>
          <pc:docMk/>
          <pc:sldMk cId="290663828" sldId="1311"/>
        </pc:sldMkLst>
        <pc:spChg chg="mod">
          <ac:chgData name="Karl Michael Höferl" userId="544d2ce1-0a3b-4706-9dfd-c6d69d0e3c8e" providerId="ADAL" clId="{728816E0-0922-4745-AF12-C87F45E7DFA0}" dt="2026-02-19T16:31:11.425" v="4248" actId="790"/>
          <ac:spMkLst>
            <pc:docMk/>
            <pc:sldMk cId="290663828" sldId="1311"/>
            <ac:spMk id="2" creationId="{06E7AAE3-F08C-9A92-05FC-939584E083BC}"/>
          </ac:spMkLst>
        </pc:spChg>
        <pc:spChg chg="mod">
          <ac:chgData name="Karl Michael Höferl" userId="544d2ce1-0a3b-4706-9dfd-c6d69d0e3c8e" providerId="ADAL" clId="{728816E0-0922-4745-AF12-C87F45E7DFA0}" dt="2026-02-19T16:31:11.426" v="4249" actId="790"/>
          <ac:spMkLst>
            <pc:docMk/>
            <pc:sldMk cId="290663828" sldId="1311"/>
            <ac:spMk id="3" creationId="{013A2B0A-4D03-D9E5-1653-9DCF6971669E}"/>
          </ac:spMkLst>
        </pc:spChg>
        <pc:spChg chg="mod">
          <ac:chgData name="Karl Michael Höferl" userId="544d2ce1-0a3b-4706-9dfd-c6d69d0e3c8e" providerId="ADAL" clId="{728816E0-0922-4745-AF12-C87F45E7DFA0}" dt="2026-02-24T15:49:37.995" v="5613" actId="20577"/>
          <ac:spMkLst>
            <pc:docMk/>
            <pc:sldMk cId="290663828" sldId="1311"/>
            <ac:spMk id="4" creationId="{471155BF-F1D7-6D2C-6F38-BEC9C454938D}"/>
          </ac:spMkLst>
        </pc:spChg>
        <pc:spChg chg="mod">
          <ac:chgData name="Karl Michael Höferl" userId="544d2ce1-0a3b-4706-9dfd-c6d69d0e3c8e" providerId="ADAL" clId="{728816E0-0922-4745-AF12-C87F45E7DFA0}" dt="2026-02-19T16:31:11.434" v="4251" actId="790"/>
          <ac:spMkLst>
            <pc:docMk/>
            <pc:sldMk cId="290663828" sldId="1311"/>
            <ac:spMk id="5" creationId="{6A3CDF92-7448-EB28-0C86-290CFC85F188}"/>
          </ac:spMkLst>
        </pc:spChg>
        <pc:spChg chg="mod">
          <ac:chgData name="Karl Michael Höferl" userId="544d2ce1-0a3b-4706-9dfd-c6d69d0e3c8e" providerId="ADAL" clId="{728816E0-0922-4745-AF12-C87F45E7DFA0}" dt="2026-02-19T16:31:11.435" v="4252" actId="790"/>
          <ac:spMkLst>
            <pc:docMk/>
            <pc:sldMk cId="290663828" sldId="1311"/>
            <ac:spMk id="6" creationId="{3939B8D0-AF96-3466-7B31-F53331E5767C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413" v="4238" actId="790"/>
        <pc:sldMkLst>
          <pc:docMk/>
          <pc:sldMk cId="3190630877" sldId="1325"/>
        </pc:sldMkLst>
        <pc:spChg chg="mod">
          <ac:chgData name="Karl Michael Höferl" userId="544d2ce1-0a3b-4706-9dfd-c6d69d0e3c8e" providerId="ADAL" clId="{728816E0-0922-4745-AF12-C87F45E7DFA0}" dt="2026-02-19T16:31:11.410" v="4235" actId="790"/>
          <ac:spMkLst>
            <pc:docMk/>
            <pc:sldMk cId="3190630877" sldId="1325"/>
            <ac:spMk id="4" creationId="{9910A6B7-E82B-9D1A-B950-EDB61E4E92F8}"/>
          </ac:spMkLst>
        </pc:spChg>
        <pc:spChg chg="mod">
          <ac:chgData name="Karl Michael Höferl" userId="544d2ce1-0a3b-4706-9dfd-c6d69d0e3c8e" providerId="ADAL" clId="{728816E0-0922-4745-AF12-C87F45E7DFA0}" dt="2026-02-19T16:31:11.411" v="4236" actId="790"/>
          <ac:spMkLst>
            <pc:docMk/>
            <pc:sldMk cId="3190630877" sldId="1325"/>
            <ac:spMk id="20" creationId="{C95878FD-1556-EA0B-6B3C-235F96D2E561}"/>
          </ac:spMkLst>
        </pc:spChg>
        <pc:spChg chg="mod">
          <ac:chgData name="Karl Michael Höferl" userId="544d2ce1-0a3b-4706-9dfd-c6d69d0e3c8e" providerId="ADAL" clId="{728816E0-0922-4745-AF12-C87F45E7DFA0}" dt="2026-02-19T16:31:11.412" v="4237" actId="790"/>
          <ac:spMkLst>
            <pc:docMk/>
            <pc:sldMk cId="3190630877" sldId="1325"/>
            <ac:spMk id="21" creationId="{5CE02DE5-6CBB-1A35-36C6-7B465361CC5B}"/>
          </ac:spMkLst>
        </pc:spChg>
        <pc:spChg chg="mod">
          <ac:chgData name="Karl Michael Höferl" userId="544d2ce1-0a3b-4706-9dfd-c6d69d0e3c8e" providerId="ADAL" clId="{728816E0-0922-4745-AF12-C87F45E7DFA0}" dt="2026-02-19T16:31:11.413" v="4238" actId="790"/>
          <ac:spMkLst>
            <pc:docMk/>
            <pc:sldMk cId="3190630877" sldId="1325"/>
            <ac:spMk id="22" creationId="{98C02D29-FD4E-0BCF-7EE2-A37B35E329AE}"/>
          </ac:spMkLst>
        </pc:spChg>
      </pc:sldChg>
      <pc:sldChg chg="addSp modSp new mod">
        <pc:chgData name="Karl Michael Höferl" userId="544d2ce1-0a3b-4706-9dfd-c6d69d0e3c8e" providerId="ADAL" clId="{728816E0-0922-4745-AF12-C87F45E7DFA0}" dt="2026-02-24T15:58:57.123" v="5695" actId="948"/>
        <pc:sldMkLst>
          <pc:docMk/>
          <pc:sldMk cId="3458327617" sldId="1326"/>
        </pc:sldMkLst>
        <pc:spChg chg="mod">
          <ac:chgData name="Karl Michael Höferl" userId="544d2ce1-0a3b-4706-9dfd-c6d69d0e3c8e" providerId="ADAL" clId="{728816E0-0922-4745-AF12-C87F45E7DFA0}" dt="2026-02-19T16:31:11.465" v="4276" actId="790"/>
          <ac:spMkLst>
            <pc:docMk/>
            <pc:sldMk cId="3458327617" sldId="1326"/>
            <ac:spMk id="2" creationId="{6612A7CF-E1D4-E677-B679-C1BF0AD111F9}"/>
          </ac:spMkLst>
        </pc:spChg>
        <pc:spChg chg="mod">
          <ac:chgData name="Karl Michael Höferl" userId="544d2ce1-0a3b-4706-9dfd-c6d69d0e3c8e" providerId="ADAL" clId="{728816E0-0922-4745-AF12-C87F45E7DFA0}" dt="2026-02-19T16:31:11.466" v="4277" actId="790"/>
          <ac:spMkLst>
            <pc:docMk/>
            <pc:sldMk cId="3458327617" sldId="1326"/>
            <ac:spMk id="3" creationId="{2960DBCD-ADAA-5AFB-30AC-34AF4D9C29AC}"/>
          </ac:spMkLst>
        </pc:spChg>
        <pc:spChg chg="mod">
          <ac:chgData name="Karl Michael Höferl" userId="544d2ce1-0a3b-4706-9dfd-c6d69d0e3c8e" providerId="ADAL" clId="{728816E0-0922-4745-AF12-C87F45E7DFA0}" dt="2026-02-24T15:58:57.123" v="5695" actId="948"/>
          <ac:spMkLst>
            <pc:docMk/>
            <pc:sldMk cId="3458327617" sldId="1326"/>
            <ac:spMk id="4" creationId="{3AB96C17-3D40-0369-956A-C1C309C31053}"/>
          </ac:spMkLst>
        </pc:spChg>
        <pc:spChg chg="mod">
          <ac:chgData name="Karl Michael Höferl" userId="544d2ce1-0a3b-4706-9dfd-c6d69d0e3c8e" providerId="ADAL" clId="{728816E0-0922-4745-AF12-C87F45E7DFA0}" dt="2026-02-19T16:31:11.472" v="4279" actId="790"/>
          <ac:spMkLst>
            <pc:docMk/>
            <pc:sldMk cId="3458327617" sldId="1326"/>
            <ac:spMk id="5" creationId="{D421B5EB-B3F6-AA2A-2703-AC91C3BDBF1F}"/>
          </ac:spMkLst>
        </pc:spChg>
        <pc:spChg chg="mod">
          <ac:chgData name="Karl Michael Höferl" userId="544d2ce1-0a3b-4706-9dfd-c6d69d0e3c8e" providerId="ADAL" clId="{728816E0-0922-4745-AF12-C87F45E7DFA0}" dt="2026-02-19T16:31:11.473" v="4280" actId="790"/>
          <ac:spMkLst>
            <pc:docMk/>
            <pc:sldMk cId="3458327617" sldId="1326"/>
            <ac:spMk id="6" creationId="{48F1FC1F-B5A2-A6AC-7706-155BFAA92039}"/>
          </ac:spMkLst>
        </pc:spChg>
      </pc:sldChg>
      <pc:sldChg chg="addSp delSp modSp new mod">
        <pc:chgData name="Karl Michael Höferl" userId="544d2ce1-0a3b-4706-9dfd-c6d69d0e3c8e" providerId="ADAL" clId="{728816E0-0922-4745-AF12-C87F45E7DFA0}" dt="2026-02-19T16:31:11.439" v="4256" actId="790"/>
        <pc:sldMkLst>
          <pc:docMk/>
          <pc:sldMk cId="951909965" sldId="1327"/>
        </pc:sldMkLst>
        <pc:spChg chg="mod">
          <ac:chgData name="Karl Michael Höferl" userId="544d2ce1-0a3b-4706-9dfd-c6d69d0e3c8e" providerId="ADAL" clId="{728816E0-0922-4745-AF12-C87F45E7DFA0}" dt="2026-02-19T16:31:11.435" v="4253" actId="790"/>
          <ac:spMkLst>
            <pc:docMk/>
            <pc:sldMk cId="951909965" sldId="1327"/>
            <ac:spMk id="2" creationId="{E1D0ACCB-6FD4-956C-976C-64241F7A76E1}"/>
          </ac:spMkLst>
        </pc:spChg>
        <pc:spChg chg="mod">
          <ac:chgData name="Karl Michael Höferl" userId="544d2ce1-0a3b-4706-9dfd-c6d69d0e3c8e" providerId="ADAL" clId="{728816E0-0922-4745-AF12-C87F45E7DFA0}" dt="2026-02-19T16:31:11.436" v="4254" actId="790"/>
          <ac:spMkLst>
            <pc:docMk/>
            <pc:sldMk cId="951909965" sldId="1327"/>
            <ac:spMk id="3" creationId="{AD1E8287-779C-A6F1-8BB9-17873F4321CC}"/>
          </ac:spMkLst>
        </pc:spChg>
        <pc:spChg chg="mod">
          <ac:chgData name="Karl Michael Höferl" userId="544d2ce1-0a3b-4706-9dfd-c6d69d0e3c8e" providerId="ADAL" clId="{728816E0-0922-4745-AF12-C87F45E7DFA0}" dt="2026-02-19T16:31:11.438" v="4255" actId="790"/>
          <ac:spMkLst>
            <pc:docMk/>
            <pc:sldMk cId="951909965" sldId="1327"/>
            <ac:spMk id="5" creationId="{154B9125-C0B1-A7A7-2E2F-19578988B8B5}"/>
          </ac:spMkLst>
        </pc:spChg>
        <pc:spChg chg="mod">
          <ac:chgData name="Karl Michael Höferl" userId="544d2ce1-0a3b-4706-9dfd-c6d69d0e3c8e" providerId="ADAL" clId="{728816E0-0922-4745-AF12-C87F45E7DFA0}" dt="2026-02-19T16:31:11.439" v="4256" actId="790"/>
          <ac:spMkLst>
            <pc:docMk/>
            <pc:sldMk cId="951909965" sldId="1327"/>
            <ac:spMk id="6" creationId="{993BDB75-4E1E-A55B-6363-C6B820C1684F}"/>
          </ac:spMkLst>
        </pc:spChg>
        <pc:picChg chg="add mod">
          <ac:chgData name="Karl Michael Höferl" userId="544d2ce1-0a3b-4706-9dfd-c6d69d0e3c8e" providerId="ADAL" clId="{728816E0-0922-4745-AF12-C87F45E7DFA0}" dt="2026-02-19T10:18:50.234" v="286" actId="1076"/>
          <ac:picMkLst>
            <pc:docMk/>
            <pc:sldMk cId="951909965" sldId="1327"/>
            <ac:picMk id="7" creationId="{B9858AEE-D18C-2BBF-07B7-D276F154671A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2-19T16:31:11.456" v="4270" actId="790"/>
        <pc:sldMkLst>
          <pc:docMk/>
          <pc:sldMk cId="4262525359" sldId="1328"/>
        </pc:sldMkLst>
        <pc:spChg chg="mod">
          <ac:chgData name="Karl Michael Höferl" userId="544d2ce1-0a3b-4706-9dfd-c6d69d0e3c8e" providerId="ADAL" clId="{728816E0-0922-4745-AF12-C87F45E7DFA0}" dt="2026-02-19T16:31:11.453" v="4267" actId="790"/>
          <ac:spMkLst>
            <pc:docMk/>
            <pc:sldMk cId="4262525359" sldId="1328"/>
            <ac:spMk id="2" creationId="{9AD30EDB-54FC-D2F7-0DDB-DEB4B3EB3466}"/>
          </ac:spMkLst>
        </pc:spChg>
        <pc:spChg chg="mod">
          <ac:chgData name="Karl Michael Höferl" userId="544d2ce1-0a3b-4706-9dfd-c6d69d0e3c8e" providerId="ADAL" clId="{728816E0-0922-4745-AF12-C87F45E7DFA0}" dt="2026-02-19T16:31:11.454" v="4268" actId="790"/>
          <ac:spMkLst>
            <pc:docMk/>
            <pc:sldMk cId="4262525359" sldId="1328"/>
            <ac:spMk id="3" creationId="{9F3EF5E5-0B7B-7B08-D079-09CFFD567E8B}"/>
          </ac:spMkLst>
        </pc:spChg>
        <pc:spChg chg="mod">
          <ac:chgData name="Karl Michael Höferl" userId="544d2ce1-0a3b-4706-9dfd-c6d69d0e3c8e" providerId="ADAL" clId="{728816E0-0922-4745-AF12-C87F45E7DFA0}" dt="2026-02-19T16:31:11.455" v="4269" actId="790"/>
          <ac:spMkLst>
            <pc:docMk/>
            <pc:sldMk cId="4262525359" sldId="1328"/>
            <ac:spMk id="5" creationId="{BC5B75E9-1DDC-4EB6-E61E-E009CDBD74AA}"/>
          </ac:spMkLst>
        </pc:spChg>
        <pc:spChg chg="mod">
          <ac:chgData name="Karl Michael Höferl" userId="544d2ce1-0a3b-4706-9dfd-c6d69d0e3c8e" providerId="ADAL" clId="{728816E0-0922-4745-AF12-C87F45E7DFA0}" dt="2026-02-19T16:31:11.456" v="4270" actId="790"/>
          <ac:spMkLst>
            <pc:docMk/>
            <pc:sldMk cId="4262525359" sldId="1328"/>
            <ac:spMk id="6" creationId="{D9B8159F-2642-E2CF-5326-292FF8D73C99}"/>
          </ac:spMkLst>
        </pc:spChg>
        <pc:spChg chg="mod">
          <ac:chgData name="Karl Michael Höferl" userId="544d2ce1-0a3b-4706-9dfd-c6d69d0e3c8e" providerId="ADAL" clId="{728816E0-0922-4745-AF12-C87F45E7DFA0}" dt="2026-02-19T10:19:06.139" v="289" actId="164"/>
          <ac:spMkLst>
            <pc:docMk/>
            <pc:sldMk cId="4262525359" sldId="1328"/>
            <ac:spMk id="10" creationId="{9BFC5B80-DA52-55C0-9790-E95C1BC2103E}"/>
          </ac:spMkLst>
        </pc:spChg>
        <pc:grpChg chg="add mod">
          <ac:chgData name="Karl Michael Höferl" userId="544d2ce1-0a3b-4706-9dfd-c6d69d0e3c8e" providerId="ADAL" clId="{728816E0-0922-4745-AF12-C87F45E7DFA0}" dt="2026-02-19T10:19:12.712" v="292" actId="1076"/>
          <ac:grpSpMkLst>
            <pc:docMk/>
            <pc:sldMk cId="4262525359" sldId="1328"/>
            <ac:grpSpMk id="12" creationId="{670F9C03-1CE8-30B7-421F-D9A37AE6780F}"/>
          </ac:grpSpMkLst>
        </pc:grpChg>
        <pc:picChg chg="mod">
          <ac:chgData name="Karl Michael Höferl" userId="544d2ce1-0a3b-4706-9dfd-c6d69d0e3c8e" providerId="ADAL" clId="{728816E0-0922-4745-AF12-C87F45E7DFA0}" dt="2026-02-19T10:19:06.139" v="289" actId="164"/>
          <ac:picMkLst>
            <pc:docMk/>
            <pc:sldMk cId="4262525359" sldId="1328"/>
            <ac:picMk id="9" creationId="{CBDD16D6-F20D-753A-BFF1-FEBF60A329A7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2-19T16:31:11.446" v="4261" actId="790"/>
        <pc:sldMkLst>
          <pc:docMk/>
          <pc:sldMk cId="1785388101" sldId="1330"/>
        </pc:sldMkLst>
        <pc:spChg chg="mod">
          <ac:chgData name="Karl Michael Höferl" userId="544d2ce1-0a3b-4706-9dfd-c6d69d0e3c8e" providerId="ADAL" clId="{728816E0-0922-4745-AF12-C87F45E7DFA0}" dt="2026-02-19T16:31:11.440" v="4257" actId="790"/>
          <ac:spMkLst>
            <pc:docMk/>
            <pc:sldMk cId="1785388101" sldId="1330"/>
            <ac:spMk id="2" creationId="{E5E0F998-1EB3-DA97-E94C-3D51908A8EB5}"/>
          </ac:spMkLst>
        </pc:spChg>
        <pc:spChg chg="mod">
          <ac:chgData name="Karl Michael Höferl" userId="544d2ce1-0a3b-4706-9dfd-c6d69d0e3c8e" providerId="ADAL" clId="{728816E0-0922-4745-AF12-C87F45E7DFA0}" dt="2026-02-19T16:31:11.441" v="4258" actId="790"/>
          <ac:spMkLst>
            <pc:docMk/>
            <pc:sldMk cId="1785388101" sldId="1330"/>
            <ac:spMk id="3" creationId="{BEE506F4-45B7-AD93-FFFD-D999A8837A6A}"/>
          </ac:spMkLst>
        </pc:spChg>
        <pc:spChg chg="mod">
          <ac:chgData name="Karl Michael Höferl" userId="544d2ce1-0a3b-4706-9dfd-c6d69d0e3c8e" providerId="ADAL" clId="{728816E0-0922-4745-AF12-C87F45E7DFA0}" dt="2026-02-19T16:31:11.442" v="4259" actId="790"/>
          <ac:spMkLst>
            <pc:docMk/>
            <pc:sldMk cId="1785388101" sldId="1330"/>
            <ac:spMk id="5" creationId="{B21A2A30-9BA6-056A-9BF7-821FA3FEED1D}"/>
          </ac:spMkLst>
        </pc:spChg>
        <pc:spChg chg="mod">
          <ac:chgData name="Karl Michael Höferl" userId="544d2ce1-0a3b-4706-9dfd-c6d69d0e3c8e" providerId="ADAL" clId="{728816E0-0922-4745-AF12-C87F45E7DFA0}" dt="2026-02-19T16:31:11.443" v="4260" actId="790"/>
          <ac:spMkLst>
            <pc:docMk/>
            <pc:sldMk cId="1785388101" sldId="1330"/>
            <ac:spMk id="6" creationId="{DBEA74F2-2D52-690F-7C04-F2D31E113429}"/>
          </ac:spMkLst>
        </pc:spChg>
        <pc:spChg chg="add mod">
          <ac:chgData name="Karl Michael Höferl" userId="544d2ce1-0a3b-4706-9dfd-c6d69d0e3c8e" providerId="ADAL" clId="{728816E0-0922-4745-AF12-C87F45E7DFA0}" dt="2026-02-19T16:31:11.446" v="4261" actId="790"/>
          <ac:spMkLst>
            <pc:docMk/>
            <pc:sldMk cId="1785388101" sldId="1330"/>
            <ac:spMk id="8" creationId="{036E1B51-CCB8-84C7-248A-7F96150B5D92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451" v="4266" actId="790"/>
        <pc:sldMkLst>
          <pc:docMk/>
          <pc:sldMk cId="2660846881" sldId="1331"/>
        </pc:sldMkLst>
        <pc:spChg chg="mod">
          <ac:chgData name="Karl Michael Höferl" userId="544d2ce1-0a3b-4706-9dfd-c6d69d0e3c8e" providerId="ADAL" clId="{728816E0-0922-4745-AF12-C87F45E7DFA0}" dt="2026-02-19T16:31:11.447" v="4262" actId="790"/>
          <ac:spMkLst>
            <pc:docMk/>
            <pc:sldMk cId="2660846881" sldId="1331"/>
            <ac:spMk id="2" creationId="{A4F57433-7AC3-D6FF-735D-9303D2CC917F}"/>
          </ac:spMkLst>
        </pc:spChg>
        <pc:spChg chg="mod">
          <ac:chgData name="Karl Michael Höferl" userId="544d2ce1-0a3b-4706-9dfd-c6d69d0e3c8e" providerId="ADAL" clId="{728816E0-0922-4745-AF12-C87F45E7DFA0}" dt="2026-02-19T16:31:11.448" v="4263" actId="790"/>
          <ac:spMkLst>
            <pc:docMk/>
            <pc:sldMk cId="2660846881" sldId="1331"/>
            <ac:spMk id="3" creationId="{F7098451-03BD-E58F-960C-C3F12D9BB122}"/>
          </ac:spMkLst>
        </pc:spChg>
        <pc:spChg chg="mod">
          <ac:chgData name="Karl Michael Höferl" userId="544d2ce1-0a3b-4706-9dfd-c6d69d0e3c8e" providerId="ADAL" clId="{728816E0-0922-4745-AF12-C87F45E7DFA0}" dt="2026-02-19T16:31:11.448" v="4264" actId="790"/>
          <ac:spMkLst>
            <pc:docMk/>
            <pc:sldMk cId="2660846881" sldId="1331"/>
            <ac:spMk id="5" creationId="{9013D978-94CC-7025-6199-36E0C861A451}"/>
          </ac:spMkLst>
        </pc:spChg>
        <pc:spChg chg="mod">
          <ac:chgData name="Karl Michael Höferl" userId="544d2ce1-0a3b-4706-9dfd-c6d69d0e3c8e" providerId="ADAL" clId="{728816E0-0922-4745-AF12-C87F45E7DFA0}" dt="2026-02-19T16:31:11.449" v="4265" actId="790"/>
          <ac:spMkLst>
            <pc:docMk/>
            <pc:sldMk cId="2660846881" sldId="1331"/>
            <ac:spMk id="6" creationId="{19F8DBB8-D7B6-A7BD-93E5-20B2821B02DF}"/>
          </ac:spMkLst>
        </pc:spChg>
        <pc:spChg chg="mod">
          <ac:chgData name="Karl Michael Höferl" userId="544d2ce1-0a3b-4706-9dfd-c6d69d0e3c8e" providerId="ADAL" clId="{728816E0-0922-4745-AF12-C87F45E7DFA0}" dt="2026-02-19T16:31:11.451" v="4266" actId="790"/>
          <ac:spMkLst>
            <pc:docMk/>
            <pc:sldMk cId="2660846881" sldId="1331"/>
            <ac:spMk id="8" creationId="{55C8E9C9-8E7D-4923-CFD3-640288D6D316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464" v="4275" actId="790"/>
        <pc:sldMkLst>
          <pc:docMk/>
          <pc:sldMk cId="950862201" sldId="1332"/>
        </pc:sldMkLst>
        <pc:spChg chg="mod">
          <ac:chgData name="Karl Michael Höferl" userId="544d2ce1-0a3b-4706-9dfd-c6d69d0e3c8e" providerId="ADAL" clId="{728816E0-0922-4745-AF12-C87F45E7DFA0}" dt="2026-02-19T16:31:11.464" v="4275" actId="790"/>
          <ac:spMkLst>
            <pc:docMk/>
            <pc:sldMk cId="950862201" sldId="1332"/>
            <ac:spMk id="7" creationId="{676EA67A-82B2-5476-AF51-6EC0AF71CA70}"/>
          </ac:spMkLst>
        </pc:spChg>
      </pc:sldChg>
      <pc:sldChg chg="modSp add mod">
        <pc:chgData name="Karl Michael Höferl" userId="544d2ce1-0a3b-4706-9dfd-c6d69d0e3c8e" providerId="ADAL" clId="{728816E0-0922-4745-AF12-C87F45E7DFA0}" dt="2026-02-24T15:59:12.435" v="5700"/>
        <pc:sldMkLst>
          <pc:docMk/>
          <pc:sldMk cId="587528057" sldId="1333"/>
        </pc:sldMkLst>
        <pc:spChg chg="mod">
          <ac:chgData name="Karl Michael Höferl" userId="544d2ce1-0a3b-4706-9dfd-c6d69d0e3c8e" providerId="ADAL" clId="{728816E0-0922-4745-AF12-C87F45E7DFA0}" dt="2026-02-19T16:31:11.479" v="4285" actId="790"/>
          <ac:spMkLst>
            <pc:docMk/>
            <pc:sldMk cId="587528057" sldId="1333"/>
            <ac:spMk id="2" creationId="{CE8864AC-8CAC-5508-E13F-581A22A3CD4A}"/>
          </ac:spMkLst>
        </pc:spChg>
        <pc:spChg chg="mod">
          <ac:chgData name="Karl Michael Höferl" userId="544d2ce1-0a3b-4706-9dfd-c6d69d0e3c8e" providerId="ADAL" clId="{728816E0-0922-4745-AF12-C87F45E7DFA0}" dt="2026-02-19T16:31:11.480" v="4286" actId="790"/>
          <ac:spMkLst>
            <pc:docMk/>
            <pc:sldMk cId="587528057" sldId="1333"/>
            <ac:spMk id="3" creationId="{EB5F4746-FFE4-400E-480B-F5C7B37A5CCD}"/>
          </ac:spMkLst>
        </pc:spChg>
        <pc:spChg chg="mod">
          <ac:chgData name="Karl Michael Höferl" userId="544d2ce1-0a3b-4706-9dfd-c6d69d0e3c8e" providerId="ADAL" clId="{728816E0-0922-4745-AF12-C87F45E7DFA0}" dt="2026-02-24T15:59:12.435" v="5700"/>
          <ac:spMkLst>
            <pc:docMk/>
            <pc:sldMk cId="587528057" sldId="1333"/>
            <ac:spMk id="4" creationId="{D2656816-7693-A61C-C118-AD3B92D86402}"/>
          </ac:spMkLst>
        </pc:spChg>
        <pc:spChg chg="mod">
          <ac:chgData name="Karl Michael Höferl" userId="544d2ce1-0a3b-4706-9dfd-c6d69d0e3c8e" providerId="ADAL" clId="{728816E0-0922-4745-AF12-C87F45E7DFA0}" dt="2026-02-19T16:31:11.483" v="4288" actId="790"/>
          <ac:spMkLst>
            <pc:docMk/>
            <pc:sldMk cId="587528057" sldId="1333"/>
            <ac:spMk id="5" creationId="{0BDC8A95-40EA-E37A-91C7-DA9CD6BBD4E3}"/>
          </ac:spMkLst>
        </pc:spChg>
        <pc:spChg chg="mod">
          <ac:chgData name="Karl Michael Höferl" userId="544d2ce1-0a3b-4706-9dfd-c6d69d0e3c8e" providerId="ADAL" clId="{728816E0-0922-4745-AF12-C87F45E7DFA0}" dt="2026-02-19T16:31:11.484" v="4289" actId="790"/>
          <ac:spMkLst>
            <pc:docMk/>
            <pc:sldMk cId="587528057" sldId="1333"/>
            <ac:spMk id="6" creationId="{90202341-1F9A-476E-2846-4F8EA7A8AFA4}"/>
          </ac:spMkLst>
        </pc:spChg>
      </pc:sldChg>
      <pc:sldChg chg="modSp add mod">
        <pc:chgData name="Karl Michael Höferl" userId="544d2ce1-0a3b-4706-9dfd-c6d69d0e3c8e" providerId="ADAL" clId="{728816E0-0922-4745-AF12-C87F45E7DFA0}" dt="2026-02-24T16:00:59.299" v="5717" actId="948"/>
        <pc:sldMkLst>
          <pc:docMk/>
          <pc:sldMk cId="3885546384" sldId="1334"/>
        </pc:sldMkLst>
        <pc:spChg chg="mod">
          <ac:chgData name="Karl Michael Höferl" userId="544d2ce1-0a3b-4706-9dfd-c6d69d0e3c8e" providerId="ADAL" clId="{728816E0-0922-4745-AF12-C87F45E7DFA0}" dt="2026-02-19T16:31:11.493" v="4298" actId="790"/>
          <ac:spMkLst>
            <pc:docMk/>
            <pc:sldMk cId="3885546384" sldId="1334"/>
            <ac:spMk id="2" creationId="{5AF767AC-7B72-DF0C-196D-19F7CC3FADDA}"/>
          </ac:spMkLst>
        </pc:spChg>
        <pc:spChg chg="mod">
          <ac:chgData name="Karl Michael Höferl" userId="544d2ce1-0a3b-4706-9dfd-c6d69d0e3c8e" providerId="ADAL" clId="{728816E0-0922-4745-AF12-C87F45E7DFA0}" dt="2026-02-19T16:31:11.494" v="4299" actId="790"/>
          <ac:spMkLst>
            <pc:docMk/>
            <pc:sldMk cId="3885546384" sldId="1334"/>
            <ac:spMk id="3" creationId="{EE063AAB-80DC-31B5-C7F5-C0AD9BBE22FB}"/>
          </ac:spMkLst>
        </pc:spChg>
        <pc:spChg chg="mod">
          <ac:chgData name="Karl Michael Höferl" userId="544d2ce1-0a3b-4706-9dfd-c6d69d0e3c8e" providerId="ADAL" clId="{728816E0-0922-4745-AF12-C87F45E7DFA0}" dt="2026-02-24T16:00:59.299" v="5717" actId="948"/>
          <ac:spMkLst>
            <pc:docMk/>
            <pc:sldMk cId="3885546384" sldId="1334"/>
            <ac:spMk id="4" creationId="{15141FEC-9551-3DC0-F585-35E855C3C01E}"/>
          </ac:spMkLst>
        </pc:spChg>
        <pc:spChg chg="mod">
          <ac:chgData name="Karl Michael Höferl" userId="544d2ce1-0a3b-4706-9dfd-c6d69d0e3c8e" providerId="ADAL" clId="{728816E0-0922-4745-AF12-C87F45E7DFA0}" dt="2026-02-19T16:31:11.498" v="4301" actId="790"/>
          <ac:spMkLst>
            <pc:docMk/>
            <pc:sldMk cId="3885546384" sldId="1334"/>
            <ac:spMk id="5" creationId="{72D00044-09A7-9F30-193B-0AA70500BA81}"/>
          </ac:spMkLst>
        </pc:spChg>
        <pc:spChg chg="mod">
          <ac:chgData name="Karl Michael Höferl" userId="544d2ce1-0a3b-4706-9dfd-c6d69d0e3c8e" providerId="ADAL" clId="{728816E0-0922-4745-AF12-C87F45E7DFA0}" dt="2026-02-19T16:31:11.499" v="4302" actId="790"/>
          <ac:spMkLst>
            <pc:docMk/>
            <pc:sldMk cId="3885546384" sldId="1334"/>
            <ac:spMk id="6" creationId="{E6AD0C2A-A662-44B1-83AF-76A8F98E967F}"/>
          </ac:spMkLst>
        </pc:spChg>
      </pc:sldChg>
      <pc:sldChg chg="addSp delSp modSp new mod">
        <pc:chgData name="Karl Michael Höferl" userId="544d2ce1-0a3b-4706-9dfd-c6d69d0e3c8e" providerId="ADAL" clId="{728816E0-0922-4745-AF12-C87F45E7DFA0}" dt="2026-02-19T16:31:11.492" v="4297" actId="790"/>
        <pc:sldMkLst>
          <pc:docMk/>
          <pc:sldMk cId="1090543349" sldId="1335"/>
        </pc:sldMkLst>
        <pc:spChg chg="mod">
          <ac:chgData name="Karl Michael Höferl" userId="544d2ce1-0a3b-4706-9dfd-c6d69d0e3c8e" providerId="ADAL" clId="{728816E0-0922-4745-AF12-C87F45E7DFA0}" dt="2026-02-19T16:31:11.489" v="4294" actId="790"/>
          <ac:spMkLst>
            <pc:docMk/>
            <pc:sldMk cId="1090543349" sldId="1335"/>
            <ac:spMk id="2" creationId="{E1AF7898-FA70-402A-F97A-21CE221F9EFE}"/>
          </ac:spMkLst>
        </pc:spChg>
        <pc:spChg chg="mod">
          <ac:chgData name="Karl Michael Höferl" userId="544d2ce1-0a3b-4706-9dfd-c6d69d0e3c8e" providerId="ADAL" clId="{728816E0-0922-4745-AF12-C87F45E7DFA0}" dt="2026-02-19T16:31:11.490" v="4295" actId="790"/>
          <ac:spMkLst>
            <pc:docMk/>
            <pc:sldMk cId="1090543349" sldId="1335"/>
            <ac:spMk id="3" creationId="{63526692-BF4F-968E-CC35-DB09D2BFD936}"/>
          </ac:spMkLst>
        </pc:spChg>
        <pc:spChg chg="mod">
          <ac:chgData name="Karl Michael Höferl" userId="544d2ce1-0a3b-4706-9dfd-c6d69d0e3c8e" providerId="ADAL" clId="{728816E0-0922-4745-AF12-C87F45E7DFA0}" dt="2026-02-19T16:31:11.491" v="4296" actId="790"/>
          <ac:spMkLst>
            <pc:docMk/>
            <pc:sldMk cId="1090543349" sldId="1335"/>
            <ac:spMk id="5" creationId="{7511D3B7-5FF2-251A-16B8-25B37E83F98B}"/>
          </ac:spMkLst>
        </pc:spChg>
        <pc:spChg chg="mod">
          <ac:chgData name="Karl Michael Höferl" userId="544d2ce1-0a3b-4706-9dfd-c6d69d0e3c8e" providerId="ADAL" clId="{728816E0-0922-4745-AF12-C87F45E7DFA0}" dt="2026-02-19T16:31:11.492" v="4297" actId="790"/>
          <ac:spMkLst>
            <pc:docMk/>
            <pc:sldMk cId="1090543349" sldId="1335"/>
            <ac:spMk id="6" creationId="{6F1B9D16-9F64-B6FB-F415-1CB47D4CFBDF}"/>
          </ac:spMkLst>
        </pc:spChg>
        <pc:picChg chg="add mod">
          <ac:chgData name="Karl Michael Höferl" userId="544d2ce1-0a3b-4706-9dfd-c6d69d0e3c8e" providerId="ADAL" clId="{728816E0-0922-4745-AF12-C87F45E7DFA0}" dt="2026-02-19T10:28:39.507" v="452" actId="1076"/>
          <ac:picMkLst>
            <pc:docMk/>
            <pc:sldMk cId="1090543349" sldId="1335"/>
            <ac:picMk id="7" creationId="{0A5CE938-5EAD-86BE-7151-790CA937CCBF}"/>
          </ac:picMkLst>
        </pc:picChg>
      </pc:sldChg>
      <pc:sldChg chg="addSp delSp modSp add mod ord">
        <pc:chgData name="Karl Michael Höferl" userId="544d2ce1-0a3b-4706-9dfd-c6d69d0e3c8e" providerId="ADAL" clId="{728816E0-0922-4745-AF12-C87F45E7DFA0}" dt="2026-02-24T16:00:41.855" v="5714" actId="6549"/>
        <pc:sldMkLst>
          <pc:docMk/>
          <pc:sldMk cId="3070791869" sldId="1336"/>
        </pc:sldMkLst>
        <pc:spChg chg="mod">
          <ac:chgData name="Karl Michael Höferl" userId="544d2ce1-0a3b-4706-9dfd-c6d69d0e3c8e" providerId="ADAL" clId="{728816E0-0922-4745-AF12-C87F45E7DFA0}" dt="2026-02-19T16:31:11.485" v="4290" actId="790"/>
          <ac:spMkLst>
            <pc:docMk/>
            <pc:sldMk cId="3070791869" sldId="1336"/>
            <ac:spMk id="2" creationId="{1C37BC66-FFF3-EA0E-01DB-5C6E68D22A49}"/>
          </ac:spMkLst>
        </pc:spChg>
        <pc:spChg chg="mod">
          <ac:chgData name="Karl Michael Höferl" userId="544d2ce1-0a3b-4706-9dfd-c6d69d0e3c8e" providerId="ADAL" clId="{728816E0-0922-4745-AF12-C87F45E7DFA0}" dt="2026-02-19T16:31:11.486" v="4291" actId="790"/>
          <ac:spMkLst>
            <pc:docMk/>
            <pc:sldMk cId="3070791869" sldId="1336"/>
            <ac:spMk id="3" creationId="{E0372DFC-4569-1D7F-A64F-F2BA6D71EE13}"/>
          </ac:spMkLst>
        </pc:spChg>
        <pc:spChg chg="mod">
          <ac:chgData name="Karl Michael Höferl" userId="544d2ce1-0a3b-4706-9dfd-c6d69d0e3c8e" providerId="ADAL" clId="{728816E0-0922-4745-AF12-C87F45E7DFA0}" dt="2026-02-24T16:00:41.855" v="5714" actId="6549"/>
          <ac:spMkLst>
            <pc:docMk/>
            <pc:sldMk cId="3070791869" sldId="1336"/>
            <ac:spMk id="5" creationId="{73259EC6-618B-75DB-36EB-A337996796ED}"/>
          </ac:spMkLst>
        </pc:spChg>
        <pc:spChg chg="mod">
          <ac:chgData name="Karl Michael Höferl" userId="544d2ce1-0a3b-4706-9dfd-c6d69d0e3c8e" providerId="ADAL" clId="{728816E0-0922-4745-AF12-C87F45E7DFA0}" dt="2026-02-19T16:31:11.488" v="4293" actId="790"/>
          <ac:spMkLst>
            <pc:docMk/>
            <pc:sldMk cId="3070791869" sldId="1336"/>
            <ac:spMk id="6" creationId="{2B71C648-EC1A-FC1E-F2FD-F7232F9FEFDB}"/>
          </ac:spMkLst>
        </pc:spChg>
        <pc:picChg chg="add mod">
          <ac:chgData name="Karl Michael Höferl" userId="544d2ce1-0a3b-4706-9dfd-c6d69d0e3c8e" providerId="ADAL" clId="{728816E0-0922-4745-AF12-C87F45E7DFA0}" dt="2026-02-24T16:00:39.302" v="5713" actId="1035"/>
          <ac:picMkLst>
            <pc:docMk/>
            <pc:sldMk cId="3070791869" sldId="1336"/>
            <ac:picMk id="7" creationId="{D6727A2D-32F1-0FA6-AA11-40556F98E615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2-19T16:31:11.478" v="4284" actId="790"/>
        <pc:sldMkLst>
          <pc:docMk/>
          <pc:sldMk cId="3330898358" sldId="1337"/>
        </pc:sldMkLst>
        <pc:spChg chg="mod">
          <ac:chgData name="Karl Michael Höferl" userId="544d2ce1-0a3b-4706-9dfd-c6d69d0e3c8e" providerId="ADAL" clId="{728816E0-0922-4745-AF12-C87F45E7DFA0}" dt="2026-02-19T16:31:11.474" v="4281" actId="790"/>
          <ac:spMkLst>
            <pc:docMk/>
            <pc:sldMk cId="3330898358" sldId="1337"/>
            <ac:spMk id="2" creationId="{401652BD-856F-F69B-58B4-ADB8F9C87528}"/>
          </ac:spMkLst>
        </pc:spChg>
        <pc:spChg chg="mod">
          <ac:chgData name="Karl Michael Höferl" userId="544d2ce1-0a3b-4706-9dfd-c6d69d0e3c8e" providerId="ADAL" clId="{728816E0-0922-4745-AF12-C87F45E7DFA0}" dt="2026-02-19T16:31:11.475" v="4282" actId="790"/>
          <ac:spMkLst>
            <pc:docMk/>
            <pc:sldMk cId="3330898358" sldId="1337"/>
            <ac:spMk id="3" creationId="{657B7EF9-E624-F440-B4CC-2AB0FEAC043C}"/>
          </ac:spMkLst>
        </pc:spChg>
        <pc:spChg chg="mod">
          <ac:chgData name="Karl Michael Höferl" userId="544d2ce1-0a3b-4706-9dfd-c6d69d0e3c8e" providerId="ADAL" clId="{728816E0-0922-4745-AF12-C87F45E7DFA0}" dt="2026-02-19T16:31:11.477" v="4283" actId="790"/>
          <ac:spMkLst>
            <pc:docMk/>
            <pc:sldMk cId="3330898358" sldId="1337"/>
            <ac:spMk id="5" creationId="{6140E690-9570-0CDA-220B-70BEF900FB78}"/>
          </ac:spMkLst>
        </pc:spChg>
        <pc:spChg chg="mod">
          <ac:chgData name="Karl Michael Höferl" userId="544d2ce1-0a3b-4706-9dfd-c6d69d0e3c8e" providerId="ADAL" clId="{728816E0-0922-4745-AF12-C87F45E7DFA0}" dt="2026-02-19T16:31:11.478" v="4284" actId="790"/>
          <ac:spMkLst>
            <pc:docMk/>
            <pc:sldMk cId="3330898358" sldId="1337"/>
            <ac:spMk id="6" creationId="{A0048B1E-C0D4-117D-752A-B1FFB6C4CD4A}"/>
          </ac:spMkLst>
        </pc:spChg>
        <pc:picChg chg="add mod ord modCrop">
          <ac:chgData name="Karl Michael Höferl" userId="544d2ce1-0a3b-4706-9dfd-c6d69d0e3c8e" providerId="ADAL" clId="{728816E0-0922-4745-AF12-C87F45E7DFA0}" dt="2026-02-19T10:34:07.718" v="512" actId="1076"/>
          <ac:picMkLst>
            <pc:docMk/>
            <pc:sldMk cId="3330898358" sldId="1337"/>
            <ac:picMk id="9" creationId="{6F8B796A-464C-3A79-72A4-68EE60171FCD}"/>
          </ac:picMkLst>
        </pc:picChg>
        <pc:picChg chg="add mod">
          <ac:chgData name="Karl Michael Höferl" userId="544d2ce1-0a3b-4706-9dfd-c6d69d0e3c8e" providerId="ADAL" clId="{728816E0-0922-4745-AF12-C87F45E7DFA0}" dt="2026-02-19T10:34:31.274" v="523" actId="1076"/>
          <ac:picMkLst>
            <pc:docMk/>
            <pc:sldMk cId="3330898358" sldId="1337"/>
            <ac:picMk id="11" creationId="{A810837D-E894-A2CC-EB58-0F329A1278F8}"/>
          </ac:picMkLst>
        </pc:picChg>
      </pc:sldChg>
      <pc:sldChg chg="addSp modSp new mod">
        <pc:chgData name="Karl Michael Höferl" userId="544d2ce1-0a3b-4706-9dfd-c6d69d0e3c8e" providerId="ADAL" clId="{728816E0-0922-4745-AF12-C87F45E7DFA0}" dt="2026-02-19T16:31:11.506" v="4307" actId="790"/>
        <pc:sldMkLst>
          <pc:docMk/>
          <pc:sldMk cId="2021104710" sldId="1338"/>
        </pc:sldMkLst>
        <pc:spChg chg="mod">
          <ac:chgData name="Karl Michael Höferl" userId="544d2ce1-0a3b-4706-9dfd-c6d69d0e3c8e" providerId="ADAL" clId="{728816E0-0922-4745-AF12-C87F45E7DFA0}" dt="2026-02-19T16:31:11.500" v="4303" actId="790"/>
          <ac:spMkLst>
            <pc:docMk/>
            <pc:sldMk cId="2021104710" sldId="1338"/>
            <ac:spMk id="2" creationId="{88CB999A-D493-8E4A-F453-BFEDF581523E}"/>
          </ac:spMkLst>
        </pc:spChg>
        <pc:spChg chg="mod">
          <ac:chgData name="Karl Michael Höferl" userId="544d2ce1-0a3b-4706-9dfd-c6d69d0e3c8e" providerId="ADAL" clId="{728816E0-0922-4745-AF12-C87F45E7DFA0}" dt="2026-02-19T16:31:11.502" v="4304" actId="790"/>
          <ac:spMkLst>
            <pc:docMk/>
            <pc:sldMk cId="2021104710" sldId="1338"/>
            <ac:spMk id="3" creationId="{B636659B-8E83-1810-5885-B9BC9E4A6CE0}"/>
          </ac:spMkLst>
        </pc:spChg>
        <pc:spChg chg="mod">
          <ac:chgData name="Karl Michael Höferl" userId="544d2ce1-0a3b-4706-9dfd-c6d69d0e3c8e" providerId="ADAL" clId="{728816E0-0922-4745-AF12-C87F45E7DFA0}" dt="2026-02-19T16:31:11.503" v="4305" actId="790"/>
          <ac:spMkLst>
            <pc:docMk/>
            <pc:sldMk cId="2021104710" sldId="1338"/>
            <ac:spMk id="4" creationId="{C377CB2A-684B-4D59-77C3-93EBB01C9E90}"/>
          </ac:spMkLst>
        </pc:spChg>
        <pc:spChg chg="mod">
          <ac:chgData name="Karl Michael Höferl" userId="544d2ce1-0a3b-4706-9dfd-c6d69d0e3c8e" providerId="ADAL" clId="{728816E0-0922-4745-AF12-C87F45E7DFA0}" dt="2026-02-19T16:31:11.505" v="4306" actId="790"/>
          <ac:spMkLst>
            <pc:docMk/>
            <pc:sldMk cId="2021104710" sldId="1338"/>
            <ac:spMk id="5" creationId="{1CA3B948-99B6-9F05-3432-4C0353E67845}"/>
          </ac:spMkLst>
        </pc:spChg>
        <pc:spChg chg="mod">
          <ac:chgData name="Karl Michael Höferl" userId="544d2ce1-0a3b-4706-9dfd-c6d69d0e3c8e" providerId="ADAL" clId="{728816E0-0922-4745-AF12-C87F45E7DFA0}" dt="2026-02-19T16:31:11.506" v="4307" actId="790"/>
          <ac:spMkLst>
            <pc:docMk/>
            <pc:sldMk cId="2021104710" sldId="1338"/>
            <ac:spMk id="6" creationId="{3859F96E-4CAA-5D50-AE2B-673F6D06C0E0}"/>
          </ac:spMkLst>
        </pc:spChg>
        <pc:grpChg chg="add mod">
          <ac:chgData name="Karl Michael Höferl" userId="544d2ce1-0a3b-4706-9dfd-c6d69d0e3c8e" providerId="ADAL" clId="{728816E0-0922-4745-AF12-C87F45E7DFA0}" dt="2026-02-19T10:36:58.364" v="598" actId="14100"/>
          <ac:grpSpMkLst>
            <pc:docMk/>
            <pc:sldMk cId="2021104710" sldId="1338"/>
            <ac:grpSpMk id="10" creationId="{D062A612-6008-268C-2233-C7C2EA6C71D9}"/>
          </ac:grpSpMkLst>
        </pc:grpChg>
        <pc:picChg chg="add mod">
          <ac:chgData name="Karl Michael Höferl" userId="544d2ce1-0a3b-4706-9dfd-c6d69d0e3c8e" providerId="ADAL" clId="{728816E0-0922-4745-AF12-C87F45E7DFA0}" dt="2026-02-19T10:36:58.364" v="598" actId="14100"/>
          <ac:picMkLst>
            <pc:docMk/>
            <pc:sldMk cId="2021104710" sldId="1338"/>
            <ac:picMk id="7" creationId="{978CF6DD-5CF4-62FF-585C-F1ECC1C65A39}"/>
          </ac:picMkLst>
        </pc:picChg>
        <pc:picChg chg="add mod">
          <ac:chgData name="Karl Michael Höferl" userId="544d2ce1-0a3b-4706-9dfd-c6d69d0e3c8e" providerId="ADAL" clId="{728816E0-0922-4745-AF12-C87F45E7DFA0}" dt="2026-02-19T10:36:58.364" v="598" actId="14100"/>
          <ac:picMkLst>
            <pc:docMk/>
            <pc:sldMk cId="2021104710" sldId="1338"/>
            <ac:picMk id="8" creationId="{99F4F08E-D0D5-792E-5062-E1BC34BDA311}"/>
          </ac:picMkLst>
        </pc:picChg>
        <pc:picChg chg="add mod">
          <ac:chgData name="Karl Michael Höferl" userId="544d2ce1-0a3b-4706-9dfd-c6d69d0e3c8e" providerId="ADAL" clId="{728816E0-0922-4745-AF12-C87F45E7DFA0}" dt="2026-02-19T10:36:42.140" v="592" actId="1076"/>
          <ac:picMkLst>
            <pc:docMk/>
            <pc:sldMk cId="2021104710" sldId="1338"/>
            <ac:picMk id="9" creationId="{3171313C-EAA5-14EE-8A9B-6694C516F515}"/>
          </ac:picMkLst>
        </pc:picChg>
      </pc:sldChg>
      <pc:sldChg chg="modSp add mod">
        <pc:chgData name="Karl Michael Höferl" userId="544d2ce1-0a3b-4706-9dfd-c6d69d0e3c8e" providerId="ADAL" clId="{728816E0-0922-4745-AF12-C87F45E7DFA0}" dt="2026-02-24T16:01:13.039" v="5719" actId="20577"/>
        <pc:sldMkLst>
          <pc:docMk/>
          <pc:sldMk cId="1964845261" sldId="1339"/>
        </pc:sldMkLst>
        <pc:spChg chg="mod">
          <ac:chgData name="Karl Michael Höferl" userId="544d2ce1-0a3b-4706-9dfd-c6d69d0e3c8e" providerId="ADAL" clId="{728816E0-0922-4745-AF12-C87F45E7DFA0}" dt="2026-02-24T16:01:13.039" v="5719" actId="20577"/>
          <ac:spMkLst>
            <pc:docMk/>
            <pc:sldMk cId="1964845261" sldId="1339"/>
            <ac:spMk id="7" creationId="{F8B8A8C3-0D0F-92C2-57CF-427233A9650C}"/>
          </ac:spMkLst>
        </pc:spChg>
      </pc:sldChg>
      <pc:sldChg chg="addSp delSp modSp new mod modClrScheme chgLayout">
        <pc:chgData name="Karl Michael Höferl" userId="544d2ce1-0a3b-4706-9dfd-c6d69d0e3c8e" providerId="ADAL" clId="{728816E0-0922-4745-AF12-C87F45E7DFA0}" dt="2026-02-19T16:31:11.515" v="4317" actId="790"/>
        <pc:sldMkLst>
          <pc:docMk/>
          <pc:sldMk cId="1430119014" sldId="1340"/>
        </pc:sldMkLst>
        <pc:spChg chg="add mod ord">
          <ac:chgData name="Karl Michael Höferl" userId="544d2ce1-0a3b-4706-9dfd-c6d69d0e3c8e" providerId="ADAL" clId="{728816E0-0922-4745-AF12-C87F45E7DFA0}" dt="2026-02-19T16:31:11.511" v="4313" actId="790"/>
          <ac:spMkLst>
            <pc:docMk/>
            <pc:sldMk cId="1430119014" sldId="1340"/>
            <ac:spMk id="3" creationId="{C8E1A230-20FE-55AE-0AC6-2BEB4D25493F}"/>
          </ac:spMkLst>
        </pc:spChg>
        <pc:spChg chg="add mod ord">
          <ac:chgData name="Karl Michael Höferl" userId="544d2ce1-0a3b-4706-9dfd-c6d69d0e3c8e" providerId="ADAL" clId="{728816E0-0922-4745-AF12-C87F45E7DFA0}" dt="2026-02-19T16:31:11.512" v="4314" actId="790"/>
          <ac:spMkLst>
            <pc:docMk/>
            <pc:sldMk cId="1430119014" sldId="1340"/>
            <ac:spMk id="4" creationId="{87E82D2E-8A90-2340-C908-285FD8E2635D}"/>
          </ac:spMkLst>
        </pc:spChg>
        <pc:spChg chg="mod">
          <ac:chgData name="Karl Michael Höferl" userId="544d2ce1-0a3b-4706-9dfd-c6d69d0e3c8e" providerId="ADAL" clId="{728816E0-0922-4745-AF12-C87F45E7DFA0}" dt="2026-02-19T16:31:11.513" v="4315" actId="790"/>
          <ac:spMkLst>
            <pc:docMk/>
            <pc:sldMk cId="1430119014" sldId="1340"/>
            <ac:spMk id="5" creationId="{A7933873-0FDA-CE51-58F0-94FFA7FB64D6}"/>
          </ac:spMkLst>
        </pc:spChg>
        <pc:spChg chg="mod">
          <ac:chgData name="Karl Michael Höferl" userId="544d2ce1-0a3b-4706-9dfd-c6d69d0e3c8e" providerId="ADAL" clId="{728816E0-0922-4745-AF12-C87F45E7DFA0}" dt="2026-02-19T16:31:11.514" v="4316" actId="790"/>
          <ac:spMkLst>
            <pc:docMk/>
            <pc:sldMk cId="1430119014" sldId="1340"/>
            <ac:spMk id="6" creationId="{04F3BFA6-FA16-B619-2191-0626FCDCE037}"/>
          </ac:spMkLst>
        </pc:spChg>
        <pc:spChg chg="mod">
          <ac:chgData name="Karl Michael Höferl" userId="544d2ce1-0a3b-4706-9dfd-c6d69d0e3c8e" providerId="ADAL" clId="{728816E0-0922-4745-AF12-C87F45E7DFA0}" dt="2026-02-19T16:31:11.515" v="4317" actId="790"/>
          <ac:spMkLst>
            <pc:docMk/>
            <pc:sldMk cId="1430119014" sldId="1340"/>
            <ac:spMk id="7" creationId="{6534E569-30A0-12F4-DC55-3F3E9AA33FAB}"/>
          </ac:spMkLst>
        </pc:spChg>
        <pc:picChg chg="add mod">
          <ac:chgData name="Karl Michael Höferl" userId="544d2ce1-0a3b-4706-9dfd-c6d69d0e3c8e" providerId="ADAL" clId="{728816E0-0922-4745-AF12-C87F45E7DFA0}" dt="2026-02-19T10:43:29.787" v="671" actId="1037"/>
          <ac:picMkLst>
            <pc:docMk/>
            <pc:sldMk cId="1430119014" sldId="1340"/>
            <ac:picMk id="8" creationId="{E31D2A4A-E404-3995-D39B-EAD85BEBE0C1}"/>
          </ac:picMkLst>
        </pc:picChg>
        <pc:picChg chg="add mod">
          <ac:chgData name="Karl Michael Höferl" userId="544d2ce1-0a3b-4706-9dfd-c6d69d0e3c8e" providerId="ADAL" clId="{728816E0-0922-4745-AF12-C87F45E7DFA0}" dt="2026-02-19T10:43:34.117" v="674" actId="1036"/>
          <ac:picMkLst>
            <pc:docMk/>
            <pc:sldMk cId="1430119014" sldId="1340"/>
            <ac:picMk id="9" creationId="{F7FA4293-08CE-8399-FF80-DAF44887070E}"/>
          </ac:picMkLst>
        </pc:picChg>
        <pc:picChg chg="add mod">
          <ac:chgData name="Karl Michael Höferl" userId="544d2ce1-0a3b-4706-9dfd-c6d69d0e3c8e" providerId="ADAL" clId="{728816E0-0922-4745-AF12-C87F45E7DFA0}" dt="2026-02-19T10:43:20.132" v="665" actId="14100"/>
          <ac:picMkLst>
            <pc:docMk/>
            <pc:sldMk cId="1430119014" sldId="1340"/>
            <ac:picMk id="10" creationId="{C5AFAC7D-5273-7B97-9592-290A8791D1C1}"/>
          </ac:picMkLst>
        </pc:picChg>
        <pc:picChg chg="add mod">
          <ac:chgData name="Karl Michael Höferl" userId="544d2ce1-0a3b-4706-9dfd-c6d69d0e3c8e" providerId="ADAL" clId="{728816E0-0922-4745-AF12-C87F45E7DFA0}" dt="2026-02-19T10:44:05.862" v="680" actId="1037"/>
          <ac:picMkLst>
            <pc:docMk/>
            <pc:sldMk cId="1430119014" sldId="1340"/>
            <ac:picMk id="12" creationId="{F3AEE96F-3DF3-21DF-73D8-01ABB41304EE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2-24T16:02:14.371" v="5731" actId="20577"/>
        <pc:sldMkLst>
          <pc:docMk/>
          <pc:sldMk cId="2075301088" sldId="1341"/>
        </pc:sldMkLst>
        <pc:spChg chg="mod">
          <ac:chgData name="Karl Michael Höferl" userId="544d2ce1-0a3b-4706-9dfd-c6d69d0e3c8e" providerId="ADAL" clId="{728816E0-0922-4745-AF12-C87F45E7DFA0}" dt="2026-02-19T16:31:11.536" v="4336" actId="790"/>
          <ac:spMkLst>
            <pc:docMk/>
            <pc:sldMk cId="2075301088" sldId="1341"/>
            <ac:spMk id="2" creationId="{C1064742-236F-77A3-76D3-175059E7588F}"/>
          </ac:spMkLst>
        </pc:spChg>
        <pc:spChg chg="mod">
          <ac:chgData name="Karl Michael Höferl" userId="544d2ce1-0a3b-4706-9dfd-c6d69d0e3c8e" providerId="ADAL" clId="{728816E0-0922-4745-AF12-C87F45E7DFA0}" dt="2026-02-19T16:31:11.537" v="4337" actId="790"/>
          <ac:spMkLst>
            <pc:docMk/>
            <pc:sldMk cId="2075301088" sldId="1341"/>
            <ac:spMk id="3" creationId="{559ED784-1733-00C0-CCF8-89BDDA60E0DB}"/>
          </ac:spMkLst>
        </pc:spChg>
        <pc:spChg chg="mod">
          <ac:chgData name="Karl Michael Höferl" userId="544d2ce1-0a3b-4706-9dfd-c6d69d0e3c8e" providerId="ADAL" clId="{728816E0-0922-4745-AF12-C87F45E7DFA0}" dt="2026-02-24T16:02:14.371" v="5731" actId="20577"/>
          <ac:spMkLst>
            <pc:docMk/>
            <pc:sldMk cId="2075301088" sldId="1341"/>
            <ac:spMk id="5" creationId="{2AD7F85B-27EC-544C-C4D7-FBF87587708E}"/>
          </ac:spMkLst>
        </pc:spChg>
        <pc:spChg chg="mod">
          <ac:chgData name="Karl Michael Höferl" userId="544d2ce1-0a3b-4706-9dfd-c6d69d0e3c8e" providerId="ADAL" clId="{728816E0-0922-4745-AF12-C87F45E7DFA0}" dt="2026-02-19T16:31:11.538" v="4339" actId="790"/>
          <ac:spMkLst>
            <pc:docMk/>
            <pc:sldMk cId="2075301088" sldId="1341"/>
            <ac:spMk id="6" creationId="{3F20F10E-456D-A293-ADA5-4593D69DE34A}"/>
          </ac:spMkLst>
        </pc:spChg>
        <pc:spChg chg="add del mod">
          <ac:chgData name="Karl Michael Höferl" userId="544d2ce1-0a3b-4706-9dfd-c6d69d0e3c8e" providerId="ADAL" clId="{728816E0-0922-4745-AF12-C87F45E7DFA0}" dt="2026-02-24T16:02:04.512" v="5730" actId="948"/>
          <ac:spMkLst>
            <pc:docMk/>
            <pc:sldMk cId="2075301088" sldId="1341"/>
            <ac:spMk id="17" creationId="{25000E35-0F13-CF2F-313E-52FFF8723715}"/>
          </ac:spMkLst>
        </pc:spChg>
        <pc:picChg chg="add mod">
          <ac:chgData name="Karl Michael Höferl" userId="544d2ce1-0a3b-4706-9dfd-c6d69d0e3c8e" providerId="ADAL" clId="{728816E0-0922-4745-AF12-C87F45E7DFA0}" dt="2026-02-19T11:02:08.256" v="843" actId="1076"/>
          <ac:picMkLst>
            <pc:docMk/>
            <pc:sldMk cId="2075301088" sldId="1341"/>
            <ac:picMk id="13" creationId="{CC8F0235-81BD-BFF5-5532-9CD7D7DAFD99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2-19T16:31:11.544" v="4344" actId="790"/>
        <pc:sldMkLst>
          <pc:docMk/>
          <pc:sldMk cId="2454893260" sldId="1342"/>
        </pc:sldMkLst>
        <pc:spChg chg="mod">
          <ac:chgData name="Karl Michael Höferl" userId="544d2ce1-0a3b-4706-9dfd-c6d69d0e3c8e" providerId="ADAL" clId="{728816E0-0922-4745-AF12-C87F45E7DFA0}" dt="2026-02-19T16:31:11.542" v="4341" actId="790"/>
          <ac:spMkLst>
            <pc:docMk/>
            <pc:sldMk cId="2454893260" sldId="1342"/>
            <ac:spMk id="2" creationId="{52631BC5-FF26-A50C-5E70-8998CD9C5FE3}"/>
          </ac:spMkLst>
        </pc:spChg>
        <pc:spChg chg="mod">
          <ac:chgData name="Karl Michael Höferl" userId="544d2ce1-0a3b-4706-9dfd-c6d69d0e3c8e" providerId="ADAL" clId="{728816E0-0922-4745-AF12-C87F45E7DFA0}" dt="2026-02-19T16:31:11.543" v="4342" actId="790"/>
          <ac:spMkLst>
            <pc:docMk/>
            <pc:sldMk cId="2454893260" sldId="1342"/>
            <ac:spMk id="3" creationId="{637B0A08-1DA6-5B7B-4C5C-6154D6B8B52F}"/>
          </ac:spMkLst>
        </pc:spChg>
        <pc:spChg chg="mod">
          <ac:chgData name="Karl Michael Höferl" userId="544d2ce1-0a3b-4706-9dfd-c6d69d0e3c8e" providerId="ADAL" clId="{728816E0-0922-4745-AF12-C87F45E7DFA0}" dt="2026-02-19T16:31:11.544" v="4343" actId="790"/>
          <ac:spMkLst>
            <pc:docMk/>
            <pc:sldMk cId="2454893260" sldId="1342"/>
            <ac:spMk id="5" creationId="{06355CA3-A0A4-2906-B2B4-CA2309270BFD}"/>
          </ac:spMkLst>
        </pc:spChg>
        <pc:spChg chg="mod">
          <ac:chgData name="Karl Michael Höferl" userId="544d2ce1-0a3b-4706-9dfd-c6d69d0e3c8e" providerId="ADAL" clId="{728816E0-0922-4745-AF12-C87F45E7DFA0}" dt="2026-02-19T16:31:11.544" v="4344" actId="790"/>
          <ac:spMkLst>
            <pc:docMk/>
            <pc:sldMk cId="2454893260" sldId="1342"/>
            <ac:spMk id="6" creationId="{5AB7449F-8CE3-9B74-8DE4-1900DCA88068}"/>
          </ac:spMkLst>
        </pc:spChg>
        <pc:picChg chg="mod">
          <ac:chgData name="Karl Michael Höferl" userId="544d2ce1-0a3b-4706-9dfd-c6d69d0e3c8e" providerId="ADAL" clId="{728816E0-0922-4745-AF12-C87F45E7DFA0}" dt="2026-02-19T11:03:15.844" v="870" actId="1076"/>
          <ac:picMkLst>
            <pc:docMk/>
            <pc:sldMk cId="2454893260" sldId="1342"/>
            <ac:picMk id="10" creationId="{02962375-67E1-7A22-A354-5B1CCD503722}"/>
          </ac:picMkLst>
        </pc:picChg>
        <pc:picChg chg="mod">
          <ac:chgData name="Karl Michael Höferl" userId="544d2ce1-0a3b-4706-9dfd-c6d69d0e3c8e" providerId="ADAL" clId="{728816E0-0922-4745-AF12-C87F45E7DFA0}" dt="2026-02-19T11:03:24.750" v="873" actId="1076"/>
          <ac:picMkLst>
            <pc:docMk/>
            <pc:sldMk cId="2454893260" sldId="1342"/>
            <ac:picMk id="13" creationId="{9DE5F7A4-B21A-5FB4-1467-6D7EAB653C67}"/>
          </ac:picMkLst>
        </pc:picChg>
      </pc:sldChg>
      <pc:sldChg chg="modSp new mod">
        <pc:chgData name="Karl Michael Höferl" userId="544d2ce1-0a3b-4706-9dfd-c6d69d0e3c8e" providerId="ADAL" clId="{728816E0-0922-4745-AF12-C87F45E7DFA0}" dt="2026-02-19T16:31:11.551" v="4349" actId="790"/>
        <pc:sldMkLst>
          <pc:docMk/>
          <pc:sldMk cId="1179216818" sldId="1344"/>
        </pc:sldMkLst>
        <pc:spChg chg="mod">
          <ac:chgData name="Karl Michael Höferl" userId="544d2ce1-0a3b-4706-9dfd-c6d69d0e3c8e" providerId="ADAL" clId="{728816E0-0922-4745-AF12-C87F45E7DFA0}" dt="2026-02-19T16:31:11.545" v="4345" actId="790"/>
          <ac:spMkLst>
            <pc:docMk/>
            <pc:sldMk cId="1179216818" sldId="1344"/>
            <ac:spMk id="2" creationId="{B8C46AD8-F1D0-273F-2989-6E718696BDA0}"/>
          </ac:spMkLst>
        </pc:spChg>
        <pc:spChg chg="mod">
          <ac:chgData name="Karl Michael Höferl" userId="544d2ce1-0a3b-4706-9dfd-c6d69d0e3c8e" providerId="ADAL" clId="{728816E0-0922-4745-AF12-C87F45E7DFA0}" dt="2026-02-19T16:31:11.546" v="4346" actId="790"/>
          <ac:spMkLst>
            <pc:docMk/>
            <pc:sldMk cId="1179216818" sldId="1344"/>
            <ac:spMk id="3" creationId="{FDC0ECFD-3519-46C5-D46F-D94B64E3CBB4}"/>
          </ac:spMkLst>
        </pc:spChg>
        <pc:spChg chg="mod">
          <ac:chgData name="Karl Michael Höferl" userId="544d2ce1-0a3b-4706-9dfd-c6d69d0e3c8e" providerId="ADAL" clId="{728816E0-0922-4745-AF12-C87F45E7DFA0}" dt="2026-02-19T16:31:11.549" v="4347" actId="790"/>
          <ac:spMkLst>
            <pc:docMk/>
            <pc:sldMk cId="1179216818" sldId="1344"/>
            <ac:spMk id="4" creationId="{D94DAC43-0088-68FB-05DA-C6CE5B034CB1}"/>
          </ac:spMkLst>
        </pc:spChg>
        <pc:spChg chg="mod">
          <ac:chgData name="Karl Michael Höferl" userId="544d2ce1-0a3b-4706-9dfd-c6d69d0e3c8e" providerId="ADAL" clId="{728816E0-0922-4745-AF12-C87F45E7DFA0}" dt="2026-02-19T16:31:11.550" v="4348" actId="790"/>
          <ac:spMkLst>
            <pc:docMk/>
            <pc:sldMk cId="1179216818" sldId="1344"/>
            <ac:spMk id="5" creationId="{3DB4F962-1D1A-52B2-CAC4-7C03D25509F2}"/>
          </ac:spMkLst>
        </pc:spChg>
        <pc:spChg chg="mod">
          <ac:chgData name="Karl Michael Höferl" userId="544d2ce1-0a3b-4706-9dfd-c6d69d0e3c8e" providerId="ADAL" clId="{728816E0-0922-4745-AF12-C87F45E7DFA0}" dt="2026-02-19T16:31:11.551" v="4349" actId="790"/>
          <ac:spMkLst>
            <pc:docMk/>
            <pc:sldMk cId="1179216818" sldId="1344"/>
            <ac:spMk id="6" creationId="{2AE6C22A-BD4E-2ED7-5E2D-ADBCF5154D82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24T16:06:06.912" v="5739" actId="1076"/>
        <pc:sldMkLst>
          <pc:docMk/>
          <pc:sldMk cId="2862946162" sldId="1345"/>
        </pc:sldMkLst>
        <pc:spChg chg="mod">
          <ac:chgData name="Karl Michael Höferl" userId="544d2ce1-0a3b-4706-9dfd-c6d69d0e3c8e" providerId="ADAL" clId="{728816E0-0922-4745-AF12-C87F45E7DFA0}" dt="2026-02-19T16:31:11.552" v="4350" actId="790"/>
          <ac:spMkLst>
            <pc:docMk/>
            <pc:sldMk cId="2862946162" sldId="1345"/>
            <ac:spMk id="2" creationId="{79A934A1-4308-2C68-75D4-A83C394FAC36}"/>
          </ac:spMkLst>
        </pc:spChg>
        <pc:spChg chg="mod">
          <ac:chgData name="Karl Michael Höferl" userId="544d2ce1-0a3b-4706-9dfd-c6d69d0e3c8e" providerId="ADAL" clId="{728816E0-0922-4745-AF12-C87F45E7DFA0}" dt="2026-02-19T16:31:11.553" v="4351" actId="790"/>
          <ac:spMkLst>
            <pc:docMk/>
            <pc:sldMk cId="2862946162" sldId="1345"/>
            <ac:spMk id="3" creationId="{9D9930FD-3CE9-23CC-27F1-FF97C16E4DA7}"/>
          </ac:spMkLst>
        </pc:spChg>
        <pc:spChg chg="mod">
          <ac:chgData name="Karl Michael Höferl" userId="544d2ce1-0a3b-4706-9dfd-c6d69d0e3c8e" providerId="ADAL" clId="{728816E0-0922-4745-AF12-C87F45E7DFA0}" dt="2026-02-19T16:31:11.554" v="4352" actId="790"/>
          <ac:spMkLst>
            <pc:docMk/>
            <pc:sldMk cId="2862946162" sldId="1345"/>
            <ac:spMk id="5" creationId="{B46DDA24-FA6F-FC9F-205D-16E88ADD1779}"/>
          </ac:spMkLst>
        </pc:spChg>
        <pc:spChg chg="mod">
          <ac:chgData name="Karl Michael Höferl" userId="544d2ce1-0a3b-4706-9dfd-c6d69d0e3c8e" providerId="ADAL" clId="{728816E0-0922-4745-AF12-C87F45E7DFA0}" dt="2026-02-19T16:31:11.554" v="4353" actId="790"/>
          <ac:spMkLst>
            <pc:docMk/>
            <pc:sldMk cId="2862946162" sldId="1345"/>
            <ac:spMk id="6" creationId="{7BEAC565-2D8F-21CF-D5F9-78AD12992F97}"/>
          </ac:spMkLst>
        </pc:spChg>
        <pc:spChg chg="add mod">
          <ac:chgData name="Karl Michael Höferl" userId="544d2ce1-0a3b-4706-9dfd-c6d69d0e3c8e" providerId="ADAL" clId="{728816E0-0922-4745-AF12-C87F45E7DFA0}" dt="2026-02-19T16:31:11.555" v="4354" actId="790"/>
          <ac:spMkLst>
            <pc:docMk/>
            <pc:sldMk cId="2862946162" sldId="1345"/>
            <ac:spMk id="12" creationId="{A35DBE79-DD57-21DC-6F88-55C5C7216724}"/>
          </ac:spMkLst>
        </pc:spChg>
        <pc:picChg chg="add mod">
          <ac:chgData name="Karl Michael Höferl" userId="544d2ce1-0a3b-4706-9dfd-c6d69d0e3c8e" providerId="ADAL" clId="{728816E0-0922-4745-AF12-C87F45E7DFA0}" dt="2026-02-24T16:06:06.912" v="5739" actId="1076"/>
          <ac:picMkLst>
            <pc:docMk/>
            <pc:sldMk cId="2862946162" sldId="1345"/>
            <ac:picMk id="7" creationId="{D95FC286-D656-E23B-6843-438ABC77EF39}"/>
          </ac:picMkLst>
        </pc:picChg>
        <pc:picChg chg="add mod">
          <ac:chgData name="Karl Michael Höferl" userId="544d2ce1-0a3b-4706-9dfd-c6d69d0e3c8e" providerId="ADAL" clId="{728816E0-0922-4745-AF12-C87F45E7DFA0}" dt="2026-02-19T11:11:11.156" v="937" actId="1076"/>
          <ac:picMkLst>
            <pc:docMk/>
            <pc:sldMk cId="2862946162" sldId="1345"/>
            <ac:picMk id="14" creationId="{F88723B6-8A8C-A435-211F-425889F6C423}"/>
          </ac:picMkLst>
        </pc:picChg>
        <pc:picChg chg="add mod">
          <ac:chgData name="Karl Michael Höferl" userId="544d2ce1-0a3b-4706-9dfd-c6d69d0e3c8e" providerId="ADAL" clId="{728816E0-0922-4745-AF12-C87F45E7DFA0}" dt="2026-02-19T11:11:25.381" v="939" actId="14100"/>
          <ac:picMkLst>
            <pc:docMk/>
            <pc:sldMk cId="2862946162" sldId="1345"/>
            <ac:picMk id="16" creationId="{C2F3A8C7-D2D8-B87D-B11B-68813879B3F5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557" v="4355" actId="790"/>
        <pc:sldMkLst>
          <pc:docMk/>
          <pc:sldMk cId="540857191" sldId="1346"/>
        </pc:sldMkLst>
        <pc:spChg chg="mod">
          <ac:chgData name="Karl Michael Höferl" userId="544d2ce1-0a3b-4706-9dfd-c6d69d0e3c8e" providerId="ADAL" clId="{728816E0-0922-4745-AF12-C87F45E7DFA0}" dt="2026-02-19T16:31:11.557" v="4355" actId="790"/>
          <ac:spMkLst>
            <pc:docMk/>
            <pc:sldMk cId="540857191" sldId="1346"/>
            <ac:spMk id="7" creationId="{5F0E1DE6-7D06-9746-2E79-6A7B7A970A1C}"/>
          </ac:spMkLst>
        </pc:spChg>
      </pc:sldChg>
      <pc:sldChg chg="addSp modSp new mod modAnim">
        <pc:chgData name="Karl Michael Höferl" userId="544d2ce1-0a3b-4706-9dfd-c6d69d0e3c8e" providerId="ADAL" clId="{728816E0-0922-4745-AF12-C87F45E7DFA0}" dt="2026-02-19T16:31:11.578" v="4382" actId="790"/>
        <pc:sldMkLst>
          <pc:docMk/>
          <pc:sldMk cId="2260050896" sldId="1347"/>
        </pc:sldMkLst>
        <pc:spChg chg="mod">
          <ac:chgData name="Karl Michael Höferl" userId="544d2ce1-0a3b-4706-9dfd-c6d69d0e3c8e" providerId="ADAL" clId="{728816E0-0922-4745-AF12-C87F45E7DFA0}" dt="2026-02-19T16:31:11.573" v="4378" actId="790"/>
          <ac:spMkLst>
            <pc:docMk/>
            <pc:sldMk cId="2260050896" sldId="1347"/>
            <ac:spMk id="2" creationId="{17983474-7DAB-CE02-C998-34E8D4ABE64F}"/>
          </ac:spMkLst>
        </pc:spChg>
        <pc:spChg chg="mod">
          <ac:chgData name="Karl Michael Höferl" userId="544d2ce1-0a3b-4706-9dfd-c6d69d0e3c8e" providerId="ADAL" clId="{728816E0-0922-4745-AF12-C87F45E7DFA0}" dt="2026-02-19T16:31:11.573" v="4379" actId="790"/>
          <ac:spMkLst>
            <pc:docMk/>
            <pc:sldMk cId="2260050896" sldId="1347"/>
            <ac:spMk id="3" creationId="{62041D28-E52F-814D-9734-619B969C835D}"/>
          </ac:spMkLst>
        </pc:spChg>
        <pc:spChg chg="mod">
          <ac:chgData name="Karl Michael Höferl" userId="544d2ce1-0a3b-4706-9dfd-c6d69d0e3c8e" providerId="ADAL" clId="{728816E0-0922-4745-AF12-C87F45E7DFA0}" dt="2026-02-19T16:31:11.576" v="4380" actId="790"/>
          <ac:spMkLst>
            <pc:docMk/>
            <pc:sldMk cId="2260050896" sldId="1347"/>
            <ac:spMk id="4" creationId="{D62A77E7-6A37-5979-A8D8-63A8FA3C8FDD}"/>
          </ac:spMkLst>
        </pc:spChg>
        <pc:spChg chg="mod">
          <ac:chgData name="Karl Michael Höferl" userId="544d2ce1-0a3b-4706-9dfd-c6d69d0e3c8e" providerId="ADAL" clId="{728816E0-0922-4745-AF12-C87F45E7DFA0}" dt="2026-02-19T16:31:11.577" v="4381" actId="790"/>
          <ac:spMkLst>
            <pc:docMk/>
            <pc:sldMk cId="2260050896" sldId="1347"/>
            <ac:spMk id="5" creationId="{8BBD3C55-F7F0-B04A-237D-31691933C2DA}"/>
          </ac:spMkLst>
        </pc:spChg>
        <pc:spChg chg="mod">
          <ac:chgData name="Karl Michael Höferl" userId="544d2ce1-0a3b-4706-9dfd-c6d69d0e3c8e" providerId="ADAL" clId="{728816E0-0922-4745-AF12-C87F45E7DFA0}" dt="2026-02-19T16:31:11.578" v="4382" actId="790"/>
          <ac:spMkLst>
            <pc:docMk/>
            <pc:sldMk cId="2260050896" sldId="1347"/>
            <ac:spMk id="6" creationId="{B16862B4-9F2C-DEF9-29FC-372725BD7BD4}"/>
          </ac:spMkLst>
        </pc:spChg>
        <pc:picChg chg="add mod">
          <ac:chgData name="Karl Michael Höferl" userId="544d2ce1-0a3b-4706-9dfd-c6d69d0e3c8e" providerId="ADAL" clId="{728816E0-0922-4745-AF12-C87F45E7DFA0}" dt="2026-02-19T11:34:23.775" v="1277" actId="1076"/>
          <ac:picMkLst>
            <pc:docMk/>
            <pc:sldMk cId="2260050896" sldId="1347"/>
            <ac:picMk id="14" creationId="{1683279F-08CF-8B1F-2B15-C861C2BCE56E}"/>
          </ac:picMkLst>
        </pc:picChg>
      </pc:sldChg>
      <pc:sldChg chg="modSp add mod">
        <pc:chgData name="Karl Michael Höferl" userId="544d2ce1-0a3b-4706-9dfd-c6d69d0e3c8e" providerId="ADAL" clId="{728816E0-0922-4745-AF12-C87F45E7DFA0}" dt="2026-02-26T06:58:24.024" v="5771" actId="113"/>
        <pc:sldMkLst>
          <pc:docMk/>
          <pc:sldMk cId="65328653" sldId="1348"/>
        </pc:sldMkLst>
        <pc:spChg chg="mod">
          <ac:chgData name="Karl Michael Höferl" userId="544d2ce1-0a3b-4706-9dfd-c6d69d0e3c8e" providerId="ADAL" clId="{728816E0-0922-4745-AF12-C87F45E7DFA0}" dt="2026-02-19T16:31:11.579" v="4383" actId="790"/>
          <ac:spMkLst>
            <pc:docMk/>
            <pc:sldMk cId="65328653" sldId="1348"/>
            <ac:spMk id="2" creationId="{7089708A-3AD4-3C2C-444F-74B17972436E}"/>
          </ac:spMkLst>
        </pc:spChg>
        <pc:spChg chg="mod">
          <ac:chgData name="Karl Michael Höferl" userId="544d2ce1-0a3b-4706-9dfd-c6d69d0e3c8e" providerId="ADAL" clId="{728816E0-0922-4745-AF12-C87F45E7DFA0}" dt="2026-02-19T16:31:11.580" v="4384" actId="790"/>
          <ac:spMkLst>
            <pc:docMk/>
            <pc:sldMk cId="65328653" sldId="1348"/>
            <ac:spMk id="3" creationId="{5856FFB2-1B17-C295-CFE1-745396AF10AA}"/>
          </ac:spMkLst>
        </pc:spChg>
        <pc:spChg chg="mod">
          <ac:chgData name="Karl Michael Höferl" userId="544d2ce1-0a3b-4706-9dfd-c6d69d0e3c8e" providerId="ADAL" clId="{728816E0-0922-4745-AF12-C87F45E7DFA0}" dt="2026-02-26T06:58:24.024" v="5771" actId="113"/>
          <ac:spMkLst>
            <pc:docMk/>
            <pc:sldMk cId="65328653" sldId="1348"/>
            <ac:spMk id="4" creationId="{639E1380-74F5-AAB8-5EB2-F5592C1B4CDA}"/>
          </ac:spMkLst>
        </pc:spChg>
        <pc:spChg chg="mod">
          <ac:chgData name="Karl Michael Höferl" userId="544d2ce1-0a3b-4706-9dfd-c6d69d0e3c8e" providerId="ADAL" clId="{728816E0-0922-4745-AF12-C87F45E7DFA0}" dt="2026-02-19T16:31:11.584" v="4386" actId="790"/>
          <ac:spMkLst>
            <pc:docMk/>
            <pc:sldMk cId="65328653" sldId="1348"/>
            <ac:spMk id="5" creationId="{EF90413B-97A8-6725-501C-0083FDCB4869}"/>
          </ac:spMkLst>
        </pc:spChg>
        <pc:spChg chg="mod">
          <ac:chgData name="Karl Michael Höferl" userId="544d2ce1-0a3b-4706-9dfd-c6d69d0e3c8e" providerId="ADAL" clId="{728816E0-0922-4745-AF12-C87F45E7DFA0}" dt="2026-02-19T16:31:11.585" v="4387" actId="790"/>
          <ac:spMkLst>
            <pc:docMk/>
            <pc:sldMk cId="65328653" sldId="1348"/>
            <ac:spMk id="6" creationId="{75765700-7178-D8FF-8A6E-B656F5BC17AD}"/>
          </ac:spMkLst>
        </pc:spChg>
        <pc:picChg chg="mod">
          <ac:chgData name="Karl Michael Höferl" userId="544d2ce1-0a3b-4706-9dfd-c6d69d0e3c8e" providerId="ADAL" clId="{728816E0-0922-4745-AF12-C87F45E7DFA0}" dt="2026-02-19T11:34:59.575" v="1304" actId="1076"/>
          <ac:picMkLst>
            <pc:docMk/>
            <pc:sldMk cId="65328653" sldId="1348"/>
            <ac:picMk id="14" creationId="{21352001-512A-8DD1-D96C-D6403EF40444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597" v="4397" actId="790"/>
        <pc:sldMkLst>
          <pc:docMk/>
          <pc:sldMk cId="4254273339" sldId="1349"/>
        </pc:sldMkLst>
        <pc:spChg chg="mod">
          <ac:chgData name="Karl Michael Höferl" userId="544d2ce1-0a3b-4706-9dfd-c6d69d0e3c8e" providerId="ADAL" clId="{728816E0-0922-4745-AF12-C87F45E7DFA0}" dt="2026-02-19T16:31:11.597" v="4397" actId="790"/>
          <ac:spMkLst>
            <pc:docMk/>
            <pc:sldMk cId="4254273339" sldId="1349"/>
            <ac:spMk id="7" creationId="{B09A6FB0-0D51-9A8C-4BB0-449E590CA78E}"/>
          </ac:spMkLst>
        </pc:spChg>
      </pc:sldChg>
      <pc:sldChg chg="addSp delSp modSp new mod modClrScheme chgLayout">
        <pc:chgData name="Karl Michael Höferl" userId="544d2ce1-0a3b-4706-9dfd-c6d69d0e3c8e" providerId="ADAL" clId="{728816E0-0922-4745-AF12-C87F45E7DFA0}" dt="2026-02-24T16:07:03.680" v="5747" actId="948"/>
        <pc:sldMkLst>
          <pc:docMk/>
          <pc:sldMk cId="984357933" sldId="1350"/>
        </pc:sldMkLst>
        <pc:spChg chg="add mod ord">
          <ac:chgData name="Karl Michael Höferl" userId="544d2ce1-0a3b-4706-9dfd-c6d69d0e3c8e" providerId="ADAL" clId="{728816E0-0922-4745-AF12-C87F45E7DFA0}" dt="2026-02-19T16:31:11.598" v="4398" actId="790"/>
          <ac:spMkLst>
            <pc:docMk/>
            <pc:sldMk cId="984357933" sldId="1350"/>
            <ac:spMk id="3" creationId="{4923C220-0DE6-A376-D1C4-F65CD8F912A3}"/>
          </ac:spMkLst>
        </pc:spChg>
        <pc:spChg chg="add mod ord">
          <ac:chgData name="Karl Michael Höferl" userId="544d2ce1-0a3b-4706-9dfd-c6d69d0e3c8e" providerId="ADAL" clId="{728816E0-0922-4745-AF12-C87F45E7DFA0}" dt="2026-02-24T16:07:03.680" v="5747" actId="948"/>
          <ac:spMkLst>
            <pc:docMk/>
            <pc:sldMk cId="984357933" sldId="1350"/>
            <ac:spMk id="4" creationId="{0C95A486-F023-5E1F-9DBA-92862D8F2A3B}"/>
          </ac:spMkLst>
        </pc:spChg>
        <pc:spChg chg="mod">
          <ac:chgData name="Karl Michael Höferl" userId="544d2ce1-0a3b-4706-9dfd-c6d69d0e3c8e" providerId="ADAL" clId="{728816E0-0922-4745-AF12-C87F45E7DFA0}" dt="2026-02-19T16:31:11.602" v="4400" actId="790"/>
          <ac:spMkLst>
            <pc:docMk/>
            <pc:sldMk cId="984357933" sldId="1350"/>
            <ac:spMk id="5" creationId="{30CC3945-F40D-788B-2FF3-3D293667A4D7}"/>
          </ac:spMkLst>
        </pc:spChg>
        <pc:spChg chg="mod">
          <ac:chgData name="Karl Michael Höferl" userId="544d2ce1-0a3b-4706-9dfd-c6d69d0e3c8e" providerId="ADAL" clId="{728816E0-0922-4745-AF12-C87F45E7DFA0}" dt="2026-02-19T16:31:11.603" v="4401" actId="790"/>
          <ac:spMkLst>
            <pc:docMk/>
            <pc:sldMk cId="984357933" sldId="1350"/>
            <ac:spMk id="6" creationId="{C8BF405A-4709-FB37-6B39-5BC963DDC3B7}"/>
          </ac:spMkLst>
        </pc:spChg>
        <pc:spChg chg="mod">
          <ac:chgData name="Karl Michael Höferl" userId="544d2ce1-0a3b-4706-9dfd-c6d69d0e3c8e" providerId="ADAL" clId="{728816E0-0922-4745-AF12-C87F45E7DFA0}" dt="2026-02-19T16:31:11.604" v="4402" actId="790"/>
          <ac:spMkLst>
            <pc:docMk/>
            <pc:sldMk cId="984357933" sldId="1350"/>
            <ac:spMk id="7" creationId="{A7351D64-48E2-F1DC-AE30-E045CFB7B35C}"/>
          </ac:spMkLst>
        </pc:spChg>
        <pc:picChg chg="add mod">
          <ac:chgData name="Karl Michael Höferl" userId="544d2ce1-0a3b-4706-9dfd-c6d69d0e3c8e" providerId="ADAL" clId="{728816E0-0922-4745-AF12-C87F45E7DFA0}" dt="2026-02-19T14:05:15.070" v="1568" actId="1035"/>
          <ac:picMkLst>
            <pc:docMk/>
            <pc:sldMk cId="984357933" sldId="1350"/>
            <ac:picMk id="5122" creationId="{2DB3642D-C642-117A-45D1-2C939B64C071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607" v="4404" actId="790"/>
        <pc:sldMkLst>
          <pc:docMk/>
          <pc:sldMk cId="535151708" sldId="1351"/>
        </pc:sldMkLst>
        <pc:spChg chg="mod">
          <ac:chgData name="Karl Michael Höferl" userId="544d2ce1-0a3b-4706-9dfd-c6d69d0e3c8e" providerId="ADAL" clId="{728816E0-0922-4745-AF12-C87F45E7DFA0}" dt="2026-02-19T16:31:11.605" v="4403" actId="790"/>
          <ac:spMkLst>
            <pc:docMk/>
            <pc:sldMk cId="535151708" sldId="1351"/>
            <ac:spMk id="3" creationId="{E74E4F2A-6B02-877D-80E0-82D6793C67E6}"/>
          </ac:spMkLst>
        </pc:spChg>
        <pc:spChg chg="mod">
          <ac:chgData name="Karl Michael Höferl" userId="544d2ce1-0a3b-4706-9dfd-c6d69d0e3c8e" providerId="ADAL" clId="{728816E0-0922-4745-AF12-C87F45E7DFA0}" dt="2026-02-19T16:31:11.607" v="4404" actId="790"/>
          <ac:spMkLst>
            <pc:docMk/>
            <pc:sldMk cId="535151708" sldId="1351"/>
            <ac:spMk id="4" creationId="{3C2EBBCC-6A7F-94F4-9759-ACD8B698AF50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610" v="4408" actId="790"/>
        <pc:sldMkLst>
          <pc:docMk/>
          <pc:sldMk cId="2050086822" sldId="1352"/>
        </pc:sldMkLst>
        <pc:spChg chg="mod">
          <ac:chgData name="Karl Michael Höferl" userId="544d2ce1-0a3b-4706-9dfd-c6d69d0e3c8e" providerId="ADAL" clId="{728816E0-0922-4745-AF12-C87F45E7DFA0}" dt="2026-02-19T16:31:11.608" v="4405" actId="790"/>
          <ac:spMkLst>
            <pc:docMk/>
            <pc:sldMk cId="2050086822" sldId="1352"/>
            <ac:spMk id="2" creationId="{60AA6E28-525B-2085-B493-3452D319C52D}"/>
          </ac:spMkLst>
        </pc:spChg>
        <pc:spChg chg="mod">
          <ac:chgData name="Karl Michael Höferl" userId="544d2ce1-0a3b-4706-9dfd-c6d69d0e3c8e" providerId="ADAL" clId="{728816E0-0922-4745-AF12-C87F45E7DFA0}" dt="2026-02-19T16:31:11.608" v="4406" actId="790"/>
          <ac:spMkLst>
            <pc:docMk/>
            <pc:sldMk cId="2050086822" sldId="1352"/>
            <ac:spMk id="3" creationId="{939C1645-CE71-2DE2-5578-36F48EFB791C}"/>
          </ac:spMkLst>
        </pc:spChg>
        <pc:spChg chg="mod">
          <ac:chgData name="Karl Michael Höferl" userId="544d2ce1-0a3b-4706-9dfd-c6d69d0e3c8e" providerId="ADAL" clId="{728816E0-0922-4745-AF12-C87F45E7DFA0}" dt="2026-02-19T16:31:11.610" v="4407" actId="790"/>
          <ac:spMkLst>
            <pc:docMk/>
            <pc:sldMk cId="2050086822" sldId="1352"/>
            <ac:spMk id="5" creationId="{8A2AB066-7F80-3F29-F953-80CE67B8BAAE}"/>
          </ac:spMkLst>
        </pc:spChg>
        <pc:spChg chg="mod">
          <ac:chgData name="Karl Michael Höferl" userId="544d2ce1-0a3b-4706-9dfd-c6d69d0e3c8e" providerId="ADAL" clId="{728816E0-0922-4745-AF12-C87F45E7DFA0}" dt="2026-02-19T16:31:11.610" v="4408" actId="790"/>
          <ac:spMkLst>
            <pc:docMk/>
            <pc:sldMk cId="2050086822" sldId="1352"/>
            <ac:spMk id="6" creationId="{3E2BDFF0-FF3B-B0EF-2FA4-0050C1FDD170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6:31:11.617" v="4414" actId="790"/>
        <pc:sldMkLst>
          <pc:docMk/>
          <pc:sldMk cId="2416753772" sldId="1353"/>
        </pc:sldMkLst>
        <pc:spChg chg="mod">
          <ac:chgData name="Karl Michael Höferl" userId="544d2ce1-0a3b-4706-9dfd-c6d69d0e3c8e" providerId="ADAL" clId="{728816E0-0922-4745-AF12-C87F45E7DFA0}" dt="2026-02-19T16:31:11.617" v="4414" actId="790"/>
          <ac:spMkLst>
            <pc:docMk/>
            <pc:sldMk cId="2416753772" sldId="1353"/>
            <ac:spMk id="7" creationId="{B6CCB23A-9EDF-30A5-3052-F2F09099EF1A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19T16:31:11.623" v="4419" actId="790"/>
        <pc:sldMkLst>
          <pc:docMk/>
          <pc:sldMk cId="4190341139" sldId="1355"/>
        </pc:sldMkLst>
        <pc:spChg chg="add mod">
          <ac:chgData name="Karl Michael Höferl" userId="544d2ce1-0a3b-4706-9dfd-c6d69d0e3c8e" providerId="ADAL" clId="{728816E0-0922-4745-AF12-C87F45E7DFA0}" dt="2026-02-19T16:31:11.623" v="4419" actId="790"/>
          <ac:spMkLst>
            <pc:docMk/>
            <pc:sldMk cId="4190341139" sldId="1355"/>
            <ac:spMk id="2" creationId="{82474853-0D50-C9BA-C9CF-4F6AE9F2EBF4}"/>
          </ac:spMkLst>
        </pc:spChg>
        <pc:spChg chg="mod">
          <ac:chgData name="Karl Michael Höferl" userId="544d2ce1-0a3b-4706-9dfd-c6d69d0e3c8e" providerId="ADAL" clId="{728816E0-0922-4745-AF12-C87F45E7DFA0}" dt="2026-02-19T16:31:11.618" v="4415" actId="790"/>
          <ac:spMkLst>
            <pc:docMk/>
            <pc:sldMk cId="4190341139" sldId="1355"/>
            <ac:spMk id="3" creationId="{60CECF43-B304-0616-4D56-7DCE5DECD97B}"/>
          </ac:spMkLst>
        </pc:spChg>
        <pc:spChg chg="mod">
          <ac:chgData name="Karl Michael Höferl" userId="544d2ce1-0a3b-4706-9dfd-c6d69d0e3c8e" providerId="ADAL" clId="{728816E0-0922-4745-AF12-C87F45E7DFA0}" dt="2026-02-19T16:31:11.619" v="4416" actId="790"/>
          <ac:spMkLst>
            <pc:docMk/>
            <pc:sldMk cId="4190341139" sldId="1355"/>
            <ac:spMk id="5" creationId="{DAEBB366-F5B9-F81D-70C3-D8118206CB1F}"/>
          </ac:spMkLst>
        </pc:spChg>
        <pc:spChg chg="mod">
          <ac:chgData name="Karl Michael Höferl" userId="544d2ce1-0a3b-4706-9dfd-c6d69d0e3c8e" providerId="ADAL" clId="{728816E0-0922-4745-AF12-C87F45E7DFA0}" dt="2026-02-19T16:31:11.620" v="4417" actId="790"/>
          <ac:spMkLst>
            <pc:docMk/>
            <pc:sldMk cId="4190341139" sldId="1355"/>
            <ac:spMk id="6" creationId="{A7DD9383-A74D-42C1-2270-AAD76AB8FFD0}"/>
          </ac:spMkLst>
        </pc:spChg>
        <pc:spChg chg="mod">
          <ac:chgData name="Karl Michael Höferl" userId="544d2ce1-0a3b-4706-9dfd-c6d69d0e3c8e" providerId="ADAL" clId="{728816E0-0922-4745-AF12-C87F45E7DFA0}" dt="2026-02-19T16:31:11.621" v="4418" actId="790"/>
          <ac:spMkLst>
            <pc:docMk/>
            <pc:sldMk cId="4190341139" sldId="1355"/>
            <ac:spMk id="7" creationId="{81B53B29-46B2-9ED3-1D47-649CD5DF2D7B}"/>
          </ac:spMkLst>
        </pc:spChg>
        <pc:picChg chg="add mod">
          <ac:chgData name="Karl Michael Höferl" userId="544d2ce1-0a3b-4706-9dfd-c6d69d0e3c8e" providerId="ADAL" clId="{728816E0-0922-4745-AF12-C87F45E7DFA0}" dt="2026-02-19T15:02:46.585" v="2254" actId="1036"/>
          <ac:picMkLst>
            <pc:docMk/>
            <pc:sldMk cId="4190341139" sldId="1355"/>
            <ac:picMk id="8" creationId="{E62CEFC9-0D99-D8F2-2672-B3F945C036F9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641" v="4434" actId="790"/>
        <pc:sldMkLst>
          <pc:docMk/>
          <pc:sldMk cId="1296132426" sldId="1356"/>
        </pc:sldMkLst>
        <pc:spChg chg="mod">
          <ac:chgData name="Karl Michael Höferl" userId="544d2ce1-0a3b-4706-9dfd-c6d69d0e3c8e" providerId="ADAL" clId="{728816E0-0922-4745-AF12-C87F45E7DFA0}" dt="2026-02-19T16:31:11.641" v="4434" actId="790"/>
          <ac:spMkLst>
            <pc:docMk/>
            <pc:sldMk cId="1296132426" sldId="1356"/>
            <ac:spMk id="2" creationId="{031D204C-170B-9683-82BC-3E72605A4018}"/>
          </ac:spMkLst>
        </pc:spChg>
        <pc:spChg chg="mod">
          <ac:chgData name="Karl Michael Höferl" userId="544d2ce1-0a3b-4706-9dfd-c6d69d0e3c8e" providerId="ADAL" clId="{728816E0-0922-4745-AF12-C87F45E7DFA0}" dt="2026-02-19T16:31:11.637" v="4430" actId="790"/>
          <ac:spMkLst>
            <pc:docMk/>
            <pc:sldMk cId="1296132426" sldId="1356"/>
            <ac:spMk id="3" creationId="{615ACEC2-89F2-8D3D-1401-1FB92E05B7B9}"/>
          </ac:spMkLst>
        </pc:spChg>
        <pc:spChg chg="mod">
          <ac:chgData name="Karl Michael Höferl" userId="544d2ce1-0a3b-4706-9dfd-c6d69d0e3c8e" providerId="ADAL" clId="{728816E0-0922-4745-AF12-C87F45E7DFA0}" dt="2026-02-19T16:31:11.638" v="4431" actId="790"/>
          <ac:spMkLst>
            <pc:docMk/>
            <pc:sldMk cId="1296132426" sldId="1356"/>
            <ac:spMk id="5" creationId="{8C7C981A-5561-D662-EED4-FCABCB433957}"/>
          </ac:spMkLst>
        </pc:spChg>
        <pc:spChg chg="mod">
          <ac:chgData name="Karl Michael Höferl" userId="544d2ce1-0a3b-4706-9dfd-c6d69d0e3c8e" providerId="ADAL" clId="{728816E0-0922-4745-AF12-C87F45E7DFA0}" dt="2026-02-19T16:31:11.639" v="4432" actId="790"/>
          <ac:spMkLst>
            <pc:docMk/>
            <pc:sldMk cId="1296132426" sldId="1356"/>
            <ac:spMk id="6" creationId="{7E27EA18-9F22-060D-6FF3-7325C42AB026}"/>
          </ac:spMkLst>
        </pc:spChg>
        <pc:spChg chg="mod">
          <ac:chgData name="Karl Michael Höferl" userId="544d2ce1-0a3b-4706-9dfd-c6d69d0e3c8e" providerId="ADAL" clId="{728816E0-0922-4745-AF12-C87F45E7DFA0}" dt="2026-02-19T16:31:11.639" v="4433" actId="790"/>
          <ac:spMkLst>
            <pc:docMk/>
            <pc:sldMk cId="1296132426" sldId="1356"/>
            <ac:spMk id="7" creationId="{F81E0512-CCC5-97C6-9FE7-EF7AD0540FA1}"/>
          </ac:spMkLst>
        </pc:spChg>
        <pc:picChg chg="mod">
          <ac:chgData name="Karl Michael Höferl" userId="544d2ce1-0a3b-4706-9dfd-c6d69d0e3c8e" providerId="ADAL" clId="{728816E0-0922-4745-AF12-C87F45E7DFA0}" dt="2026-02-19T14:57:53.367" v="2194" actId="1035"/>
          <ac:picMkLst>
            <pc:docMk/>
            <pc:sldMk cId="1296132426" sldId="1356"/>
            <ac:picMk id="8" creationId="{E3A96E5B-3D92-019B-BEAA-3A711C9F1ED9}"/>
          </ac:picMkLst>
        </pc:picChg>
      </pc:sldChg>
      <pc:sldChg chg="addSp delSp modSp add mod">
        <pc:chgData name="Karl Michael Höferl" userId="544d2ce1-0a3b-4706-9dfd-c6d69d0e3c8e" providerId="ADAL" clId="{728816E0-0922-4745-AF12-C87F45E7DFA0}" dt="2026-02-19T16:31:11.648" v="4439" actId="790"/>
        <pc:sldMkLst>
          <pc:docMk/>
          <pc:sldMk cId="2969782902" sldId="1357"/>
        </pc:sldMkLst>
        <pc:spChg chg="mod">
          <ac:chgData name="Karl Michael Höferl" userId="544d2ce1-0a3b-4706-9dfd-c6d69d0e3c8e" providerId="ADAL" clId="{728816E0-0922-4745-AF12-C87F45E7DFA0}" dt="2026-02-19T16:31:11.648" v="4439" actId="790"/>
          <ac:spMkLst>
            <pc:docMk/>
            <pc:sldMk cId="2969782902" sldId="1357"/>
            <ac:spMk id="2" creationId="{A5E1B772-F081-9368-0196-69847BAF7EB4}"/>
          </ac:spMkLst>
        </pc:spChg>
        <pc:spChg chg="mod">
          <ac:chgData name="Karl Michael Höferl" userId="544d2ce1-0a3b-4706-9dfd-c6d69d0e3c8e" providerId="ADAL" clId="{728816E0-0922-4745-AF12-C87F45E7DFA0}" dt="2026-02-19T16:31:11.642" v="4435" actId="790"/>
          <ac:spMkLst>
            <pc:docMk/>
            <pc:sldMk cId="2969782902" sldId="1357"/>
            <ac:spMk id="3" creationId="{ECBE1FE2-4687-1B58-5F30-C204D6E51A14}"/>
          </ac:spMkLst>
        </pc:spChg>
        <pc:spChg chg="mod">
          <ac:chgData name="Karl Michael Höferl" userId="544d2ce1-0a3b-4706-9dfd-c6d69d0e3c8e" providerId="ADAL" clId="{728816E0-0922-4745-AF12-C87F45E7DFA0}" dt="2026-02-19T16:31:11.643" v="4436" actId="790"/>
          <ac:spMkLst>
            <pc:docMk/>
            <pc:sldMk cId="2969782902" sldId="1357"/>
            <ac:spMk id="5" creationId="{AEAD58C5-38E3-97FB-0DB1-E283702CA057}"/>
          </ac:spMkLst>
        </pc:spChg>
        <pc:spChg chg="mod">
          <ac:chgData name="Karl Michael Höferl" userId="544d2ce1-0a3b-4706-9dfd-c6d69d0e3c8e" providerId="ADAL" clId="{728816E0-0922-4745-AF12-C87F45E7DFA0}" dt="2026-02-19T16:31:11.644" v="4437" actId="790"/>
          <ac:spMkLst>
            <pc:docMk/>
            <pc:sldMk cId="2969782902" sldId="1357"/>
            <ac:spMk id="6" creationId="{73BFDA7B-2FD3-7284-7D09-CF79533801F6}"/>
          </ac:spMkLst>
        </pc:spChg>
        <pc:spChg chg="mod">
          <ac:chgData name="Karl Michael Höferl" userId="544d2ce1-0a3b-4706-9dfd-c6d69d0e3c8e" providerId="ADAL" clId="{728816E0-0922-4745-AF12-C87F45E7DFA0}" dt="2026-02-19T16:31:11.645" v="4438" actId="790"/>
          <ac:spMkLst>
            <pc:docMk/>
            <pc:sldMk cId="2969782902" sldId="1357"/>
            <ac:spMk id="7" creationId="{10EE84C0-3B7E-EA61-EABF-E1E24B23AC17}"/>
          </ac:spMkLst>
        </pc:spChg>
        <pc:picChg chg="add mod">
          <ac:chgData name="Karl Michael Höferl" userId="544d2ce1-0a3b-4706-9dfd-c6d69d0e3c8e" providerId="ADAL" clId="{728816E0-0922-4745-AF12-C87F45E7DFA0}" dt="2026-02-19T14:51:52.997" v="2122" actId="14100"/>
          <ac:picMkLst>
            <pc:docMk/>
            <pc:sldMk cId="2969782902" sldId="1357"/>
            <ac:picMk id="9" creationId="{77E7C1AD-4674-A5A5-F159-6655F0678500}"/>
          </ac:picMkLst>
        </pc:picChg>
        <pc:picChg chg="add mod">
          <ac:chgData name="Karl Michael Höferl" userId="544d2ce1-0a3b-4706-9dfd-c6d69d0e3c8e" providerId="ADAL" clId="{728816E0-0922-4745-AF12-C87F45E7DFA0}" dt="2026-02-19T14:52:02.779" v="2133" actId="1035"/>
          <ac:picMkLst>
            <pc:docMk/>
            <pc:sldMk cId="2969782902" sldId="1357"/>
            <ac:picMk id="11" creationId="{8361D9FB-0093-BFFD-2C99-4E77ED9E6ADA}"/>
          </ac:picMkLst>
        </pc:picChg>
      </pc:sldChg>
      <pc:sldChg chg="modSp new mod">
        <pc:chgData name="Karl Michael Höferl" userId="544d2ce1-0a3b-4706-9dfd-c6d69d0e3c8e" providerId="ADAL" clId="{728816E0-0922-4745-AF12-C87F45E7DFA0}" dt="2026-02-19T16:31:11.629" v="4424" actId="790"/>
        <pc:sldMkLst>
          <pc:docMk/>
          <pc:sldMk cId="3683678137" sldId="1358"/>
        </pc:sldMkLst>
        <pc:spChg chg="mod">
          <ac:chgData name="Karl Michael Höferl" userId="544d2ce1-0a3b-4706-9dfd-c6d69d0e3c8e" providerId="ADAL" clId="{728816E0-0922-4745-AF12-C87F45E7DFA0}" dt="2026-02-19T16:31:11.624" v="4420" actId="790"/>
          <ac:spMkLst>
            <pc:docMk/>
            <pc:sldMk cId="3683678137" sldId="1358"/>
            <ac:spMk id="2" creationId="{51D939F5-08F5-A60C-8A2E-0103236D8BD1}"/>
          </ac:spMkLst>
        </pc:spChg>
        <pc:spChg chg="mod">
          <ac:chgData name="Karl Michael Höferl" userId="544d2ce1-0a3b-4706-9dfd-c6d69d0e3c8e" providerId="ADAL" clId="{728816E0-0922-4745-AF12-C87F45E7DFA0}" dt="2026-02-19T16:31:11.625" v="4421" actId="790"/>
          <ac:spMkLst>
            <pc:docMk/>
            <pc:sldMk cId="3683678137" sldId="1358"/>
            <ac:spMk id="3" creationId="{756431BE-0F3A-054C-8559-DCA9FEDF4F2A}"/>
          </ac:spMkLst>
        </pc:spChg>
        <pc:spChg chg="mod">
          <ac:chgData name="Karl Michael Höferl" userId="544d2ce1-0a3b-4706-9dfd-c6d69d0e3c8e" providerId="ADAL" clId="{728816E0-0922-4745-AF12-C87F45E7DFA0}" dt="2026-02-19T16:31:11.627" v="4422" actId="790"/>
          <ac:spMkLst>
            <pc:docMk/>
            <pc:sldMk cId="3683678137" sldId="1358"/>
            <ac:spMk id="4" creationId="{74E1F951-E2F9-38AD-D4E7-A10F11C0F950}"/>
          </ac:spMkLst>
        </pc:spChg>
        <pc:spChg chg="mod">
          <ac:chgData name="Karl Michael Höferl" userId="544d2ce1-0a3b-4706-9dfd-c6d69d0e3c8e" providerId="ADAL" clId="{728816E0-0922-4745-AF12-C87F45E7DFA0}" dt="2026-02-19T16:31:11.628" v="4423" actId="790"/>
          <ac:spMkLst>
            <pc:docMk/>
            <pc:sldMk cId="3683678137" sldId="1358"/>
            <ac:spMk id="5" creationId="{CFFA00F3-455D-33CF-35C0-B87E85021781}"/>
          </ac:spMkLst>
        </pc:spChg>
        <pc:spChg chg="mod">
          <ac:chgData name="Karl Michael Höferl" userId="544d2ce1-0a3b-4706-9dfd-c6d69d0e3c8e" providerId="ADAL" clId="{728816E0-0922-4745-AF12-C87F45E7DFA0}" dt="2026-02-19T16:31:11.629" v="4424" actId="790"/>
          <ac:spMkLst>
            <pc:docMk/>
            <pc:sldMk cId="3683678137" sldId="1358"/>
            <ac:spMk id="6" creationId="{41FF5406-4224-161E-3CB2-1CB45FEAA14E}"/>
          </ac:spMkLst>
        </pc:spChg>
      </pc:sldChg>
      <pc:sldChg chg="modSp new mod">
        <pc:chgData name="Karl Michael Höferl" userId="544d2ce1-0a3b-4706-9dfd-c6d69d0e3c8e" providerId="ADAL" clId="{728816E0-0922-4745-AF12-C87F45E7DFA0}" dt="2026-02-19T16:31:11.635" v="4429" actId="790"/>
        <pc:sldMkLst>
          <pc:docMk/>
          <pc:sldMk cId="2780919046" sldId="1359"/>
        </pc:sldMkLst>
        <pc:spChg chg="mod">
          <ac:chgData name="Karl Michael Höferl" userId="544d2ce1-0a3b-4706-9dfd-c6d69d0e3c8e" providerId="ADAL" clId="{728816E0-0922-4745-AF12-C87F45E7DFA0}" dt="2026-02-19T16:31:11.630" v="4425" actId="790"/>
          <ac:spMkLst>
            <pc:docMk/>
            <pc:sldMk cId="2780919046" sldId="1359"/>
            <ac:spMk id="2" creationId="{E40C08E9-2DBB-3BDE-568C-6CC4067F174C}"/>
          </ac:spMkLst>
        </pc:spChg>
        <pc:spChg chg="mod">
          <ac:chgData name="Karl Michael Höferl" userId="544d2ce1-0a3b-4706-9dfd-c6d69d0e3c8e" providerId="ADAL" clId="{728816E0-0922-4745-AF12-C87F45E7DFA0}" dt="2026-02-19T16:31:11.631" v="4426" actId="790"/>
          <ac:spMkLst>
            <pc:docMk/>
            <pc:sldMk cId="2780919046" sldId="1359"/>
            <ac:spMk id="3" creationId="{8E716251-B832-685B-A00E-2C8F45338DB5}"/>
          </ac:spMkLst>
        </pc:spChg>
        <pc:spChg chg="mod">
          <ac:chgData name="Karl Michael Höferl" userId="544d2ce1-0a3b-4706-9dfd-c6d69d0e3c8e" providerId="ADAL" clId="{728816E0-0922-4745-AF12-C87F45E7DFA0}" dt="2026-02-19T16:31:11.633" v="4427" actId="790"/>
          <ac:spMkLst>
            <pc:docMk/>
            <pc:sldMk cId="2780919046" sldId="1359"/>
            <ac:spMk id="4" creationId="{57521534-15C7-FBF7-5C85-35C48BD303E8}"/>
          </ac:spMkLst>
        </pc:spChg>
        <pc:spChg chg="mod">
          <ac:chgData name="Karl Michael Höferl" userId="544d2ce1-0a3b-4706-9dfd-c6d69d0e3c8e" providerId="ADAL" clId="{728816E0-0922-4745-AF12-C87F45E7DFA0}" dt="2026-02-19T16:31:11.634" v="4428" actId="790"/>
          <ac:spMkLst>
            <pc:docMk/>
            <pc:sldMk cId="2780919046" sldId="1359"/>
            <ac:spMk id="5" creationId="{B074C323-678B-2CBC-FB75-A81E91A73368}"/>
          </ac:spMkLst>
        </pc:spChg>
        <pc:spChg chg="mod">
          <ac:chgData name="Karl Michael Höferl" userId="544d2ce1-0a3b-4706-9dfd-c6d69d0e3c8e" providerId="ADAL" clId="{728816E0-0922-4745-AF12-C87F45E7DFA0}" dt="2026-02-19T16:31:11.635" v="4429" actId="790"/>
          <ac:spMkLst>
            <pc:docMk/>
            <pc:sldMk cId="2780919046" sldId="1359"/>
            <ac:spMk id="6" creationId="{10382BE0-255A-0D3D-02A0-7E2B3A7C3780}"/>
          </ac:spMkLst>
        </pc:spChg>
      </pc:sldChg>
      <pc:sldChg chg="addSp delSp modSp new mod modNotesTx">
        <pc:chgData name="Karl Michael Höferl" userId="544d2ce1-0a3b-4706-9dfd-c6d69d0e3c8e" providerId="ADAL" clId="{728816E0-0922-4745-AF12-C87F45E7DFA0}" dt="2026-02-26T07:01:55.178" v="5824" actId="20577"/>
        <pc:sldMkLst>
          <pc:docMk/>
          <pc:sldMk cId="2812705970" sldId="1360"/>
        </pc:sldMkLst>
        <pc:spChg chg="mod">
          <ac:chgData name="Karl Michael Höferl" userId="544d2ce1-0a3b-4706-9dfd-c6d69d0e3c8e" providerId="ADAL" clId="{728816E0-0922-4745-AF12-C87F45E7DFA0}" dt="2026-02-19T16:31:11.649" v="4440" actId="790"/>
          <ac:spMkLst>
            <pc:docMk/>
            <pc:sldMk cId="2812705970" sldId="1360"/>
            <ac:spMk id="2" creationId="{4D26F712-ACD7-C968-3096-4525754A8CD4}"/>
          </ac:spMkLst>
        </pc:spChg>
        <pc:spChg chg="mod">
          <ac:chgData name="Karl Michael Höferl" userId="544d2ce1-0a3b-4706-9dfd-c6d69d0e3c8e" providerId="ADAL" clId="{728816E0-0922-4745-AF12-C87F45E7DFA0}" dt="2026-02-26T07:00:34.579" v="5778" actId="20577"/>
          <ac:spMkLst>
            <pc:docMk/>
            <pc:sldMk cId="2812705970" sldId="1360"/>
            <ac:spMk id="3" creationId="{41C9BEC0-D3D4-2CFB-00B5-54006EBD917D}"/>
          </ac:spMkLst>
        </pc:spChg>
        <pc:spChg chg="add del mod">
          <ac:chgData name="Karl Michael Höferl" userId="544d2ce1-0a3b-4706-9dfd-c6d69d0e3c8e" providerId="ADAL" clId="{728816E0-0922-4745-AF12-C87F45E7DFA0}" dt="2026-02-19T16:31:11.652" v="4442" actId="790"/>
          <ac:spMkLst>
            <pc:docMk/>
            <pc:sldMk cId="2812705970" sldId="1360"/>
            <ac:spMk id="4" creationId="{C28A53A4-C1AE-E19A-D680-BCD53355618C}"/>
          </ac:spMkLst>
        </pc:spChg>
        <pc:spChg chg="mod">
          <ac:chgData name="Karl Michael Höferl" userId="544d2ce1-0a3b-4706-9dfd-c6d69d0e3c8e" providerId="ADAL" clId="{728816E0-0922-4745-AF12-C87F45E7DFA0}" dt="2026-02-19T16:31:11.653" v="4443" actId="790"/>
          <ac:spMkLst>
            <pc:docMk/>
            <pc:sldMk cId="2812705970" sldId="1360"/>
            <ac:spMk id="5" creationId="{C4868196-4DF1-6FD3-E6D5-AEA4113819C2}"/>
          </ac:spMkLst>
        </pc:spChg>
        <pc:spChg chg="mod">
          <ac:chgData name="Karl Michael Höferl" userId="544d2ce1-0a3b-4706-9dfd-c6d69d0e3c8e" providerId="ADAL" clId="{728816E0-0922-4745-AF12-C87F45E7DFA0}" dt="2026-02-19T16:31:11.654" v="4444" actId="790"/>
          <ac:spMkLst>
            <pc:docMk/>
            <pc:sldMk cId="2812705970" sldId="1360"/>
            <ac:spMk id="6" creationId="{AFB5CF1D-FD67-CEAB-D7E4-F5700D8F2005}"/>
          </ac:spMkLst>
        </pc:spChg>
      </pc:sldChg>
      <pc:sldChg chg="addSp modSp new mod">
        <pc:chgData name="Karl Michael Höferl" userId="544d2ce1-0a3b-4706-9dfd-c6d69d0e3c8e" providerId="ADAL" clId="{728816E0-0922-4745-AF12-C87F45E7DFA0}" dt="2026-02-19T16:31:11.675" v="4451" actId="790"/>
        <pc:sldMkLst>
          <pc:docMk/>
          <pc:sldMk cId="4091043485" sldId="1361"/>
        </pc:sldMkLst>
        <pc:spChg chg="mod">
          <ac:chgData name="Karl Michael Höferl" userId="544d2ce1-0a3b-4706-9dfd-c6d69d0e3c8e" providerId="ADAL" clId="{728816E0-0922-4745-AF12-C87F45E7DFA0}" dt="2026-02-19T16:31:11.655" v="4445" actId="790"/>
          <ac:spMkLst>
            <pc:docMk/>
            <pc:sldMk cId="4091043485" sldId="1361"/>
            <ac:spMk id="2" creationId="{2B1F1054-18F5-45BF-9FAB-92457CD6ED58}"/>
          </ac:spMkLst>
        </pc:spChg>
        <pc:spChg chg="mod">
          <ac:chgData name="Karl Michael Höferl" userId="544d2ce1-0a3b-4706-9dfd-c6d69d0e3c8e" providerId="ADAL" clId="{728816E0-0922-4745-AF12-C87F45E7DFA0}" dt="2026-02-19T16:31:11.656" v="4446" actId="790"/>
          <ac:spMkLst>
            <pc:docMk/>
            <pc:sldMk cId="4091043485" sldId="1361"/>
            <ac:spMk id="3" creationId="{A4E24A86-9942-5804-9202-E14689FC84EA}"/>
          </ac:spMkLst>
        </pc:spChg>
        <pc:spChg chg="mod">
          <ac:chgData name="Karl Michael Höferl" userId="544d2ce1-0a3b-4706-9dfd-c6d69d0e3c8e" providerId="ADAL" clId="{728816E0-0922-4745-AF12-C87F45E7DFA0}" dt="2026-02-19T16:31:11.660" v="4447" actId="790"/>
          <ac:spMkLst>
            <pc:docMk/>
            <pc:sldMk cId="4091043485" sldId="1361"/>
            <ac:spMk id="4" creationId="{30411E41-5AC9-543B-CEE9-B7E3A2CF89D7}"/>
          </ac:spMkLst>
        </pc:spChg>
        <pc:spChg chg="mod">
          <ac:chgData name="Karl Michael Höferl" userId="544d2ce1-0a3b-4706-9dfd-c6d69d0e3c8e" providerId="ADAL" clId="{728816E0-0922-4745-AF12-C87F45E7DFA0}" dt="2026-02-19T16:31:11.666" v="4448" actId="790"/>
          <ac:spMkLst>
            <pc:docMk/>
            <pc:sldMk cId="4091043485" sldId="1361"/>
            <ac:spMk id="5" creationId="{303B6DED-15E1-11A2-62DC-0BB7D81EA5FC}"/>
          </ac:spMkLst>
        </pc:spChg>
        <pc:spChg chg="mod">
          <ac:chgData name="Karl Michael Höferl" userId="544d2ce1-0a3b-4706-9dfd-c6d69d0e3c8e" providerId="ADAL" clId="{728816E0-0922-4745-AF12-C87F45E7DFA0}" dt="2026-02-19T16:31:11.672" v="4449" actId="790"/>
          <ac:spMkLst>
            <pc:docMk/>
            <pc:sldMk cId="4091043485" sldId="1361"/>
            <ac:spMk id="6" creationId="{55D7CCE6-F32F-B42B-6EAC-36E2D2D6F7F8}"/>
          </ac:spMkLst>
        </pc:spChg>
        <pc:spChg chg="add mod">
          <ac:chgData name="Karl Michael Höferl" userId="544d2ce1-0a3b-4706-9dfd-c6d69d0e3c8e" providerId="ADAL" clId="{728816E0-0922-4745-AF12-C87F45E7DFA0}" dt="2026-02-19T16:31:11.673" v="4450" actId="790"/>
          <ac:spMkLst>
            <pc:docMk/>
            <pc:sldMk cId="4091043485" sldId="1361"/>
            <ac:spMk id="10" creationId="{0F1E9B58-94AD-DBEA-425F-332ECA28E7A1}"/>
          </ac:spMkLst>
        </pc:spChg>
        <pc:spChg chg="add mod">
          <ac:chgData name="Karl Michael Höferl" userId="544d2ce1-0a3b-4706-9dfd-c6d69d0e3c8e" providerId="ADAL" clId="{728816E0-0922-4745-AF12-C87F45E7DFA0}" dt="2026-02-19T16:31:11.675" v="4451" actId="790"/>
          <ac:spMkLst>
            <pc:docMk/>
            <pc:sldMk cId="4091043485" sldId="1361"/>
            <ac:spMk id="11" creationId="{006A7A59-81C3-CF7F-5A7E-7BF54962B466}"/>
          </ac:spMkLst>
        </pc:spChg>
        <pc:picChg chg="add mod">
          <ac:chgData name="Karl Michael Höferl" userId="544d2ce1-0a3b-4706-9dfd-c6d69d0e3c8e" providerId="ADAL" clId="{728816E0-0922-4745-AF12-C87F45E7DFA0}" dt="2026-02-19T15:29:58.481" v="3056" actId="1035"/>
          <ac:picMkLst>
            <pc:docMk/>
            <pc:sldMk cId="4091043485" sldId="1361"/>
            <ac:picMk id="13" creationId="{1D26AEF9-3D6A-2407-C0FC-601707B2F6BB}"/>
          </ac:picMkLst>
        </pc:picChg>
        <pc:cxnChg chg="add mod">
          <ac:chgData name="Karl Michael Höferl" userId="544d2ce1-0a3b-4706-9dfd-c6d69d0e3c8e" providerId="ADAL" clId="{728816E0-0922-4745-AF12-C87F45E7DFA0}" dt="2026-02-19T15:30:54.169" v="3073" actId="693"/>
          <ac:cxnSpMkLst>
            <pc:docMk/>
            <pc:sldMk cId="4091043485" sldId="1361"/>
            <ac:cxnSpMk id="8" creationId="{00C92DE9-C157-5972-49E2-F2445088054F}"/>
          </ac:cxnSpMkLst>
        </pc:cxnChg>
        <pc:cxnChg chg="add mod">
          <ac:chgData name="Karl Michael Höferl" userId="544d2ce1-0a3b-4706-9dfd-c6d69d0e3c8e" providerId="ADAL" clId="{728816E0-0922-4745-AF12-C87F45E7DFA0}" dt="2026-02-19T15:31:11.305" v="3077" actId="14100"/>
          <ac:cxnSpMkLst>
            <pc:docMk/>
            <pc:sldMk cId="4091043485" sldId="1361"/>
            <ac:cxnSpMk id="14" creationId="{DDCEDE88-DA9D-8249-2A19-6873886E78CC}"/>
          </ac:cxnSpMkLst>
        </pc:cxnChg>
      </pc:sldChg>
      <pc:sldChg chg="addSp modSp new mod">
        <pc:chgData name="Karl Michael Höferl" userId="544d2ce1-0a3b-4706-9dfd-c6d69d0e3c8e" providerId="ADAL" clId="{728816E0-0922-4745-AF12-C87F45E7DFA0}" dt="2026-02-19T16:31:11.682" v="4456" actId="790"/>
        <pc:sldMkLst>
          <pc:docMk/>
          <pc:sldMk cId="429180680" sldId="1362"/>
        </pc:sldMkLst>
        <pc:spChg chg="mod">
          <ac:chgData name="Karl Michael Höferl" userId="544d2ce1-0a3b-4706-9dfd-c6d69d0e3c8e" providerId="ADAL" clId="{728816E0-0922-4745-AF12-C87F45E7DFA0}" dt="2026-02-19T16:31:11.676" v="4452" actId="790"/>
          <ac:spMkLst>
            <pc:docMk/>
            <pc:sldMk cId="429180680" sldId="1362"/>
            <ac:spMk id="2" creationId="{8370C35F-5A4D-4A76-277A-A843FC5F66D5}"/>
          </ac:spMkLst>
        </pc:spChg>
        <pc:spChg chg="mod">
          <ac:chgData name="Karl Michael Höferl" userId="544d2ce1-0a3b-4706-9dfd-c6d69d0e3c8e" providerId="ADAL" clId="{728816E0-0922-4745-AF12-C87F45E7DFA0}" dt="2026-02-19T16:31:11.676" v="4453" actId="790"/>
          <ac:spMkLst>
            <pc:docMk/>
            <pc:sldMk cId="429180680" sldId="1362"/>
            <ac:spMk id="3" creationId="{6C9AD193-3C75-9591-F8F3-FE93CE1FD4D9}"/>
          </ac:spMkLst>
        </pc:spChg>
        <pc:spChg chg="mod">
          <ac:chgData name="Karl Michael Höferl" userId="544d2ce1-0a3b-4706-9dfd-c6d69d0e3c8e" providerId="ADAL" clId="{728816E0-0922-4745-AF12-C87F45E7DFA0}" dt="2026-02-19T16:31:11.679" v="4454"/>
          <ac:spMkLst>
            <pc:docMk/>
            <pc:sldMk cId="429180680" sldId="1362"/>
            <ac:spMk id="4" creationId="{7268B04B-1218-8EA4-C1B2-18F4543C6425}"/>
          </ac:spMkLst>
        </pc:spChg>
        <pc:spChg chg="mod">
          <ac:chgData name="Karl Michael Höferl" userId="544d2ce1-0a3b-4706-9dfd-c6d69d0e3c8e" providerId="ADAL" clId="{728816E0-0922-4745-AF12-C87F45E7DFA0}" dt="2026-02-19T16:31:11.681" v="4455" actId="790"/>
          <ac:spMkLst>
            <pc:docMk/>
            <pc:sldMk cId="429180680" sldId="1362"/>
            <ac:spMk id="5" creationId="{DFDD7E2B-1B67-02E5-5F37-238283101DD7}"/>
          </ac:spMkLst>
        </pc:spChg>
        <pc:spChg chg="mod">
          <ac:chgData name="Karl Michael Höferl" userId="544d2ce1-0a3b-4706-9dfd-c6d69d0e3c8e" providerId="ADAL" clId="{728816E0-0922-4745-AF12-C87F45E7DFA0}" dt="2026-02-19T16:31:11.682" v="4456" actId="790"/>
          <ac:spMkLst>
            <pc:docMk/>
            <pc:sldMk cId="429180680" sldId="1362"/>
            <ac:spMk id="6" creationId="{5316BF9E-14C8-DF41-B49E-A9AAE83309B2}"/>
          </ac:spMkLst>
        </pc:spChg>
        <pc:picChg chg="add mod">
          <ac:chgData name="Karl Michael Höferl" userId="544d2ce1-0a3b-4706-9dfd-c6d69d0e3c8e" providerId="ADAL" clId="{728816E0-0922-4745-AF12-C87F45E7DFA0}" dt="2026-02-19T15:36:49.819" v="3302" actId="1035"/>
          <ac:picMkLst>
            <pc:docMk/>
            <pc:sldMk cId="429180680" sldId="1362"/>
            <ac:picMk id="7" creationId="{04191907-0E8C-A14E-7675-CF6F47332F2A}"/>
          </ac:picMkLst>
        </pc:picChg>
      </pc:sldChg>
      <pc:sldChg chg="addSp modSp new mod modAnim">
        <pc:chgData name="Karl Michael Höferl" userId="544d2ce1-0a3b-4706-9dfd-c6d69d0e3c8e" providerId="ADAL" clId="{728816E0-0922-4745-AF12-C87F45E7DFA0}" dt="2026-02-26T07:03:18.719" v="5865" actId="20577"/>
        <pc:sldMkLst>
          <pc:docMk/>
          <pc:sldMk cId="116125782" sldId="1363"/>
        </pc:sldMkLst>
        <pc:spChg chg="mod">
          <ac:chgData name="Karl Michael Höferl" userId="544d2ce1-0a3b-4706-9dfd-c6d69d0e3c8e" providerId="ADAL" clId="{728816E0-0922-4745-AF12-C87F45E7DFA0}" dt="2026-02-19T16:31:11.683" v="4457" actId="790"/>
          <ac:spMkLst>
            <pc:docMk/>
            <pc:sldMk cId="116125782" sldId="1363"/>
            <ac:spMk id="2" creationId="{6261A476-A079-1FDB-8DF8-AE7D3AADB778}"/>
          </ac:spMkLst>
        </pc:spChg>
        <pc:spChg chg="mod">
          <ac:chgData name="Karl Michael Höferl" userId="544d2ce1-0a3b-4706-9dfd-c6d69d0e3c8e" providerId="ADAL" clId="{728816E0-0922-4745-AF12-C87F45E7DFA0}" dt="2026-02-19T16:31:11.683" v="4458" actId="790"/>
          <ac:spMkLst>
            <pc:docMk/>
            <pc:sldMk cId="116125782" sldId="1363"/>
            <ac:spMk id="3" creationId="{8E70C34A-6DD5-3F3A-FC89-6374267A4E98}"/>
          </ac:spMkLst>
        </pc:spChg>
        <pc:spChg chg="mod">
          <ac:chgData name="Karl Michael Höferl" userId="544d2ce1-0a3b-4706-9dfd-c6d69d0e3c8e" providerId="ADAL" clId="{728816E0-0922-4745-AF12-C87F45E7DFA0}" dt="2026-02-26T07:03:18.719" v="5865" actId="20577"/>
          <ac:spMkLst>
            <pc:docMk/>
            <pc:sldMk cId="116125782" sldId="1363"/>
            <ac:spMk id="4" creationId="{3B5DAADB-A011-17C1-96C8-47C8AD596E3D}"/>
          </ac:spMkLst>
        </pc:spChg>
        <pc:spChg chg="mod">
          <ac:chgData name="Karl Michael Höferl" userId="544d2ce1-0a3b-4706-9dfd-c6d69d0e3c8e" providerId="ADAL" clId="{728816E0-0922-4745-AF12-C87F45E7DFA0}" dt="2026-02-19T16:31:11.688" v="4460" actId="790"/>
          <ac:spMkLst>
            <pc:docMk/>
            <pc:sldMk cId="116125782" sldId="1363"/>
            <ac:spMk id="5" creationId="{14C1F8B4-E1CC-7C92-654A-1DC0040C5945}"/>
          </ac:spMkLst>
        </pc:spChg>
        <pc:spChg chg="mod">
          <ac:chgData name="Karl Michael Höferl" userId="544d2ce1-0a3b-4706-9dfd-c6d69d0e3c8e" providerId="ADAL" clId="{728816E0-0922-4745-AF12-C87F45E7DFA0}" dt="2026-02-19T16:31:11.689" v="4461" actId="790"/>
          <ac:spMkLst>
            <pc:docMk/>
            <pc:sldMk cId="116125782" sldId="1363"/>
            <ac:spMk id="6" creationId="{4DB0BFF3-4A36-DE6B-EC07-975A906AA807}"/>
          </ac:spMkLst>
        </pc:spChg>
        <pc:picChg chg="add mod">
          <ac:chgData name="Karl Michael Höferl" userId="544d2ce1-0a3b-4706-9dfd-c6d69d0e3c8e" providerId="ADAL" clId="{728816E0-0922-4745-AF12-C87F45E7DFA0}" dt="2026-02-19T15:37:42.411" v="3310" actId="14100"/>
          <ac:picMkLst>
            <pc:docMk/>
            <pc:sldMk cId="116125782" sldId="1363"/>
            <ac:picMk id="7" creationId="{C6E659B3-9215-1328-C369-A40BF81D3714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690" v="4462" actId="790"/>
        <pc:sldMkLst>
          <pc:docMk/>
          <pc:sldMk cId="1596827272" sldId="1364"/>
        </pc:sldMkLst>
        <pc:spChg chg="mod">
          <ac:chgData name="Karl Michael Höferl" userId="544d2ce1-0a3b-4706-9dfd-c6d69d0e3c8e" providerId="ADAL" clId="{728816E0-0922-4745-AF12-C87F45E7DFA0}" dt="2026-02-19T16:31:11.690" v="4462" actId="790"/>
          <ac:spMkLst>
            <pc:docMk/>
            <pc:sldMk cId="1596827272" sldId="1364"/>
            <ac:spMk id="7" creationId="{AA7CAC13-3DA0-1AFC-D170-C94B69008166}"/>
          </ac:spMkLst>
        </pc:spChg>
      </pc:sldChg>
      <pc:sldChg chg="addSp delSp modSp add mod modAnim">
        <pc:chgData name="Karl Michael Höferl" userId="544d2ce1-0a3b-4706-9dfd-c6d69d0e3c8e" providerId="ADAL" clId="{728816E0-0922-4745-AF12-C87F45E7DFA0}" dt="2026-02-24T16:09:21.751" v="5752" actId="948"/>
        <pc:sldMkLst>
          <pc:docMk/>
          <pc:sldMk cId="3469587536" sldId="1366"/>
        </pc:sldMkLst>
        <pc:spChg chg="mod">
          <ac:chgData name="Karl Michael Höferl" userId="544d2ce1-0a3b-4706-9dfd-c6d69d0e3c8e" providerId="ADAL" clId="{728816E0-0922-4745-AF12-C87F45E7DFA0}" dt="2026-02-19T16:31:11.690" v="4463" actId="790"/>
          <ac:spMkLst>
            <pc:docMk/>
            <pc:sldMk cId="3469587536" sldId="1366"/>
            <ac:spMk id="2" creationId="{DB304010-0305-9959-B6E3-3277BA8FBF9A}"/>
          </ac:spMkLst>
        </pc:spChg>
        <pc:spChg chg="mod">
          <ac:chgData name="Karl Michael Höferl" userId="544d2ce1-0a3b-4706-9dfd-c6d69d0e3c8e" providerId="ADAL" clId="{728816E0-0922-4745-AF12-C87F45E7DFA0}" dt="2026-02-19T16:31:11.691" v="4464" actId="790"/>
          <ac:spMkLst>
            <pc:docMk/>
            <pc:sldMk cId="3469587536" sldId="1366"/>
            <ac:spMk id="3" creationId="{94200A0F-B777-685C-5D28-6F4CD56ADEFC}"/>
          </ac:spMkLst>
        </pc:spChg>
        <pc:spChg chg="mod">
          <ac:chgData name="Karl Michael Höferl" userId="544d2ce1-0a3b-4706-9dfd-c6d69d0e3c8e" providerId="ADAL" clId="{728816E0-0922-4745-AF12-C87F45E7DFA0}" dt="2026-02-19T16:31:11.692" v="4465" actId="790"/>
          <ac:spMkLst>
            <pc:docMk/>
            <pc:sldMk cId="3469587536" sldId="1366"/>
            <ac:spMk id="5" creationId="{81644587-7F12-E30A-F7E1-9C2D47CDA964}"/>
          </ac:spMkLst>
        </pc:spChg>
        <pc:spChg chg="mod">
          <ac:chgData name="Karl Michael Höferl" userId="544d2ce1-0a3b-4706-9dfd-c6d69d0e3c8e" providerId="ADAL" clId="{728816E0-0922-4745-AF12-C87F45E7DFA0}" dt="2026-02-19T16:31:11.693" v="4466" actId="790"/>
          <ac:spMkLst>
            <pc:docMk/>
            <pc:sldMk cId="3469587536" sldId="1366"/>
            <ac:spMk id="6" creationId="{0764594A-9E80-2971-59D6-9739FA944307}"/>
          </ac:spMkLst>
        </pc:spChg>
        <pc:spChg chg="add del mod">
          <ac:chgData name="Karl Michael Höferl" userId="544d2ce1-0a3b-4706-9dfd-c6d69d0e3c8e" providerId="ADAL" clId="{728816E0-0922-4745-AF12-C87F45E7DFA0}" dt="2026-02-24T16:09:21.751" v="5752" actId="948"/>
          <ac:spMkLst>
            <pc:docMk/>
            <pc:sldMk cId="3469587536" sldId="1366"/>
            <ac:spMk id="9" creationId="{CF638664-BA3D-2CEB-85F8-E6CBB94C11A6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19T16:31:11.704" v="4471" actId="790"/>
        <pc:sldMkLst>
          <pc:docMk/>
          <pc:sldMk cId="461701957" sldId="1367"/>
        </pc:sldMkLst>
        <pc:spChg chg="mod">
          <ac:chgData name="Karl Michael Höferl" userId="544d2ce1-0a3b-4706-9dfd-c6d69d0e3c8e" providerId="ADAL" clId="{728816E0-0922-4745-AF12-C87F45E7DFA0}" dt="2026-02-19T16:31:11.699" v="4468" actId="790"/>
          <ac:spMkLst>
            <pc:docMk/>
            <pc:sldMk cId="461701957" sldId="1367"/>
            <ac:spMk id="2" creationId="{CF99F730-1BCE-4E92-F824-E595B1E40AC5}"/>
          </ac:spMkLst>
        </pc:spChg>
        <pc:spChg chg="mod">
          <ac:chgData name="Karl Michael Höferl" userId="544d2ce1-0a3b-4706-9dfd-c6d69d0e3c8e" providerId="ADAL" clId="{728816E0-0922-4745-AF12-C87F45E7DFA0}" dt="2026-02-19T16:31:11.700" v="4469" actId="790"/>
          <ac:spMkLst>
            <pc:docMk/>
            <pc:sldMk cId="461701957" sldId="1367"/>
            <ac:spMk id="3" creationId="{A5334E3A-A8CF-A853-28DF-574AEDA81506}"/>
          </ac:spMkLst>
        </pc:spChg>
        <pc:spChg chg="mod">
          <ac:chgData name="Karl Michael Höferl" userId="544d2ce1-0a3b-4706-9dfd-c6d69d0e3c8e" providerId="ADAL" clId="{728816E0-0922-4745-AF12-C87F45E7DFA0}" dt="2026-02-19T16:31:11.702" v="4470" actId="790"/>
          <ac:spMkLst>
            <pc:docMk/>
            <pc:sldMk cId="461701957" sldId="1367"/>
            <ac:spMk id="5" creationId="{838D7F41-B17A-E94F-2E74-8373F848D205}"/>
          </ac:spMkLst>
        </pc:spChg>
        <pc:spChg chg="mod">
          <ac:chgData name="Karl Michael Höferl" userId="544d2ce1-0a3b-4706-9dfd-c6d69d0e3c8e" providerId="ADAL" clId="{728816E0-0922-4745-AF12-C87F45E7DFA0}" dt="2026-02-19T16:31:11.704" v="4471" actId="790"/>
          <ac:spMkLst>
            <pc:docMk/>
            <pc:sldMk cId="461701957" sldId="1367"/>
            <ac:spMk id="6" creationId="{093150C1-56EB-637C-E16B-3BC024FFD335}"/>
          </ac:spMkLst>
        </pc:spChg>
        <pc:picChg chg="add mod">
          <ac:chgData name="Karl Michael Höferl" userId="544d2ce1-0a3b-4706-9dfd-c6d69d0e3c8e" providerId="ADAL" clId="{728816E0-0922-4745-AF12-C87F45E7DFA0}" dt="2026-02-19T15:47:01.654" v="3446" actId="1035"/>
          <ac:picMkLst>
            <pc:docMk/>
            <pc:sldMk cId="461701957" sldId="1367"/>
            <ac:picMk id="8" creationId="{2604A07D-D7C4-8A7E-A831-9CBBB6DE5AF0}"/>
          </ac:picMkLst>
        </pc:picChg>
      </pc:sldChg>
      <pc:sldChg chg="addSp modSp new mod modAnim">
        <pc:chgData name="Karl Michael Höferl" userId="544d2ce1-0a3b-4706-9dfd-c6d69d0e3c8e" providerId="ADAL" clId="{728816E0-0922-4745-AF12-C87F45E7DFA0}" dt="2026-02-19T16:31:11.715" v="4477"/>
        <pc:sldMkLst>
          <pc:docMk/>
          <pc:sldMk cId="1559330119" sldId="1368"/>
        </pc:sldMkLst>
        <pc:spChg chg="mod">
          <ac:chgData name="Karl Michael Höferl" userId="544d2ce1-0a3b-4706-9dfd-c6d69d0e3c8e" providerId="ADAL" clId="{728816E0-0922-4745-AF12-C87F45E7DFA0}" dt="2026-02-19T16:31:11.705" v="4472" actId="790"/>
          <ac:spMkLst>
            <pc:docMk/>
            <pc:sldMk cId="1559330119" sldId="1368"/>
            <ac:spMk id="2" creationId="{34121085-7DE1-786D-E0E5-E4BEB0A111EB}"/>
          </ac:spMkLst>
        </pc:spChg>
        <pc:spChg chg="mod">
          <ac:chgData name="Karl Michael Höferl" userId="544d2ce1-0a3b-4706-9dfd-c6d69d0e3c8e" providerId="ADAL" clId="{728816E0-0922-4745-AF12-C87F45E7DFA0}" dt="2026-02-19T16:31:11.706" v="4473" actId="790"/>
          <ac:spMkLst>
            <pc:docMk/>
            <pc:sldMk cId="1559330119" sldId="1368"/>
            <ac:spMk id="3" creationId="{D7D9551D-8ABE-18CE-6169-8AD99FA86F68}"/>
          </ac:spMkLst>
        </pc:spChg>
        <pc:spChg chg="mod">
          <ac:chgData name="Karl Michael Höferl" userId="544d2ce1-0a3b-4706-9dfd-c6d69d0e3c8e" providerId="ADAL" clId="{728816E0-0922-4745-AF12-C87F45E7DFA0}" dt="2026-02-19T16:31:11.710" v="4474" actId="790"/>
          <ac:spMkLst>
            <pc:docMk/>
            <pc:sldMk cId="1559330119" sldId="1368"/>
            <ac:spMk id="4" creationId="{D0067FA4-66FF-1A73-713D-4DCFCBD76814}"/>
          </ac:spMkLst>
        </pc:spChg>
        <pc:spChg chg="mod">
          <ac:chgData name="Karl Michael Höferl" userId="544d2ce1-0a3b-4706-9dfd-c6d69d0e3c8e" providerId="ADAL" clId="{728816E0-0922-4745-AF12-C87F45E7DFA0}" dt="2026-02-19T16:31:11.712" v="4475" actId="790"/>
          <ac:spMkLst>
            <pc:docMk/>
            <pc:sldMk cId="1559330119" sldId="1368"/>
            <ac:spMk id="5" creationId="{5809159F-2DD4-284E-42CF-B3827E986A61}"/>
          </ac:spMkLst>
        </pc:spChg>
        <pc:spChg chg="mod">
          <ac:chgData name="Karl Michael Höferl" userId="544d2ce1-0a3b-4706-9dfd-c6d69d0e3c8e" providerId="ADAL" clId="{728816E0-0922-4745-AF12-C87F45E7DFA0}" dt="2026-02-19T16:31:11.713" v="4476" actId="790"/>
          <ac:spMkLst>
            <pc:docMk/>
            <pc:sldMk cId="1559330119" sldId="1368"/>
            <ac:spMk id="6" creationId="{6455AD17-BA2B-0C4D-0355-40767811DB28}"/>
          </ac:spMkLst>
        </pc:spChg>
        <pc:spChg chg="add mod">
          <ac:chgData name="Karl Michael Höferl" userId="544d2ce1-0a3b-4706-9dfd-c6d69d0e3c8e" providerId="ADAL" clId="{728816E0-0922-4745-AF12-C87F45E7DFA0}" dt="2026-02-19T16:31:11.715" v="4477"/>
          <ac:spMkLst>
            <pc:docMk/>
            <pc:sldMk cId="1559330119" sldId="1368"/>
            <ac:spMk id="9" creationId="{1A52BA1E-3452-D652-35AC-D5C9E80B4B2C}"/>
          </ac:spMkLst>
        </pc:spChg>
        <pc:picChg chg="add mod">
          <ac:chgData name="Karl Michael Höferl" userId="544d2ce1-0a3b-4706-9dfd-c6d69d0e3c8e" providerId="ADAL" clId="{728816E0-0922-4745-AF12-C87F45E7DFA0}" dt="2026-02-19T15:50:32.112" v="3570" actId="1076"/>
          <ac:picMkLst>
            <pc:docMk/>
            <pc:sldMk cId="1559330119" sldId="1368"/>
            <ac:picMk id="7" creationId="{E5A81D17-F02B-F312-27BF-89CC6220FA65}"/>
          </ac:picMkLst>
        </pc:picChg>
        <pc:picChg chg="add mod">
          <ac:chgData name="Karl Michael Höferl" userId="544d2ce1-0a3b-4706-9dfd-c6d69d0e3c8e" providerId="ADAL" clId="{728816E0-0922-4745-AF12-C87F45E7DFA0}" dt="2026-02-19T16:06:06.135" v="3773" actId="1037"/>
          <ac:picMkLst>
            <pc:docMk/>
            <pc:sldMk cId="1559330119" sldId="1368"/>
            <ac:picMk id="8" creationId="{0EF0B866-0702-F186-AD84-5B567C3A1575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2-19T16:31:11.720" v="4481" actId="790"/>
        <pc:sldMkLst>
          <pc:docMk/>
          <pc:sldMk cId="1706382834" sldId="1369"/>
        </pc:sldMkLst>
        <pc:spChg chg="mod">
          <ac:chgData name="Karl Michael Höferl" userId="544d2ce1-0a3b-4706-9dfd-c6d69d0e3c8e" providerId="ADAL" clId="{728816E0-0922-4745-AF12-C87F45E7DFA0}" dt="2026-02-19T16:31:11.716" v="4478" actId="790"/>
          <ac:spMkLst>
            <pc:docMk/>
            <pc:sldMk cId="1706382834" sldId="1369"/>
            <ac:spMk id="2" creationId="{C5951BB9-3BA5-C82B-E200-20229FBE98ED}"/>
          </ac:spMkLst>
        </pc:spChg>
        <pc:spChg chg="mod">
          <ac:chgData name="Karl Michael Höferl" userId="544d2ce1-0a3b-4706-9dfd-c6d69d0e3c8e" providerId="ADAL" clId="{728816E0-0922-4745-AF12-C87F45E7DFA0}" dt="2026-02-19T16:31:11.717" v="4479" actId="790"/>
          <ac:spMkLst>
            <pc:docMk/>
            <pc:sldMk cId="1706382834" sldId="1369"/>
            <ac:spMk id="3" creationId="{636A4DF3-E0E1-B276-2DE0-C188A66FAF88}"/>
          </ac:spMkLst>
        </pc:spChg>
        <pc:spChg chg="mod">
          <ac:chgData name="Karl Michael Höferl" userId="544d2ce1-0a3b-4706-9dfd-c6d69d0e3c8e" providerId="ADAL" clId="{728816E0-0922-4745-AF12-C87F45E7DFA0}" dt="2026-02-19T16:31:11.719" v="4480" actId="790"/>
          <ac:spMkLst>
            <pc:docMk/>
            <pc:sldMk cId="1706382834" sldId="1369"/>
            <ac:spMk id="5" creationId="{2D81B65C-2A55-98F4-3C38-754C91AE5EBA}"/>
          </ac:spMkLst>
        </pc:spChg>
        <pc:spChg chg="mod">
          <ac:chgData name="Karl Michael Höferl" userId="544d2ce1-0a3b-4706-9dfd-c6d69d0e3c8e" providerId="ADAL" clId="{728816E0-0922-4745-AF12-C87F45E7DFA0}" dt="2026-02-19T16:31:11.720" v="4481" actId="790"/>
          <ac:spMkLst>
            <pc:docMk/>
            <pc:sldMk cId="1706382834" sldId="1369"/>
            <ac:spMk id="6" creationId="{07B11971-0449-863C-DBE4-6FDC1626F8CE}"/>
          </ac:spMkLst>
        </pc:spChg>
        <pc:picChg chg="add mod">
          <ac:chgData name="Karl Michael Höferl" userId="544d2ce1-0a3b-4706-9dfd-c6d69d0e3c8e" providerId="ADAL" clId="{728816E0-0922-4745-AF12-C87F45E7DFA0}" dt="2026-02-19T15:58:48.389" v="3635" actId="14100"/>
          <ac:picMkLst>
            <pc:docMk/>
            <pc:sldMk cId="1706382834" sldId="1369"/>
            <ac:picMk id="7" creationId="{32EF0B57-23A5-5D00-F1A5-71830A6CF4F6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2-24T16:09:45.482" v="5755" actId="1036"/>
        <pc:sldMkLst>
          <pc:docMk/>
          <pc:sldMk cId="1246832484" sldId="1370"/>
        </pc:sldMkLst>
        <pc:spChg chg="mod">
          <ac:chgData name="Karl Michael Höferl" userId="544d2ce1-0a3b-4706-9dfd-c6d69d0e3c8e" providerId="ADAL" clId="{728816E0-0922-4745-AF12-C87F45E7DFA0}" dt="2026-02-19T16:31:11.739" v="4494" actId="790"/>
          <ac:spMkLst>
            <pc:docMk/>
            <pc:sldMk cId="1246832484" sldId="1370"/>
            <ac:spMk id="2" creationId="{B36A788B-A10E-75B7-DAD6-5DFC8DA570B4}"/>
          </ac:spMkLst>
        </pc:spChg>
        <pc:spChg chg="mod">
          <ac:chgData name="Karl Michael Höferl" userId="544d2ce1-0a3b-4706-9dfd-c6d69d0e3c8e" providerId="ADAL" clId="{728816E0-0922-4745-AF12-C87F45E7DFA0}" dt="2026-02-19T16:31:11.740" v="4495" actId="790"/>
          <ac:spMkLst>
            <pc:docMk/>
            <pc:sldMk cId="1246832484" sldId="1370"/>
            <ac:spMk id="3" creationId="{3B046E74-A107-F5C9-D14C-BA574404E9CF}"/>
          </ac:spMkLst>
        </pc:spChg>
        <pc:spChg chg="mod">
          <ac:chgData name="Karl Michael Höferl" userId="544d2ce1-0a3b-4706-9dfd-c6d69d0e3c8e" providerId="ADAL" clId="{728816E0-0922-4745-AF12-C87F45E7DFA0}" dt="2026-02-19T16:31:11.742" v="4496" actId="790"/>
          <ac:spMkLst>
            <pc:docMk/>
            <pc:sldMk cId="1246832484" sldId="1370"/>
            <ac:spMk id="4" creationId="{F9F9D1E4-216C-0D18-02CF-0FD05D834373}"/>
          </ac:spMkLst>
        </pc:spChg>
        <pc:spChg chg="mod">
          <ac:chgData name="Karl Michael Höferl" userId="544d2ce1-0a3b-4706-9dfd-c6d69d0e3c8e" providerId="ADAL" clId="{728816E0-0922-4745-AF12-C87F45E7DFA0}" dt="2026-02-19T16:31:11.744" v="4497" actId="790"/>
          <ac:spMkLst>
            <pc:docMk/>
            <pc:sldMk cId="1246832484" sldId="1370"/>
            <ac:spMk id="5" creationId="{4603DC2B-A542-0044-4F38-265610CB9AB0}"/>
          </ac:spMkLst>
        </pc:spChg>
        <pc:spChg chg="mod">
          <ac:chgData name="Karl Michael Höferl" userId="544d2ce1-0a3b-4706-9dfd-c6d69d0e3c8e" providerId="ADAL" clId="{728816E0-0922-4745-AF12-C87F45E7DFA0}" dt="2026-02-19T16:31:11.745" v="4498" actId="790"/>
          <ac:spMkLst>
            <pc:docMk/>
            <pc:sldMk cId="1246832484" sldId="1370"/>
            <ac:spMk id="6" creationId="{708AF036-400A-3B53-24BF-720C4A2335CD}"/>
          </ac:spMkLst>
        </pc:spChg>
        <pc:picChg chg="add mod">
          <ac:chgData name="Karl Michael Höferl" userId="544d2ce1-0a3b-4706-9dfd-c6d69d0e3c8e" providerId="ADAL" clId="{728816E0-0922-4745-AF12-C87F45E7DFA0}" dt="2026-02-24T16:09:45.482" v="5755" actId="1036"/>
          <ac:picMkLst>
            <pc:docMk/>
            <pc:sldMk cId="1246832484" sldId="1370"/>
            <ac:picMk id="7" creationId="{32544BE5-0EF5-54D0-C541-59C9C0ECB0D4}"/>
          </ac:picMkLst>
        </pc:picChg>
        <pc:picChg chg="add mod">
          <ac:chgData name="Karl Michael Höferl" userId="544d2ce1-0a3b-4706-9dfd-c6d69d0e3c8e" providerId="ADAL" clId="{728816E0-0922-4745-AF12-C87F45E7DFA0}" dt="2026-02-24T16:09:45.482" v="5755" actId="1036"/>
          <ac:picMkLst>
            <pc:docMk/>
            <pc:sldMk cId="1246832484" sldId="1370"/>
            <ac:picMk id="10" creationId="{35318BBB-848C-6660-92F9-FA6F6F7BD1EC}"/>
          </ac:picMkLst>
        </pc:picChg>
        <pc:picChg chg="add mod">
          <ac:chgData name="Karl Michael Höferl" userId="544d2ce1-0a3b-4706-9dfd-c6d69d0e3c8e" providerId="ADAL" clId="{728816E0-0922-4745-AF12-C87F45E7DFA0}" dt="2026-02-24T16:09:45.482" v="5755" actId="1036"/>
          <ac:picMkLst>
            <pc:docMk/>
            <pc:sldMk cId="1246832484" sldId="1370"/>
            <ac:picMk id="13" creationId="{5ED075BB-F3C3-0AF3-E10C-1791E3C7136F}"/>
          </ac:picMkLst>
        </pc:picChg>
        <pc:picChg chg="add mod">
          <ac:chgData name="Karl Michael Höferl" userId="544d2ce1-0a3b-4706-9dfd-c6d69d0e3c8e" providerId="ADAL" clId="{728816E0-0922-4745-AF12-C87F45E7DFA0}" dt="2026-02-24T16:09:45.482" v="5755" actId="1036"/>
          <ac:picMkLst>
            <pc:docMk/>
            <pc:sldMk cId="1246832484" sldId="1370"/>
            <ac:picMk id="14" creationId="{D8447E55-728E-3566-69B4-185107ED7FE8}"/>
          </ac:picMkLst>
        </pc:picChg>
        <pc:picChg chg="add mod">
          <ac:chgData name="Karl Michael Höferl" userId="544d2ce1-0a3b-4706-9dfd-c6d69d0e3c8e" providerId="ADAL" clId="{728816E0-0922-4745-AF12-C87F45E7DFA0}" dt="2026-02-24T16:09:45.482" v="5755" actId="1036"/>
          <ac:picMkLst>
            <pc:docMk/>
            <pc:sldMk cId="1246832484" sldId="1370"/>
            <ac:picMk id="14338" creationId="{9402AEE1-1B28-5CE2-51A9-4EB1306DFBD6}"/>
          </ac:picMkLst>
        </pc:picChg>
      </pc:sldChg>
      <pc:sldChg chg="delSp modSp add mod">
        <pc:chgData name="Karl Michael Höferl" userId="544d2ce1-0a3b-4706-9dfd-c6d69d0e3c8e" providerId="ADAL" clId="{728816E0-0922-4745-AF12-C87F45E7DFA0}" dt="2026-02-24T16:09:51.910" v="5756" actId="948"/>
        <pc:sldMkLst>
          <pc:docMk/>
          <pc:sldMk cId="1368040104" sldId="1371"/>
        </pc:sldMkLst>
        <pc:spChg chg="mod">
          <ac:chgData name="Karl Michael Höferl" userId="544d2ce1-0a3b-4706-9dfd-c6d69d0e3c8e" providerId="ADAL" clId="{728816E0-0922-4745-AF12-C87F45E7DFA0}" dt="2026-02-19T16:31:11.746" v="4499" actId="790"/>
          <ac:spMkLst>
            <pc:docMk/>
            <pc:sldMk cId="1368040104" sldId="1371"/>
            <ac:spMk id="2" creationId="{001858AA-F0F0-A843-7E66-5B3C7351C782}"/>
          </ac:spMkLst>
        </pc:spChg>
        <pc:spChg chg="mod">
          <ac:chgData name="Karl Michael Höferl" userId="544d2ce1-0a3b-4706-9dfd-c6d69d0e3c8e" providerId="ADAL" clId="{728816E0-0922-4745-AF12-C87F45E7DFA0}" dt="2026-02-19T16:31:11.747" v="4500" actId="790"/>
          <ac:spMkLst>
            <pc:docMk/>
            <pc:sldMk cId="1368040104" sldId="1371"/>
            <ac:spMk id="3" creationId="{386F781F-4DB5-5970-3412-03F976B9886D}"/>
          </ac:spMkLst>
        </pc:spChg>
        <pc:spChg chg="mod">
          <ac:chgData name="Karl Michael Höferl" userId="544d2ce1-0a3b-4706-9dfd-c6d69d0e3c8e" providerId="ADAL" clId="{728816E0-0922-4745-AF12-C87F45E7DFA0}" dt="2026-02-24T16:09:51.910" v="5756" actId="948"/>
          <ac:spMkLst>
            <pc:docMk/>
            <pc:sldMk cId="1368040104" sldId="1371"/>
            <ac:spMk id="4" creationId="{FEABF525-AF1C-B473-D4D4-3DBC70660C6D}"/>
          </ac:spMkLst>
        </pc:spChg>
        <pc:spChg chg="mod">
          <ac:chgData name="Karl Michael Höferl" userId="544d2ce1-0a3b-4706-9dfd-c6d69d0e3c8e" providerId="ADAL" clId="{728816E0-0922-4745-AF12-C87F45E7DFA0}" dt="2026-02-19T16:31:11.754" v="4502" actId="790"/>
          <ac:spMkLst>
            <pc:docMk/>
            <pc:sldMk cId="1368040104" sldId="1371"/>
            <ac:spMk id="5" creationId="{7BD19AA0-B5CC-7E07-F1B3-F44F6C0DA86C}"/>
          </ac:spMkLst>
        </pc:spChg>
        <pc:spChg chg="mod">
          <ac:chgData name="Karl Michael Höferl" userId="544d2ce1-0a3b-4706-9dfd-c6d69d0e3c8e" providerId="ADAL" clId="{728816E0-0922-4745-AF12-C87F45E7DFA0}" dt="2026-02-19T16:31:11.755" v="4503" actId="790"/>
          <ac:spMkLst>
            <pc:docMk/>
            <pc:sldMk cId="1368040104" sldId="1371"/>
            <ac:spMk id="6" creationId="{5BBB1703-E9B6-17A8-804D-CB58C0FFF615}"/>
          </ac:spMkLst>
        </pc:spChg>
      </pc:sldChg>
      <pc:sldChg chg="addSp delSp modSp new mod">
        <pc:chgData name="Karl Michael Höferl" userId="544d2ce1-0a3b-4706-9dfd-c6d69d0e3c8e" providerId="ADAL" clId="{728816E0-0922-4745-AF12-C87F45E7DFA0}" dt="2026-02-19T16:31:11.729" v="4488" actId="790"/>
        <pc:sldMkLst>
          <pc:docMk/>
          <pc:sldMk cId="2436749906" sldId="1372"/>
        </pc:sldMkLst>
        <pc:spChg chg="mod">
          <ac:chgData name="Karl Michael Höferl" userId="544d2ce1-0a3b-4706-9dfd-c6d69d0e3c8e" providerId="ADAL" clId="{728816E0-0922-4745-AF12-C87F45E7DFA0}" dt="2026-02-19T16:31:11.722" v="4483" actId="790"/>
          <ac:spMkLst>
            <pc:docMk/>
            <pc:sldMk cId="2436749906" sldId="1372"/>
            <ac:spMk id="2" creationId="{F770A617-A9DD-54EC-7AFF-FBCF5E31AC6C}"/>
          </ac:spMkLst>
        </pc:spChg>
        <pc:spChg chg="mod">
          <ac:chgData name="Karl Michael Höferl" userId="544d2ce1-0a3b-4706-9dfd-c6d69d0e3c8e" providerId="ADAL" clId="{728816E0-0922-4745-AF12-C87F45E7DFA0}" dt="2026-02-19T16:31:11.723" v="4484" actId="790"/>
          <ac:spMkLst>
            <pc:docMk/>
            <pc:sldMk cId="2436749906" sldId="1372"/>
            <ac:spMk id="3" creationId="{E781E68E-BC98-BFE6-E922-FEDE2DF7D5D2}"/>
          </ac:spMkLst>
        </pc:spChg>
        <pc:spChg chg="mod">
          <ac:chgData name="Karl Michael Höferl" userId="544d2ce1-0a3b-4706-9dfd-c6d69d0e3c8e" providerId="ADAL" clId="{728816E0-0922-4745-AF12-C87F45E7DFA0}" dt="2026-02-19T16:31:11.726" v="4485" actId="790"/>
          <ac:spMkLst>
            <pc:docMk/>
            <pc:sldMk cId="2436749906" sldId="1372"/>
            <ac:spMk id="4" creationId="{F2D2C137-90AD-8ABF-2BA7-A777C88861EB}"/>
          </ac:spMkLst>
        </pc:spChg>
        <pc:spChg chg="mod">
          <ac:chgData name="Karl Michael Höferl" userId="544d2ce1-0a3b-4706-9dfd-c6d69d0e3c8e" providerId="ADAL" clId="{728816E0-0922-4745-AF12-C87F45E7DFA0}" dt="2026-02-19T16:31:11.727" v="4486" actId="790"/>
          <ac:spMkLst>
            <pc:docMk/>
            <pc:sldMk cId="2436749906" sldId="1372"/>
            <ac:spMk id="5" creationId="{47E74982-AB34-5F3F-E2E0-DA8427D454E5}"/>
          </ac:spMkLst>
        </pc:spChg>
        <pc:spChg chg="mod">
          <ac:chgData name="Karl Michael Höferl" userId="544d2ce1-0a3b-4706-9dfd-c6d69d0e3c8e" providerId="ADAL" clId="{728816E0-0922-4745-AF12-C87F45E7DFA0}" dt="2026-02-19T16:31:11.728" v="4487" actId="790"/>
          <ac:spMkLst>
            <pc:docMk/>
            <pc:sldMk cId="2436749906" sldId="1372"/>
            <ac:spMk id="6" creationId="{FBC46BE9-DD76-A587-2A9B-B7231AE988FF}"/>
          </ac:spMkLst>
        </pc:spChg>
        <pc:spChg chg="add mod">
          <ac:chgData name="Karl Michael Höferl" userId="544d2ce1-0a3b-4706-9dfd-c6d69d0e3c8e" providerId="ADAL" clId="{728816E0-0922-4745-AF12-C87F45E7DFA0}" dt="2026-02-19T16:31:11.729" v="4488" actId="790"/>
          <ac:spMkLst>
            <pc:docMk/>
            <pc:sldMk cId="2436749906" sldId="1372"/>
            <ac:spMk id="22" creationId="{8FBE6313-53ED-8F4E-1B7E-50432158E28D}"/>
          </ac:spMkLst>
        </pc:spChg>
        <pc:picChg chg="add mod">
          <ac:chgData name="Karl Michael Höferl" userId="544d2ce1-0a3b-4706-9dfd-c6d69d0e3c8e" providerId="ADAL" clId="{728816E0-0922-4745-AF12-C87F45E7DFA0}" dt="2026-02-19T16:27:21.507" v="4136" actId="1076"/>
          <ac:picMkLst>
            <pc:docMk/>
            <pc:sldMk cId="2436749906" sldId="1372"/>
            <ac:picMk id="8" creationId="{84D6C120-7770-042E-7B6B-5B0560DEB533}"/>
          </ac:picMkLst>
        </pc:picChg>
        <pc:picChg chg="add mod">
          <ac:chgData name="Karl Michael Höferl" userId="544d2ce1-0a3b-4706-9dfd-c6d69d0e3c8e" providerId="ADAL" clId="{728816E0-0922-4745-AF12-C87F45E7DFA0}" dt="2026-02-19T16:27:27.095" v="4142" actId="1038"/>
          <ac:picMkLst>
            <pc:docMk/>
            <pc:sldMk cId="2436749906" sldId="1372"/>
            <ac:picMk id="16" creationId="{158B0420-152D-6766-51CB-61C5E2D253E7}"/>
          </ac:picMkLst>
        </pc:picChg>
        <pc:picChg chg="add mod">
          <ac:chgData name="Karl Michael Höferl" userId="544d2ce1-0a3b-4706-9dfd-c6d69d0e3c8e" providerId="ADAL" clId="{728816E0-0922-4745-AF12-C87F45E7DFA0}" dt="2026-02-19T16:30:02.986" v="4198" actId="1037"/>
          <ac:picMkLst>
            <pc:docMk/>
            <pc:sldMk cId="2436749906" sldId="1372"/>
            <ac:picMk id="23" creationId="{C3749051-F7F5-E5FA-E395-3F84D129E98E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1:11.721" v="4482" actId="790"/>
        <pc:sldMkLst>
          <pc:docMk/>
          <pc:sldMk cId="423934282" sldId="1373"/>
        </pc:sldMkLst>
        <pc:spChg chg="mod">
          <ac:chgData name="Karl Michael Höferl" userId="544d2ce1-0a3b-4706-9dfd-c6d69d0e3c8e" providerId="ADAL" clId="{728816E0-0922-4745-AF12-C87F45E7DFA0}" dt="2026-02-19T16:31:11.721" v="4482" actId="790"/>
          <ac:spMkLst>
            <pc:docMk/>
            <pc:sldMk cId="423934282" sldId="1373"/>
            <ac:spMk id="7" creationId="{773C88BE-C1CA-0E4B-D93C-6BB9330D7129}"/>
          </ac:spMkLst>
        </pc:spChg>
      </pc:sldChg>
      <pc:sldChg chg="delSp modSp add mod">
        <pc:chgData name="Karl Michael Höferl" userId="544d2ce1-0a3b-4706-9dfd-c6d69d0e3c8e" providerId="ADAL" clId="{728816E0-0922-4745-AF12-C87F45E7DFA0}" dt="2026-02-19T16:31:11.739" v="4493" actId="790"/>
        <pc:sldMkLst>
          <pc:docMk/>
          <pc:sldMk cId="915611227" sldId="1374"/>
        </pc:sldMkLst>
        <pc:spChg chg="mod">
          <ac:chgData name="Karl Michael Höferl" userId="544d2ce1-0a3b-4706-9dfd-c6d69d0e3c8e" providerId="ADAL" clId="{728816E0-0922-4745-AF12-C87F45E7DFA0}" dt="2026-02-19T16:31:11.730" v="4489" actId="790"/>
          <ac:spMkLst>
            <pc:docMk/>
            <pc:sldMk cId="915611227" sldId="1374"/>
            <ac:spMk id="2" creationId="{DF24FDA9-4FF1-D201-CF39-D8ED0E7ACF6E}"/>
          </ac:spMkLst>
        </pc:spChg>
        <pc:spChg chg="mod">
          <ac:chgData name="Karl Michael Höferl" userId="544d2ce1-0a3b-4706-9dfd-c6d69d0e3c8e" providerId="ADAL" clId="{728816E0-0922-4745-AF12-C87F45E7DFA0}" dt="2026-02-19T16:31:11.731" v="4490" actId="790"/>
          <ac:spMkLst>
            <pc:docMk/>
            <pc:sldMk cId="915611227" sldId="1374"/>
            <ac:spMk id="3" creationId="{7A962771-4926-308A-9005-F7616A7E168B}"/>
          </ac:spMkLst>
        </pc:spChg>
        <pc:spChg chg="mod">
          <ac:chgData name="Karl Michael Höferl" userId="544d2ce1-0a3b-4706-9dfd-c6d69d0e3c8e" providerId="ADAL" clId="{728816E0-0922-4745-AF12-C87F45E7DFA0}" dt="2026-02-19T16:31:11.737" v="4491" actId="790"/>
          <ac:spMkLst>
            <pc:docMk/>
            <pc:sldMk cId="915611227" sldId="1374"/>
            <ac:spMk id="4" creationId="{38085C43-D1F4-9533-2F40-0CEF05B5168E}"/>
          </ac:spMkLst>
        </pc:spChg>
        <pc:spChg chg="mod">
          <ac:chgData name="Karl Michael Höferl" userId="544d2ce1-0a3b-4706-9dfd-c6d69d0e3c8e" providerId="ADAL" clId="{728816E0-0922-4745-AF12-C87F45E7DFA0}" dt="2026-02-19T16:31:11.738" v="4492" actId="790"/>
          <ac:spMkLst>
            <pc:docMk/>
            <pc:sldMk cId="915611227" sldId="1374"/>
            <ac:spMk id="5" creationId="{821C265F-DCDA-2CAE-00CE-A89553F95983}"/>
          </ac:spMkLst>
        </pc:spChg>
        <pc:spChg chg="mod">
          <ac:chgData name="Karl Michael Höferl" userId="544d2ce1-0a3b-4706-9dfd-c6d69d0e3c8e" providerId="ADAL" clId="{728816E0-0922-4745-AF12-C87F45E7DFA0}" dt="2026-02-19T16:31:11.739" v="4493" actId="790"/>
          <ac:spMkLst>
            <pc:docMk/>
            <pc:sldMk cId="915611227" sldId="1374"/>
            <ac:spMk id="6" creationId="{F9D64008-C312-F8F0-16F3-BDC33D73BE3E}"/>
          </ac:spMkLst>
        </pc:spChg>
        <pc:picChg chg="mod">
          <ac:chgData name="Karl Michael Höferl" userId="544d2ce1-0a3b-4706-9dfd-c6d69d0e3c8e" providerId="ADAL" clId="{728816E0-0922-4745-AF12-C87F45E7DFA0}" dt="2026-02-19T16:29:09.611" v="4191" actId="1076"/>
          <ac:picMkLst>
            <pc:docMk/>
            <pc:sldMk cId="915611227" sldId="1374"/>
            <ac:picMk id="16" creationId="{729BBA4F-54EA-2D37-6A72-99B4168011A2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32:39.387" v="4557"/>
        <pc:sldMkLst>
          <pc:docMk/>
          <pc:sldMk cId="4043092116" sldId="1375"/>
        </pc:sldMkLst>
        <pc:spChg chg="mod">
          <ac:chgData name="Karl Michael Höferl" userId="544d2ce1-0a3b-4706-9dfd-c6d69d0e3c8e" providerId="ADAL" clId="{728816E0-0922-4745-AF12-C87F45E7DFA0}" dt="2026-02-19T16:32:39.387" v="4557"/>
          <ac:spMkLst>
            <pc:docMk/>
            <pc:sldMk cId="4043092116" sldId="1375"/>
            <ac:spMk id="7" creationId="{0BB7E880-7A47-2EBC-5FE4-488A50CDEABD}"/>
          </ac:spMkLst>
        </pc:spChg>
      </pc:sldChg>
      <pc:sldChg chg="modSp add mod">
        <pc:chgData name="Karl Michael Höferl" userId="544d2ce1-0a3b-4706-9dfd-c6d69d0e3c8e" providerId="ADAL" clId="{728816E0-0922-4745-AF12-C87F45E7DFA0}" dt="2026-02-19T17:02:15.010" v="5158" actId="20577"/>
        <pc:sldMkLst>
          <pc:docMk/>
          <pc:sldMk cId="4034148669" sldId="1376"/>
        </pc:sldMkLst>
        <pc:spChg chg="mod">
          <ac:chgData name="Karl Michael Höferl" userId="544d2ce1-0a3b-4706-9dfd-c6d69d0e3c8e" providerId="ADAL" clId="{728816E0-0922-4745-AF12-C87F45E7DFA0}" dt="2026-02-19T17:02:15.010" v="5158" actId="20577"/>
          <ac:spMkLst>
            <pc:docMk/>
            <pc:sldMk cId="4034148669" sldId="1376"/>
            <ac:spMk id="7" creationId="{93B06E4B-D30C-7A6B-987C-8A979D244C1D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19T16:44:03.163" v="4707" actId="1035"/>
        <pc:sldMkLst>
          <pc:docMk/>
          <pc:sldMk cId="1701447729" sldId="1377"/>
        </pc:sldMkLst>
        <pc:spChg chg="mod">
          <ac:chgData name="Karl Michael Höferl" userId="544d2ce1-0a3b-4706-9dfd-c6d69d0e3c8e" providerId="ADAL" clId="{728816E0-0922-4745-AF12-C87F45E7DFA0}" dt="2026-02-19T16:38:51.394" v="4666" actId="20577"/>
          <ac:spMkLst>
            <pc:docMk/>
            <pc:sldMk cId="1701447729" sldId="1377"/>
            <ac:spMk id="3" creationId="{B230686E-9736-A689-EE03-AF43D884AEE4}"/>
          </ac:spMkLst>
        </pc:spChg>
        <pc:spChg chg="mod">
          <ac:chgData name="Karl Michael Höferl" userId="544d2ce1-0a3b-4706-9dfd-c6d69d0e3c8e" providerId="ADAL" clId="{728816E0-0922-4745-AF12-C87F45E7DFA0}" dt="2026-02-19T16:44:03.163" v="4707" actId="1035"/>
          <ac:spMkLst>
            <pc:docMk/>
            <pc:sldMk cId="1701447729" sldId="1377"/>
            <ac:spMk id="4" creationId="{32129816-28F8-745C-A02E-6D4655D68CDC}"/>
          </ac:spMkLst>
        </pc:spChg>
        <pc:picChg chg="add mod">
          <ac:chgData name="Karl Michael Höferl" userId="544d2ce1-0a3b-4706-9dfd-c6d69d0e3c8e" providerId="ADAL" clId="{728816E0-0922-4745-AF12-C87F45E7DFA0}" dt="2026-02-19T16:43:46.193" v="4703" actId="1037"/>
          <ac:picMkLst>
            <pc:docMk/>
            <pc:sldMk cId="1701447729" sldId="1377"/>
            <ac:picMk id="18434" creationId="{893498B5-562A-1826-30F4-FC1505D5F753}"/>
          </ac:picMkLst>
        </pc:picChg>
      </pc:sldChg>
      <pc:sldChg chg="modSp new mod">
        <pc:chgData name="Karl Michael Höferl" userId="544d2ce1-0a3b-4706-9dfd-c6d69d0e3c8e" providerId="ADAL" clId="{728816E0-0922-4745-AF12-C87F45E7DFA0}" dt="2026-02-19T16:47:37.996" v="4814" actId="948"/>
        <pc:sldMkLst>
          <pc:docMk/>
          <pc:sldMk cId="624228248" sldId="1378"/>
        </pc:sldMkLst>
        <pc:spChg chg="mod">
          <ac:chgData name="Karl Michael Höferl" userId="544d2ce1-0a3b-4706-9dfd-c6d69d0e3c8e" providerId="ADAL" clId="{728816E0-0922-4745-AF12-C87F45E7DFA0}" dt="2026-02-19T16:45:05.363" v="4777" actId="20577"/>
          <ac:spMkLst>
            <pc:docMk/>
            <pc:sldMk cId="624228248" sldId="1378"/>
            <ac:spMk id="3" creationId="{31C11954-783E-0933-5879-85789D2E2EE6}"/>
          </ac:spMkLst>
        </pc:spChg>
        <pc:spChg chg="mod">
          <ac:chgData name="Karl Michael Höferl" userId="544d2ce1-0a3b-4706-9dfd-c6d69d0e3c8e" providerId="ADAL" clId="{728816E0-0922-4745-AF12-C87F45E7DFA0}" dt="2026-02-19T16:47:37.996" v="4814" actId="948"/>
          <ac:spMkLst>
            <pc:docMk/>
            <pc:sldMk cId="624228248" sldId="1378"/>
            <ac:spMk id="4" creationId="{0FC743E6-EC78-ABCC-1273-32CA626E27F1}"/>
          </ac:spMkLst>
        </pc:spChg>
      </pc:sldChg>
      <pc:sldChg chg="addSp delSp modSp add mod">
        <pc:chgData name="Karl Michael Höferl" userId="544d2ce1-0a3b-4706-9dfd-c6d69d0e3c8e" providerId="ADAL" clId="{728816E0-0922-4745-AF12-C87F45E7DFA0}" dt="2026-02-19T16:55:34.401" v="4964" actId="1036"/>
        <pc:sldMkLst>
          <pc:docMk/>
          <pc:sldMk cId="2373959602" sldId="1380"/>
        </pc:sldMkLst>
        <pc:spChg chg="mod">
          <ac:chgData name="Karl Michael Höferl" userId="544d2ce1-0a3b-4706-9dfd-c6d69d0e3c8e" providerId="ADAL" clId="{728816E0-0922-4745-AF12-C87F45E7DFA0}" dt="2026-02-19T16:55:31.324" v="4961" actId="20577"/>
          <ac:spMkLst>
            <pc:docMk/>
            <pc:sldMk cId="2373959602" sldId="1380"/>
            <ac:spMk id="3" creationId="{1E6607F8-5009-9102-D072-CEAED03FEE44}"/>
          </ac:spMkLst>
        </pc:spChg>
        <pc:spChg chg="add mod">
          <ac:chgData name="Karl Michael Höferl" userId="544d2ce1-0a3b-4706-9dfd-c6d69d0e3c8e" providerId="ADAL" clId="{728816E0-0922-4745-AF12-C87F45E7DFA0}" dt="2026-02-19T16:55:34.401" v="4964" actId="1036"/>
          <ac:spMkLst>
            <pc:docMk/>
            <pc:sldMk cId="2373959602" sldId="1380"/>
            <ac:spMk id="4" creationId="{B1E20B2F-7411-719E-6C14-86F817CA5E2F}"/>
          </ac:spMkLst>
        </pc:spChg>
        <pc:graphicFrameChg chg="add mod modGraphic">
          <ac:chgData name="Karl Michael Höferl" userId="544d2ce1-0a3b-4706-9dfd-c6d69d0e3c8e" providerId="ADAL" clId="{728816E0-0922-4745-AF12-C87F45E7DFA0}" dt="2026-02-19T16:55:06.524" v="4949" actId="1076"/>
          <ac:graphicFrameMkLst>
            <pc:docMk/>
            <pc:sldMk cId="2373959602" sldId="1380"/>
            <ac:graphicFrameMk id="8" creationId="{39B015DB-05CA-E67A-C8AA-B5B02469B25E}"/>
          </ac:graphicFrameMkLst>
        </pc:graphicFrameChg>
        <pc:picChg chg="add mod">
          <ac:chgData name="Karl Michael Höferl" userId="544d2ce1-0a3b-4706-9dfd-c6d69d0e3c8e" providerId="ADAL" clId="{728816E0-0922-4745-AF12-C87F45E7DFA0}" dt="2026-02-19T16:55:12.563" v="4952" actId="1076"/>
          <ac:picMkLst>
            <pc:docMk/>
            <pc:sldMk cId="2373959602" sldId="1380"/>
            <ac:picMk id="10" creationId="{D33EA4D9-6C78-6819-5A63-7D745C4D9C57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6:57:47.230" v="5021" actId="207"/>
        <pc:sldMkLst>
          <pc:docMk/>
          <pc:sldMk cId="1940604291" sldId="1381"/>
        </pc:sldMkLst>
        <pc:spChg chg="mod">
          <ac:chgData name="Karl Michael Höferl" userId="544d2ce1-0a3b-4706-9dfd-c6d69d0e3c8e" providerId="ADAL" clId="{728816E0-0922-4745-AF12-C87F45E7DFA0}" dt="2026-02-19T16:57:47.230" v="5021" actId="207"/>
          <ac:spMkLst>
            <pc:docMk/>
            <pc:sldMk cId="1940604291" sldId="1381"/>
            <ac:spMk id="4" creationId="{C23AD596-9CBF-3F2D-ADFA-B370008953F2}"/>
          </ac:spMkLst>
        </pc:spChg>
      </pc:sldChg>
      <pc:sldChg chg="addSp modSp add mod">
        <pc:chgData name="Karl Michael Höferl" userId="544d2ce1-0a3b-4706-9dfd-c6d69d0e3c8e" providerId="ADAL" clId="{728816E0-0922-4745-AF12-C87F45E7DFA0}" dt="2026-02-19T17:00:46.779" v="5157" actId="27636"/>
        <pc:sldMkLst>
          <pc:docMk/>
          <pc:sldMk cId="1165855379" sldId="1382"/>
        </pc:sldMkLst>
        <pc:spChg chg="mod">
          <ac:chgData name="Karl Michael Höferl" userId="544d2ce1-0a3b-4706-9dfd-c6d69d0e3c8e" providerId="ADAL" clId="{728816E0-0922-4745-AF12-C87F45E7DFA0}" dt="2026-02-19T17:00:46.779" v="5157" actId="27636"/>
          <ac:spMkLst>
            <pc:docMk/>
            <pc:sldMk cId="1165855379" sldId="1382"/>
            <ac:spMk id="4" creationId="{97EFF766-C7D3-A4D2-54BB-8951EA34E70A}"/>
          </ac:spMkLst>
        </pc:spChg>
        <pc:graphicFrameChg chg="add mod">
          <ac:chgData name="Karl Michael Höferl" userId="544d2ce1-0a3b-4706-9dfd-c6d69d0e3c8e" providerId="ADAL" clId="{728816E0-0922-4745-AF12-C87F45E7DFA0}" dt="2026-02-19T16:58:12.623" v="5023"/>
          <ac:graphicFrameMkLst>
            <pc:docMk/>
            <pc:sldMk cId="1165855379" sldId="1382"/>
            <ac:graphicFrameMk id="7" creationId="{37C6BCB7-D296-584D-EB28-2B458B386802}"/>
          </ac:graphicFrameMkLst>
        </pc:graphicFrameChg>
        <pc:picChg chg="add mod">
          <ac:chgData name="Karl Michael Höferl" userId="544d2ce1-0a3b-4706-9dfd-c6d69d0e3c8e" providerId="ADAL" clId="{728816E0-0922-4745-AF12-C87F45E7DFA0}" dt="2026-02-19T16:58:12.623" v="5023"/>
          <ac:picMkLst>
            <pc:docMk/>
            <pc:sldMk cId="1165855379" sldId="1382"/>
            <ac:picMk id="8" creationId="{E1FE83A2-322E-0502-46F7-6D1F2A8FA355}"/>
          </ac:picMkLst>
        </pc:picChg>
      </pc:sldChg>
      <pc:sldChg chg="modSp add mod">
        <pc:chgData name="Karl Michael Höferl" userId="544d2ce1-0a3b-4706-9dfd-c6d69d0e3c8e" providerId="ADAL" clId="{728816E0-0922-4745-AF12-C87F45E7DFA0}" dt="2026-02-19T17:04:09.641" v="5193" actId="20577"/>
        <pc:sldMkLst>
          <pc:docMk/>
          <pc:sldMk cId="3828802756" sldId="1383"/>
        </pc:sldMkLst>
        <pc:spChg chg="mod">
          <ac:chgData name="Karl Michael Höferl" userId="544d2ce1-0a3b-4706-9dfd-c6d69d0e3c8e" providerId="ADAL" clId="{728816E0-0922-4745-AF12-C87F45E7DFA0}" dt="2026-02-19T17:04:09.641" v="5193" actId="20577"/>
          <ac:spMkLst>
            <pc:docMk/>
            <pc:sldMk cId="3828802756" sldId="1383"/>
            <ac:spMk id="7" creationId="{E97FB884-DD8F-2299-473D-6CF2E70B1D34}"/>
          </ac:spMkLst>
        </pc:spChg>
      </pc:sldChg>
      <pc:sldChg chg="modSp add mod">
        <pc:chgData name="Karl Michael Höferl" userId="544d2ce1-0a3b-4706-9dfd-c6d69d0e3c8e" providerId="ADAL" clId="{728816E0-0922-4745-AF12-C87F45E7DFA0}" dt="2026-02-24T16:09:58.950" v="5758" actId="948"/>
        <pc:sldMkLst>
          <pc:docMk/>
          <pc:sldMk cId="2959319775" sldId="1384"/>
        </pc:sldMkLst>
        <pc:spChg chg="mod">
          <ac:chgData name="Karl Michael Höferl" userId="544d2ce1-0a3b-4706-9dfd-c6d69d0e3c8e" providerId="ADAL" clId="{728816E0-0922-4745-AF12-C87F45E7DFA0}" dt="2026-02-24T16:09:58.950" v="5758" actId="948"/>
          <ac:spMkLst>
            <pc:docMk/>
            <pc:sldMk cId="2959319775" sldId="1384"/>
            <ac:spMk id="4" creationId="{13E9783E-B969-4177-224C-DF541A0B8E38}"/>
          </ac:spMkLst>
        </pc:spChg>
      </pc:sldChg>
      <pc:sldChg chg="add">
        <pc:chgData name="Karl Michael Höferl" userId="544d2ce1-0a3b-4706-9dfd-c6d69d0e3c8e" providerId="ADAL" clId="{728816E0-0922-4745-AF12-C87F45E7DFA0}" dt="2026-02-19T17:04:42.163" v="5194"/>
        <pc:sldMkLst>
          <pc:docMk/>
          <pc:sldMk cId="2741216871" sldId="1385"/>
        </pc:sldMkLst>
      </pc:sldChg>
      <pc:sldChg chg="addSp delSp modSp new mod">
        <pc:chgData name="Karl Michael Höferl" userId="544d2ce1-0a3b-4706-9dfd-c6d69d0e3c8e" providerId="ADAL" clId="{728816E0-0922-4745-AF12-C87F45E7DFA0}" dt="2026-02-24T16:10:13.610" v="5761" actId="948"/>
        <pc:sldMkLst>
          <pc:docMk/>
          <pc:sldMk cId="745660199" sldId="1386"/>
        </pc:sldMkLst>
        <pc:spChg chg="mod">
          <ac:chgData name="Karl Michael Höferl" userId="544d2ce1-0a3b-4706-9dfd-c6d69d0e3c8e" providerId="ADAL" clId="{728816E0-0922-4745-AF12-C87F45E7DFA0}" dt="2026-02-19T17:05:17.248" v="5246" actId="20577"/>
          <ac:spMkLst>
            <pc:docMk/>
            <pc:sldMk cId="745660199" sldId="1386"/>
            <ac:spMk id="3" creationId="{8E10BFE5-5868-53FF-51A1-BAC91178AB2B}"/>
          </ac:spMkLst>
        </pc:spChg>
        <pc:spChg chg="add del mod">
          <ac:chgData name="Karl Michael Höferl" userId="544d2ce1-0a3b-4706-9dfd-c6d69d0e3c8e" providerId="ADAL" clId="{728816E0-0922-4745-AF12-C87F45E7DFA0}" dt="2026-02-24T16:10:13.610" v="5761" actId="948"/>
          <ac:spMkLst>
            <pc:docMk/>
            <pc:sldMk cId="745660199" sldId="1386"/>
            <ac:spMk id="4" creationId="{40E3BF67-68D1-F747-F871-7329ECEAE61A}"/>
          </ac:spMkLst>
        </pc:spChg>
      </pc:sldChg>
      <pc:sldChg chg="addSp modSp new mod">
        <pc:chgData name="Karl Michael Höferl" userId="544d2ce1-0a3b-4706-9dfd-c6d69d0e3c8e" providerId="ADAL" clId="{728816E0-0922-4745-AF12-C87F45E7DFA0}" dt="2026-02-24T15:47:57.965" v="5599" actId="1036"/>
        <pc:sldMkLst>
          <pc:docMk/>
          <pc:sldMk cId="1362648565" sldId="1387"/>
        </pc:sldMkLst>
        <pc:spChg chg="mod">
          <ac:chgData name="Karl Michael Höferl" userId="544d2ce1-0a3b-4706-9dfd-c6d69d0e3c8e" providerId="ADAL" clId="{728816E0-0922-4745-AF12-C87F45E7DFA0}" dt="2026-02-24T15:47:52.608" v="5585" actId="20577"/>
          <ac:spMkLst>
            <pc:docMk/>
            <pc:sldMk cId="1362648565" sldId="1387"/>
            <ac:spMk id="3" creationId="{7F2C30DE-D501-FF02-9446-6F107F53DBE1}"/>
          </ac:spMkLst>
        </pc:spChg>
        <pc:picChg chg="add mod">
          <ac:chgData name="Karl Michael Höferl" userId="544d2ce1-0a3b-4706-9dfd-c6d69d0e3c8e" providerId="ADAL" clId="{728816E0-0922-4745-AF12-C87F45E7DFA0}" dt="2026-02-24T15:47:57.965" v="5599" actId="1036"/>
          <ac:picMkLst>
            <pc:docMk/>
            <pc:sldMk cId="1362648565" sldId="1387"/>
            <ac:picMk id="7" creationId="{16BFBAC2-098B-29BD-1F30-26C776437523}"/>
          </ac:picMkLst>
        </pc:picChg>
      </pc:sldChg>
      <pc:sldChg chg="addSp delSp modSp new mod">
        <pc:chgData name="Karl Michael Höferl" userId="544d2ce1-0a3b-4706-9dfd-c6d69d0e3c8e" providerId="ADAL" clId="{728816E0-0922-4745-AF12-C87F45E7DFA0}" dt="2026-02-24T15:56:31.319" v="5661" actId="20577"/>
        <pc:sldMkLst>
          <pc:docMk/>
          <pc:sldMk cId="2846197886" sldId="1388"/>
        </pc:sldMkLst>
        <pc:spChg chg="mod">
          <ac:chgData name="Karl Michael Höferl" userId="544d2ce1-0a3b-4706-9dfd-c6d69d0e3c8e" providerId="ADAL" clId="{728816E0-0922-4745-AF12-C87F45E7DFA0}" dt="2026-02-24T15:55:42.237" v="5660"/>
          <ac:spMkLst>
            <pc:docMk/>
            <pc:sldMk cId="2846197886" sldId="1388"/>
            <ac:spMk id="3" creationId="{185B11A3-4F50-D0E8-20A5-7F5EF6157F76}"/>
          </ac:spMkLst>
        </pc:spChg>
        <pc:spChg chg="mod">
          <ac:chgData name="Karl Michael Höferl" userId="544d2ce1-0a3b-4706-9dfd-c6d69d0e3c8e" providerId="ADAL" clId="{728816E0-0922-4745-AF12-C87F45E7DFA0}" dt="2026-02-24T15:56:31.319" v="5661" actId="20577"/>
          <ac:spMkLst>
            <pc:docMk/>
            <pc:sldMk cId="2846197886" sldId="1388"/>
            <ac:spMk id="5" creationId="{15B58B16-0674-B7DF-180D-09B6D3C2F72A}"/>
          </ac:spMkLst>
        </pc:spChg>
        <pc:picChg chg="add mod ord">
          <ac:chgData name="Karl Michael Höferl" userId="544d2ce1-0a3b-4706-9dfd-c6d69d0e3c8e" providerId="ADAL" clId="{728816E0-0922-4745-AF12-C87F45E7DFA0}" dt="2026-02-24T15:55:36.935" v="5659" actId="1036"/>
          <ac:picMkLst>
            <pc:docMk/>
            <pc:sldMk cId="2846197886" sldId="1388"/>
            <ac:picMk id="8" creationId="{1039BBEE-E198-423D-3F4F-3485B9E7BAA3}"/>
          </ac:picMkLst>
        </pc:picChg>
        <pc:picChg chg="add mod">
          <ac:chgData name="Karl Michael Höferl" userId="544d2ce1-0a3b-4706-9dfd-c6d69d0e3c8e" providerId="ADAL" clId="{728816E0-0922-4745-AF12-C87F45E7DFA0}" dt="2026-02-24T15:55:36.935" v="5659" actId="1036"/>
          <ac:picMkLst>
            <pc:docMk/>
            <pc:sldMk cId="2846197886" sldId="1388"/>
            <ac:picMk id="10" creationId="{A074311F-E62B-00F4-73B0-29C87E7DB198}"/>
          </ac:picMkLst>
        </pc:picChg>
      </pc:sldChg>
      <pc:sldMasterChg chg="delSldLayout">
        <pc:chgData name="Karl Michael Höferl" userId="544d2ce1-0a3b-4706-9dfd-c6d69d0e3c8e" providerId="ADAL" clId="{728816E0-0922-4745-AF12-C87F45E7DFA0}" dt="2026-02-18T18:28:39.628" v="0" actId="47"/>
        <pc:sldMasterMkLst>
          <pc:docMk/>
          <pc:sldMasterMk cId="2449632651" sldId="2147483703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103A76-D9D1-4975-93D9-D9DB6F7A978E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29F03AC3-06BE-49BF-B59B-6C714818996D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2000" dirty="0"/>
            <a:t>Model data</a:t>
          </a:r>
        </a:p>
      </dgm:t>
    </dgm:pt>
    <dgm:pt modelId="{9F49785A-31E4-460D-8698-5EBDB748FD60}" type="parTrans" cxnId="{B23388E8-5ECF-4139-B31F-2AEE15E2B6B5}">
      <dgm:prSet/>
      <dgm:spPr/>
      <dgm:t>
        <a:bodyPr/>
        <a:lstStyle/>
        <a:p>
          <a:endParaRPr lang="de-AT" sz="3200"/>
        </a:p>
      </dgm:t>
    </dgm:pt>
    <dgm:pt modelId="{411B9115-3BD8-42FF-B04B-4D2D418DF585}" type="sibTrans" cxnId="{B23388E8-5ECF-4139-B31F-2AEE15E2B6B5}">
      <dgm:prSet custT="1"/>
      <dgm:spPr/>
      <dgm:t>
        <a:bodyPr/>
        <a:lstStyle/>
        <a:p>
          <a:endParaRPr lang="de-AT" sz="1400" dirty="0"/>
        </a:p>
      </dgm:t>
    </dgm:pt>
    <dgm:pt modelId="{68BDA154-BFEB-46E6-BEE8-8F2F9CD55105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2000" dirty="0"/>
            <a:t>Validate models</a:t>
          </a:r>
        </a:p>
      </dgm:t>
    </dgm:pt>
    <dgm:pt modelId="{A0BF3AA7-1C4A-4FC6-84F3-C5D43406CE23}" type="parTrans" cxnId="{16F53D4B-C4D9-4D87-A929-151A26ECB7BA}">
      <dgm:prSet/>
      <dgm:spPr/>
      <dgm:t>
        <a:bodyPr/>
        <a:lstStyle/>
        <a:p>
          <a:endParaRPr lang="de-AT" sz="3200"/>
        </a:p>
      </dgm:t>
    </dgm:pt>
    <dgm:pt modelId="{F2A17C29-009B-4480-8A32-37BC99B407F2}" type="sibTrans" cxnId="{16F53D4B-C4D9-4D87-A929-151A26ECB7BA}">
      <dgm:prSet custT="1"/>
      <dgm:spPr/>
      <dgm:t>
        <a:bodyPr/>
        <a:lstStyle/>
        <a:p>
          <a:endParaRPr lang="de-AT" sz="1400" dirty="0"/>
        </a:p>
      </dgm:t>
    </dgm:pt>
    <dgm:pt modelId="{F49D79F9-D1F9-4DB0-AA30-940E9698CD85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2000" dirty="0"/>
            <a:t>Evaluate</a:t>
          </a:r>
          <a:br>
            <a:rPr lang="en-GB" sz="2000" dirty="0"/>
          </a:br>
          <a:r>
            <a:rPr lang="en-GB" sz="2000" dirty="0"/>
            <a:t>models</a:t>
          </a:r>
        </a:p>
      </dgm:t>
    </dgm:pt>
    <dgm:pt modelId="{3FDCBC74-4A35-41EF-97FE-BF6F93D2110E}" type="parTrans" cxnId="{DAF1BE1D-E8C0-429A-BB0E-E9B4AA38E454}">
      <dgm:prSet/>
      <dgm:spPr/>
      <dgm:t>
        <a:bodyPr/>
        <a:lstStyle/>
        <a:p>
          <a:endParaRPr lang="de-AT" sz="3200"/>
        </a:p>
      </dgm:t>
    </dgm:pt>
    <dgm:pt modelId="{A2FFD495-4582-45A1-BC91-705530047760}" type="sibTrans" cxnId="{DAF1BE1D-E8C0-429A-BB0E-E9B4AA38E454}">
      <dgm:prSet custT="1"/>
      <dgm:spPr/>
      <dgm:t>
        <a:bodyPr/>
        <a:lstStyle/>
        <a:p>
          <a:endParaRPr lang="de-AT" sz="1400" dirty="0"/>
        </a:p>
      </dgm:t>
    </dgm:pt>
    <dgm:pt modelId="{93535CA3-8E4E-4C68-A216-1298D30354C7}">
      <dgm:prSet phldrT="[Text]" custT="1"/>
      <dgm:spPr>
        <a:solidFill>
          <a:srgbClr val="768692"/>
        </a:solidFill>
      </dgm:spPr>
      <dgm:t>
        <a:bodyPr/>
        <a:lstStyle/>
        <a:p>
          <a:r>
            <a:rPr lang="en-GB" sz="2000" dirty="0"/>
            <a:t>Documentation</a:t>
          </a:r>
        </a:p>
      </dgm:t>
    </dgm:pt>
    <dgm:pt modelId="{E5B96038-236B-451C-8113-49BE663CD0C1}" type="parTrans" cxnId="{FBACF19C-683A-4ECF-8C78-2F53FECEA0F9}">
      <dgm:prSet/>
      <dgm:spPr/>
      <dgm:t>
        <a:bodyPr/>
        <a:lstStyle/>
        <a:p>
          <a:endParaRPr lang="de-AT" sz="3200"/>
        </a:p>
      </dgm:t>
    </dgm:pt>
    <dgm:pt modelId="{9483055A-8EEB-4191-AC97-F734E18D151D}" type="sibTrans" cxnId="{FBACF19C-683A-4ECF-8C78-2F53FECEA0F9}">
      <dgm:prSet custT="1"/>
      <dgm:spPr/>
      <dgm:t>
        <a:bodyPr/>
        <a:lstStyle/>
        <a:p>
          <a:endParaRPr lang="de-AT" sz="1400" dirty="0"/>
        </a:p>
      </dgm:t>
    </dgm:pt>
    <dgm:pt modelId="{F74A1C6C-F65D-47F2-ADC8-93CE00B534BB}">
      <dgm:prSet phldrT="[Text]" custT="1"/>
      <dgm:spPr>
        <a:solidFill>
          <a:srgbClr val="768692"/>
        </a:solidFill>
      </dgm:spPr>
      <dgm:t>
        <a:bodyPr/>
        <a:lstStyle/>
        <a:p>
          <a:r>
            <a:rPr lang="en-GB" sz="2000" dirty="0"/>
            <a:t>Summarise findings</a:t>
          </a:r>
        </a:p>
      </dgm:t>
    </dgm:pt>
    <dgm:pt modelId="{6C3450A2-930C-46E3-B5EF-C92874736F16}" type="parTrans" cxnId="{582D8684-9A44-4D96-A8CB-33BAD879929A}">
      <dgm:prSet/>
      <dgm:spPr/>
      <dgm:t>
        <a:bodyPr/>
        <a:lstStyle/>
        <a:p>
          <a:endParaRPr lang="de-AT" sz="3200"/>
        </a:p>
      </dgm:t>
    </dgm:pt>
    <dgm:pt modelId="{DB9E2D33-AABD-4073-BA34-A451097E166A}" type="sibTrans" cxnId="{582D8684-9A44-4D96-A8CB-33BAD879929A}">
      <dgm:prSet/>
      <dgm:spPr/>
      <dgm:t>
        <a:bodyPr/>
        <a:lstStyle/>
        <a:p>
          <a:endParaRPr lang="de-AT" sz="3200"/>
        </a:p>
      </dgm:t>
    </dgm:pt>
    <dgm:pt modelId="{9A46751B-FC20-4E6A-A344-2172B29125FF}" type="pres">
      <dgm:prSet presAssocID="{D8103A76-D9D1-4975-93D9-D9DB6F7A978E}" presName="Name0" presStyleCnt="0">
        <dgm:presLayoutVars>
          <dgm:dir/>
          <dgm:resizeHandles val="exact"/>
        </dgm:presLayoutVars>
      </dgm:prSet>
      <dgm:spPr/>
    </dgm:pt>
    <dgm:pt modelId="{09CE4735-CFD0-4E60-8BA3-8595F9C25A00}" type="pres">
      <dgm:prSet presAssocID="{29F03AC3-06BE-49BF-B59B-6C714818996D}" presName="node" presStyleLbl="node1" presStyleIdx="0" presStyleCnt="5">
        <dgm:presLayoutVars>
          <dgm:bulletEnabled val="1"/>
        </dgm:presLayoutVars>
      </dgm:prSet>
      <dgm:spPr/>
    </dgm:pt>
    <dgm:pt modelId="{9FC757E6-BD8D-4D15-9F78-E678A2C58CB4}" type="pres">
      <dgm:prSet presAssocID="{411B9115-3BD8-42FF-B04B-4D2D418DF585}" presName="sibTrans" presStyleLbl="sibTrans2D1" presStyleIdx="0" presStyleCnt="4"/>
      <dgm:spPr/>
    </dgm:pt>
    <dgm:pt modelId="{4A0772F0-C54D-4300-AE61-A8B20C43829F}" type="pres">
      <dgm:prSet presAssocID="{411B9115-3BD8-42FF-B04B-4D2D418DF585}" presName="connectorText" presStyleLbl="sibTrans2D1" presStyleIdx="0" presStyleCnt="4"/>
      <dgm:spPr/>
    </dgm:pt>
    <dgm:pt modelId="{5EED1DBE-0BA4-4B65-AF5A-769A02F4E756}" type="pres">
      <dgm:prSet presAssocID="{68BDA154-BFEB-46E6-BEE8-8F2F9CD55105}" presName="node" presStyleLbl="node1" presStyleIdx="1" presStyleCnt="5">
        <dgm:presLayoutVars>
          <dgm:bulletEnabled val="1"/>
        </dgm:presLayoutVars>
      </dgm:prSet>
      <dgm:spPr/>
    </dgm:pt>
    <dgm:pt modelId="{F756F10B-CBE1-4848-B2C7-062F3ACC84CA}" type="pres">
      <dgm:prSet presAssocID="{F2A17C29-009B-4480-8A32-37BC99B407F2}" presName="sibTrans" presStyleLbl="sibTrans2D1" presStyleIdx="1" presStyleCnt="4"/>
      <dgm:spPr/>
    </dgm:pt>
    <dgm:pt modelId="{8A563414-7AD9-4B88-A873-B943290CB4D6}" type="pres">
      <dgm:prSet presAssocID="{F2A17C29-009B-4480-8A32-37BC99B407F2}" presName="connectorText" presStyleLbl="sibTrans2D1" presStyleIdx="1" presStyleCnt="4"/>
      <dgm:spPr/>
    </dgm:pt>
    <dgm:pt modelId="{453B0BD3-BB78-4EF4-8C6E-6805561F2F28}" type="pres">
      <dgm:prSet presAssocID="{F49D79F9-D1F9-4DB0-AA30-940E9698CD85}" presName="node" presStyleLbl="node1" presStyleIdx="2" presStyleCnt="5">
        <dgm:presLayoutVars>
          <dgm:bulletEnabled val="1"/>
        </dgm:presLayoutVars>
      </dgm:prSet>
      <dgm:spPr/>
    </dgm:pt>
    <dgm:pt modelId="{6A9AF9A7-08AC-4EBB-934D-F708CD3C92B7}" type="pres">
      <dgm:prSet presAssocID="{A2FFD495-4582-45A1-BC91-705530047760}" presName="sibTrans" presStyleLbl="sibTrans2D1" presStyleIdx="2" presStyleCnt="4"/>
      <dgm:spPr/>
    </dgm:pt>
    <dgm:pt modelId="{5BD4AC60-BA35-4EE1-964E-686D02796233}" type="pres">
      <dgm:prSet presAssocID="{A2FFD495-4582-45A1-BC91-705530047760}" presName="connectorText" presStyleLbl="sibTrans2D1" presStyleIdx="2" presStyleCnt="4"/>
      <dgm:spPr/>
    </dgm:pt>
    <dgm:pt modelId="{DF227C00-1374-40DA-AADA-FE7D07B3E881}" type="pres">
      <dgm:prSet presAssocID="{93535CA3-8E4E-4C68-A216-1298D30354C7}" presName="node" presStyleLbl="node1" presStyleIdx="3" presStyleCnt="5" custScaleX="107768">
        <dgm:presLayoutVars>
          <dgm:bulletEnabled val="1"/>
        </dgm:presLayoutVars>
      </dgm:prSet>
      <dgm:spPr/>
    </dgm:pt>
    <dgm:pt modelId="{DF583930-8CA5-4976-9CF5-51844FFDFF36}" type="pres">
      <dgm:prSet presAssocID="{9483055A-8EEB-4191-AC97-F734E18D151D}" presName="sibTrans" presStyleLbl="sibTrans2D1" presStyleIdx="3" presStyleCnt="4"/>
      <dgm:spPr/>
    </dgm:pt>
    <dgm:pt modelId="{AD565495-D18F-4A8C-9299-04BAA35F82FB}" type="pres">
      <dgm:prSet presAssocID="{9483055A-8EEB-4191-AC97-F734E18D151D}" presName="connectorText" presStyleLbl="sibTrans2D1" presStyleIdx="3" presStyleCnt="4"/>
      <dgm:spPr/>
    </dgm:pt>
    <dgm:pt modelId="{5AA0AB36-31E6-4AC4-94E5-25ACDAB97CD7}" type="pres">
      <dgm:prSet presAssocID="{F74A1C6C-F65D-47F2-ADC8-93CE00B534BB}" presName="node" presStyleLbl="node1" presStyleIdx="4" presStyleCnt="5" custScaleX="120316">
        <dgm:presLayoutVars>
          <dgm:bulletEnabled val="1"/>
        </dgm:presLayoutVars>
      </dgm:prSet>
      <dgm:spPr/>
    </dgm:pt>
  </dgm:ptLst>
  <dgm:cxnLst>
    <dgm:cxn modelId="{9C2EC800-0403-461C-A90B-F0930FF75732}" type="presOf" srcId="{D8103A76-D9D1-4975-93D9-D9DB6F7A978E}" destId="{9A46751B-FC20-4E6A-A344-2172B29125FF}" srcOrd="0" destOrd="0" presId="urn:microsoft.com/office/officeart/2005/8/layout/process1"/>
    <dgm:cxn modelId="{CD28E301-76DE-4E0E-81D3-66A04E320011}" type="presOf" srcId="{411B9115-3BD8-42FF-B04B-4D2D418DF585}" destId="{9FC757E6-BD8D-4D15-9F78-E678A2C58CB4}" srcOrd="0" destOrd="0" presId="urn:microsoft.com/office/officeart/2005/8/layout/process1"/>
    <dgm:cxn modelId="{AA80B904-873F-4A4F-A29D-732DCDF62645}" type="presOf" srcId="{29F03AC3-06BE-49BF-B59B-6C714818996D}" destId="{09CE4735-CFD0-4E60-8BA3-8595F9C25A00}" srcOrd="0" destOrd="0" presId="urn:microsoft.com/office/officeart/2005/8/layout/process1"/>
    <dgm:cxn modelId="{20186208-7431-42A0-B4BD-82684A28CC07}" type="presOf" srcId="{9483055A-8EEB-4191-AC97-F734E18D151D}" destId="{DF583930-8CA5-4976-9CF5-51844FFDFF36}" srcOrd="0" destOrd="0" presId="urn:microsoft.com/office/officeart/2005/8/layout/process1"/>
    <dgm:cxn modelId="{DAF1BE1D-E8C0-429A-BB0E-E9B4AA38E454}" srcId="{D8103A76-D9D1-4975-93D9-D9DB6F7A978E}" destId="{F49D79F9-D1F9-4DB0-AA30-940E9698CD85}" srcOrd="2" destOrd="0" parTransId="{3FDCBC74-4A35-41EF-97FE-BF6F93D2110E}" sibTransId="{A2FFD495-4582-45A1-BC91-705530047760}"/>
    <dgm:cxn modelId="{8CDD7B1E-5215-43A2-9F28-E88CAB593F37}" type="presOf" srcId="{F2A17C29-009B-4480-8A32-37BC99B407F2}" destId="{8A563414-7AD9-4B88-A873-B943290CB4D6}" srcOrd="1" destOrd="0" presId="urn:microsoft.com/office/officeart/2005/8/layout/process1"/>
    <dgm:cxn modelId="{0824C435-FD74-45D5-9A2A-E8B9CDF2DFF7}" type="presOf" srcId="{68BDA154-BFEB-46E6-BEE8-8F2F9CD55105}" destId="{5EED1DBE-0BA4-4B65-AF5A-769A02F4E756}" srcOrd="0" destOrd="0" presId="urn:microsoft.com/office/officeart/2005/8/layout/process1"/>
    <dgm:cxn modelId="{33DFF566-2465-4EAB-BF41-3540A484D19C}" type="presOf" srcId="{A2FFD495-4582-45A1-BC91-705530047760}" destId="{5BD4AC60-BA35-4EE1-964E-686D02796233}" srcOrd="1" destOrd="0" presId="urn:microsoft.com/office/officeart/2005/8/layout/process1"/>
    <dgm:cxn modelId="{16F53D4B-C4D9-4D87-A929-151A26ECB7BA}" srcId="{D8103A76-D9D1-4975-93D9-D9DB6F7A978E}" destId="{68BDA154-BFEB-46E6-BEE8-8F2F9CD55105}" srcOrd="1" destOrd="0" parTransId="{A0BF3AA7-1C4A-4FC6-84F3-C5D43406CE23}" sibTransId="{F2A17C29-009B-4480-8A32-37BC99B407F2}"/>
    <dgm:cxn modelId="{1D561A58-71BF-4249-B725-7AB8B3400714}" type="presOf" srcId="{411B9115-3BD8-42FF-B04B-4D2D418DF585}" destId="{4A0772F0-C54D-4300-AE61-A8B20C43829F}" srcOrd="1" destOrd="0" presId="urn:microsoft.com/office/officeart/2005/8/layout/process1"/>
    <dgm:cxn modelId="{582D8684-9A44-4D96-A8CB-33BAD879929A}" srcId="{D8103A76-D9D1-4975-93D9-D9DB6F7A978E}" destId="{F74A1C6C-F65D-47F2-ADC8-93CE00B534BB}" srcOrd="4" destOrd="0" parTransId="{6C3450A2-930C-46E3-B5EF-C92874736F16}" sibTransId="{DB9E2D33-AABD-4073-BA34-A451097E166A}"/>
    <dgm:cxn modelId="{B350C296-7DCD-4FF6-8401-5C99E04DF190}" type="presOf" srcId="{F2A17C29-009B-4480-8A32-37BC99B407F2}" destId="{F756F10B-CBE1-4848-B2C7-062F3ACC84CA}" srcOrd="0" destOrd="0" presId="urn:microsoft.com/office/officeart/2005/8/layout/process1"/>
    <dgm:cxn modelId="{FBACF19C-683A-4ECF-8C78-2F53FECEA0F9}" srcId="{D8103A76-D9D1-4975-93D9-D9DB6F7A978E}" destId="{93535CA3-8E4E-4C68-A216-1298D30354C7}" srcOrd="3" destOrd="0" parTransId="{E5B96038-236B-451C-8113-49BE663CD0C1}" sibTransId="{9483055A-8EEB-4191-AC97-F734E18D151D}"/>
    <dgm:cxn modelId="{05A681C6-8FE4-4594-8E8B-D5AFAF882995}" type="presOf" srcId="{F74A1C6C-F65D-47F2-ADC8-93CE00B534BB}" destId="{5AA0AB36-31E6-4AC4-94E5-25ACDAB97CD7}" srcOrd="0" destOrd="0" presId="urn:microsoft.com/office/officeart/2005/8/layout/process1"/>
    <dgm:cxn modelId="{5DA0BEE0-C1C4-4CCB-9EE3-C2363F1893E1}" type="presOf" srcId="{A2FFD495-4582-45A1-BC91-705530047760}" destId="{6A9AF9A7-08AC-4EBB-934D-F708CD3C92B7}" srcOrd="0" destOrd="0" presId="urn:microsoft.com/office/officeart/2005/8/layout/process1"/>
    <dgm:cxn modelId="{B23388E8-5ECF-4139-B31F-2AEE15E2B6B5}" srcId="{D8103A76-D9D1-4975-93D9-D9DB6F7A978E}" destId="{29F03AC3-06BE-49BF-B59B-6C714818996D}" srcOrd="0" destOrd="0" parTransId="{9F49785A-31E4-460D-8698-5EBDB748FD60}" sibTransId="{411B9115-3BD8-42FF-B04B-4D2D418DF585}"/>
    <dgm:cxn modelId="{61CCB1E9-BB73-41B5-87B8-98EC5EAE4A50}" type="presOf" srcId="{93535CA3-8E4E-4C68-A216-1298D30354C7}" destId="{DF227C00-1374-40DA-AADA-FE7D07B3E881}" srcOrd="0" destOrd="0" presId="urn:microsoft.com/office/officeart/2005/8/layout/process1"/>
    <dgm:cxn modelId="{C393DCF4-68A2-49DF-92E4-D43C908B3F63}" type="presOf" srcId="{9483055A-8EEB-4191-AC97-F734E18D151D}" destId="{AD565495-D18F-4A8C-9299-04BAA35F82FB}" srcOrd="1" destOrd="0" presId="urn:microsoft.com/office/officeart/2005/8/layout/process1"/>
    <dgm:cxn modelId="{144771FB-3C1E-4880-A9E4-4350C636630A}" type="presOf" srcId="{F49D79F9-D1F9-4DB0-AA30-940E9698CD85}" destId="{453B0BD3-BB78-4EF4-8C6E-6805561F2F28}" srcOrd="0" destOrd="0" presId="urn:microsoft.com/office/officeart/2005/8/layout/process1"/>
    <dgm:cxn modelId="{CD91AAF3-81CC-4CB4-967D-98B51F8FD155}" type="presParOf" srcId="{9A46751B-FC20-4E6A-A344-2172B29125FF}" destId="{09CE4735-CFD0-4E60-8BA3-8595F9C25A00}" srcOrd="0" destOrd="0" presId="urn:microsoft.com/office/officeart/2005/8/layout/process1"/>
    <dgm:cxn modelId="{AE166BFE-847A-4914-A991-EE01ABE6BC0A}" type="presParOf" srcId="{9A46751B-FC20-4E6A-A344-2172B29125FF}" destId="{9FC757E6-BD8D-4D15-9F78-E678A2C58CB4}" srcOrd="1" destOrd="0" presId="urn:microsoft.com/office/officeart/2005/8/layout/process1"/>
    <dgm:cxn modelId="{610214B6-FC5B-4615-9650-551941386A81}" type="presParOf" srcId="{9FC757E6-BD8D-4D15-9F78-E678A2C58CB4}" destId="{4A0772F0-C54D-4300-AE61-A8B20C43829F}" srcOrd="0" destOrd="0" presId="urn:microsoft.com/office/officeart/2005/8/layout/process1"/>
    <dgm:cxn modelId="{0A3894AE-CC22-4E9D-AFFA-A049BCCC25C5}" type="presParOf" srcId="{9A46751B-FC20-4E6A-A344-2172B29125FF}" destId="{5EED1DBE-0BA4-4B65-AF5A-769A02F4E756}" srcOrd="2" destOrd="0" presId="urn:microsoft.com/office/officeart/2005/8/layout/process1"/>
    <dgm:cxn modelId="{17A1970E-302B-4FB0-8839-7F86411145F4}" type="presParOf" srcId="{9A46751B-FC20-4E6A-A344-2172B29125FF}" destId="{F756F10B-CBE1-4848-B2C7-062F3ACC84CA}" srcOrd="3" destOrd="0" presId="urn:microsoft.com/office/officeart/2005/8/layout/process1"/>
    <dgm:cxn modelId="{FDB577E4-AD4F-468D-9DEE-592B6E3D2363}" type="presParOf" srcId="{F756F10B-CBE1-4848-B2C7-062F3ACC84CA}" destId="{8A563414-7AD9-4B88-A873-B943290CB4D6}" srcOrd="0" destOrd="0" presId="urn:microsoft.com/office/officeart/2005/8/layout/process1"/>
    <dgm:cxn modelId="{33255B81-A359-401D-B08E-D5C57AF5298D}" type="presParOf" srcId="{9A46751B-FC20-4E6A-A344-2172B29125FF}" destId="{453B0BD3-BB78-4EF4-8C6E-6805561F2F28}" srcOrd="4" destOrd="0" presId="urn:microsoft.com/office/officeart/2005/8/layout/process1"/>
    <dgm:cxn modelId="{12431C93-2F40-42F4-A4E3-EBEA71546888}" type="presParOf" srcId="{9A46751B-FC20-4E6A-A344-2172B29125FF}" destId="{6A9AF9A7-08AC-4EBB-934D-F708CD3C92B7}" srcOrd="5" destOrd="0" presId="urn:microsoft.com/office/officeart/2005/8/layout/process1"/>
    <dgm:cxn modelId="{27024B39-867D-45C5-836E-2CC39F0593EA}" type="presParOf" srcId="{6A9AF9A7-08AC-4EBB-934D-F708CD3C92B7}" destId="{5BD4AC60-BA35-4EE1-964E-686D02796233}" srcOrd="0" destOrd="0" presId="urn:microsoft.com/office/officeart/2005/8/layout/process1"/>
    <dgm:cxn modelId="{DBCEE41B-6A96-4703-BA1D-574280D83B81}" type="presParOf" srcId="{9A46751B-FC20-4E6A-A344-2172B29125FF}" destId="{DF227C00-1374-40DA-AADA-FE7D07B3E881}" srcOrd="6" destOrd="0" presId="urn:microsoft.com/office/officeart/2005/8/layout/process1"/>
    <dgm:cxn modelId="{518002E1-E0BF-4BE7-A102-1E7BC3BAF53C}" type="presParOf" srcId="{9A46751B-FC20-4E6A-A344-2172B29125FF}" destId="{DF583930-8CA5-4976-9CF5-51844FFDFF36}" srcOrd="7" destOrd="0" presId="urn:microsoft.com/office/officeart/2005/8/layout/process1"/>
    <dgm:cxn modelId="{771E186B-6C20-49D0-BA36-AB029A8F7CDC}" type="presParOf" srcId="{DF583930-8CA5-4976-9CF5-51844FFDFF36}" destId="{AD565495-D18F-4A8C-9299-04BAA35F82FB}" srcOrd="0" destOrd="0" presId="urn:microsoft.com/office/officeart/2005/8/layout/process1"/>
    <dgm:cxn modelId="{69A01666-8AFA-4EA8-9E93-571A245A7465}" type="presParOf" srcId="{9A46751B-FC20-4E6A-A344-2172B29125FF}" destId="{5AA0AB36-31E6-4AC4-94E5-25ACDAB97CD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103A76-D9D1-4975-93D9-D9DB6F7A978E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AD816315-533E-4505-94C6-A0886F27B5BA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800" dirty="0"/>
            <a:t>Define research questions</a:t>
          </a:r>
        </a:p>
      </dgm:t>
    </dgm:pt>
    <dgm:pt modelId="{495F338C-B96A-4958-A566-458E3F88EED8}" type="sibTrans" cxnId="{CC3A0363-0E41-4728-8674-3A2F201FDACC}">
      <dgm:prSet custT="1"/>
      <dgm:spPr/>
      <dgm:t>
        <a:bodyPr/>
        <a:lstStyle/>
        <a:p>
          <a:endParaRPr lang="de-AT" sz="1400" dirty="0"/>
        </a:p>
      </dgm:t>
    </dgm:pt>
    <dgm:pt modelId="{70F5AD27-46FC-49ED-ABC5-784AB9DDCD24}" type="parTrans" cxnId="{CC3A0363-0E41-4728-8674-3A2F201FDACC}">
      <dgm:prSet/>
      <dgm:spPr/>
      <dgm:t>
        <a:bodyPr/>
        <a:lstStyle/>
        <a:p>
          <a:endParaRPr lang="de-AT" sz="4000"/>
        </a:p>
      </dgm:t>
    </dgm:pt>
    <dgm:pt modelId="{992842F5-C66D-4F6E-84A0-E6C4A6B0528A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800" dirty="0"/>
            <a:t>Data </a:t>
          </a:r>
          <a:r>
            <a:rPr lang="en-GB" sz="1800" dirty="0" err="1"/>
            <a:t>acqui-sition</a:t>
          </a:r>
          <a:endParaRPr lang="en-GB" sz="1800" dirty="0"/>
        </a:p>
      </dgm:t>
    </dgm:pt>
    <dgm:pt modelId="{5409D866-1C31-46ED-93D8-A006206E560E}" type="sibTrans" cxnId="{88F73EE0-A05F-4815-8199-5CDE3214376F}">
      <dgm:prSet custT="1"/>
      <dgm:spPr/>
      <dgm:t>
        <a:bodyPr/>
        <a:lstStyle/>
        <a:p>
          <a:endParaRPr lang="de-AT" sz="1400" dirty="0"/>
        </a:p>
      </dgm:t>
    </dgm:pt>
    <dgm:pt modelId="{000BCA1E-D8C4-4231-A270-3E17CC53A9A3}" type="parTrans" cxnId="{88F73EE0-A05F-4815-8199-5CDE3214376F}">
      <dgm:prSet/>
      <dgm:spPr/>
      <dgm:t>
        <a:bodyPr/>
        <a:lstStyle/>
        <a:p>
          <a:endParaRPr lang="de-AT" sz="4000"/>
        </a:p>
      </dgm:t>
    </dgm:pt>
    <dgm:pt modelId="{F65907C2-CA49-4561-9503-68CF2DE180F6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1800" dirty="0"/>
            <a:t>Import data</a:t>
          </a:r>
        </a:p>
      </dgm:t>
    </dgm:pt>
    <dgm:pt modelId="{DB7561AA-D049-45C5-8227-8D937A3C0877}" type="sibTrans" cxnId="{8D7F0B79-9A15-4B27-B7D0-E9EE5F7F5793}">
      <dgm:prSet custT="1"/>
      <dgm:spPr/>
      <dgm:t>
        <a:bodyPr/>
        <a:lstStyle/>
        <a:p>
          <a:endParaRPr lang="de-AT" sz="1400" dirty="0"/>
        </a:p>
      </dgm:t>
    </dgm:pt>
    <dgm:pt modelId="{FF48E334-DB7C-4976-BDCF-2451CB95120F}" type="parTrans" cxnId="{8D7F0B79-9A15-4B27-B7D0-E9EE5F7F5793}">
      <dgm:prSet/>
      <dgm:spPr/>
      <dgm:t>
        <a:bodyPr/>
        <a:lstStyle/>
        <a:p>
          <a:endParaRPr lang="de-AT" sz="4000"/>
        </a:p>
      </dgm:t>
    </dgm:pt>
    <dgm:pt modelId="{FCA8AA5D-C2FC-404A-ADEF-CB270465EBBC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1800" dirty="0"/>
            <a:t>Explore &amp; validate data</a:t>
          </a:r>
        </a:p>
      </dgm:t>
    </dgm:pt>
    <dgm:pt modelId="{9CAA6400-B1D1-4B19-9A33-D67920AE6CAC}" type="sibTrans" cxnId="{18225CE1-C6C2-42F5-840F-5293D90E756E}">
      <dgm:prSet custT="1"/>
      <dgm:spPr/>
      <dgm:t>
        <a:bodyPr/>
        <a:lstStyle/>
        <a:p>
          <a:endParaRPr lang="de-AT" sz="1400" dirty="0"/>
        </a:p>
      </dgm:t>
    </dgm:pt>
    <dgm:pt modelId="{D824AFC2-2288-4D0D-844C-EC0F550F6DB6}" type="parTrans" cxnId="{18225CE1-C6C2-42F5-840F-5293D90E756E}">
      <dgm:prSet/>
      <dgm:spPr/>
      <dgm:t>
        <a:bodyPr/>
        <a:lstStyle/>
        <a:p>
          <a:endParaRPr lang="de-AT" sz="4000"/>
        </a:p>
      </dgm:t>
    </dgm:pt>
    <dgm:pt modelId="{20C3C2D2-6ECD-47B5-A7B8-15F4718116D4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1800" dirty="0"/>
            <a:t>Modify data</a:t>
          </a:r>
        </a:p>
      </dgm:t>
    </dgm:pt>
    <dgm:pt modelId="{5D74A0C1-8B85-4F8B-B2C4-2E90AA7A1787}" type="sibTrans" cxnId="{B8941292-0CA8-44DA-8C7B-81447657FD67}">
      <dgm:prSet/>
      <dgm:spPr/>
      <dgm:t>
        <a:bodyPr/>
        <a:lstStyle/>
        <a:p>
          <a:endParaRPr lang="de-AT" sz="4000"/>
        </a:p>
      </dgm:t>
    </dgm:pt>
    <dgm:pt modelId="{752CCD59-44C6-479C-AC1C-6576DC417144}" type="parTrans" cxnId="{B8941292-0CA8-44DA-8C7B-81447657FD67}">
      <dgm:prSet/>
      <dgm:spPr/>
      <dgm:t>
        <a:bodyPr/>
        <a:lstStyle/>
        <a:p>
          <a:endParaRPr lang="de-AT" sz="4000"/>
        </a:p>
      </dgm:t>
    </dgm:pt>
    <dgm:pt modelId="{9A46751B-FC20-4E6A-A344-2172B29125FF}" type="pres">
      <dgm:prSet presAssocID="{D8103A76-D9D1-4975-93D9-D9DB6F7A978E}" presName="Name0" presStyleCnt="0">
        <dgm:presLayoutVars>
          <dgm:dir/>
          <dgm:resizeHandles val="exact"/>
        </dgm:presLayoutVars>
      </dgm:prSet>
      <dgm:spPr/>
    </dgm:pt>
    <dgm:pt modelId="{75A1DD85-D377-4B38-BEDB-6B35BDA44639}" type="pres">
      <dgm:prSet presAssocID="{AD816315-533E-4505-94C6-A0886F27B5BA}" presName="node" presStyleLbl="node1" presStyleIdx="0" presStyleCnt="5" custScaleX="154417">
        <dgm:presLayoutVars>
          <dgm:bulletEnabled val="1"/>
        </dgm:presLayoutVars>
      </dgm:prSet>
      <dgm:spPr/>
    </dgm:pt>
    <dgm:pt modelId="{B1788994-A8F9-41F5-8D6F-AB7020D5EF6F}" type="pres">
      <dgm:prSet presAssocID="{495F338C-B96A-4958-A566-458E3F88EED8}" presName="sibTrans" presStyleLbl="sibTrans2D1" presStyleIdx="0" presStyleCnt="4"/>
      <dgm:spPr/>
    </dgm:pt>
    <dgm:pt modelId="{CA9C0948-6994-4419-A72F-1D2F2CBA6C28}" type="pres">
      <dgm:prSet presAssocID="{495F338C-B96A-4958-A566-458E3F88EED8}" presName="connectorText" presStyleLbl="sibTrans2D1" presStyleIdx="0" presStyleCnt="4"/>
      <dgm:spPr/>
    </dgm:pt>
    <dgm:pt modelId="{AE91CE98-9D2A-49D3-946F-206ABA6C2DE3}" type="pres">
      <dgm:prSet presAssocID="{992842F5-C66D-4F6E-84A0-E6C4A6B0528A}" presName="node" presStyleLbl="node1" presStyleIdx="1" presStyleCnt="5">
        <dgm:presLayoutVars>
          <dgm:bulletEnabled val="1"/>
        </dgm:presLayoutVars>
      </dgm:prSet>
      <dgm:spPr/>
    </dgm:pt>
    <dgm:pt modelId="{6A840977-A864-4624-8AD5-E2DB19433E76}" type="pres">
      <dgm:prSet presAssocID="{5409D866-1C31-46ED-93D8-A006206E560E}" presName="sibTrans" presStyleLbl="sibTrans2D1" presStyleIdx="1" presStyleCnt="4"/>
      <dgm:spPr/>
    </dgm:pt>
    <dgm:pt modelId="{F8A99B90-D9BD-40A5-8ED7-D59684D90047}" type="pres">
      <dgm:prSet presAssocID="{5409D866-1C31-46ED-93D8-A006206E560E}" presName="connectorText" presStyleLbl="sibTrans2D1" presStyleIdx="1" presStyleCnt="4"/>
      <dgm:spPr/>
    </dgm:pt>
    <dgm:pt modelId="{BF01A06A-00B0-497A-A4F1-CD0FE8378C0F}" type="pres">
      <dgm:prSet presAssocID="{F65907C2-CA49-4561-9503-68CF2DE180F6}" presName="node" presStyleLbl="node1" presStyleIdx="2" presStyleCnt="5">
        <dgm:presLayoutVars>
          <dgm:bulletEnabled val="1"/>
        </dgm:presLayoutVars>
      </dgm:prSet>
      <dgm:spPr/>
    </dgm:pt>
    <dgm:pt modelId="{8394E310-8F72-4A93-BA28-70BE4CC307C4}" type="pres">
      <dgm:prSet presAssocID="{DB7561AA-D049-45C5-8227-8D937A3C0877}" presName="sibTrans" presStyleLbl="sibTrans2D1" presStyleIdx="2" presStyleCnt="4"/>
      <dgm:spPr/>
    </dgm:pt>
    <dgm:pt modelId="{A096BCF2-D843-4A82-A54C-D951B6EB2F1B}" type="pres">
      <dgm:prSet presAssocID="{DB7561AA-D049-45C5-8227-8D937A3C0877}" presName="connectorText" presStyleLbl="sibTrans2D1" presStyleIdx="2" presStyleCnt="4"/>
      <dgm:spPr/>
    </dgm:pt>
    <dgm:pt modelId="{63369FD1-71EC-4E7B-9E0A-9CFCA4038F69}" type="pres">
      <dgm:prSet presAssocID="{FCA8AA5D-C2FC-404A-ADEF-CB270465EBBC}" presName="node" presStyleLbl="node1" presStyleIdx="3" presStyleCnt="5" custScaleX="117804">
        <dgm:presLayoutVars>
          <dgm:bulletEnabled val="1"/>
        </dgm:presLayoutVars>
      </dgm:prSet>
      <dgm:spPr/>
    </dgm:pt>
    <dgm:pt modelId="{E9B1F861-5AE8-4997-924C-1B0462D8D388}" type="pres">
      <dgm:prSet presAssocID="{9CAA6400-B1D1-4B19-9A33-D67920AE6CAC}" presName="sibTrans" presStyleLbl="sibTrans2D1" presStyleIdx="3" presStyleCnt="4"/>
      <dgm:spPr/>
    </dgm:pt>
    <dgm:pt modelId="{F090BC86-1DC4-4294-AB80-E90E45ABE8E2}" type="pres">
      <dgm:prSet presAssocID="{9CAA6400-B1D1-4B19-9A33-D67920AE6CAC}" presName="connectorText" presStyleLbl="sibTrans2D1" presStyleIdx="3" presStyleCnt="4"/>
      <dgm:spPr/>
    </dgm:pt>
    <dgm:pt modelId="{0664E7A5-DADB-44A2-ADA8-E7389A6421F0}" type="pres">
      <dgm:prSet presAssocID="{20C3C2D2-6ECD-47B5-A7B8-15F4718116D4}" presName="node" presStyleLbl="node1" presStyleIdx="4" presStyleCnt="5">
        <dgm:presLayoutVars>
          <dgm:bulletEnabled val="1"/>
        </dgm:presLayoutVars>
      </dgm:prSet>
      <dgm:spPr/>
    </dgm:pt>
  </dgm:ptLst>
  <dgm:cxnLst>
    <dgm:cxn modelId="{9C2EC800-0403-461C-A90B-F0930FF75732}" type="presOf" srcId="{D8103A76-D9D1-4975-93D9-D9DB6F7A978E}" destId="{9A46751B-FC20-4E6A-A344-2172B29125FF}" srcOrd="0" destOrd="0" presId="urn:microsoft.com/office/officeart/2005/8/layout/process1"/>
    <dgm:cxn modelId="{927D3901-C1FB-4265-9712-F7F29AB19F6C}" type="presOf" srcId="{5409D866-1C31-46ED-93D8-A006206E560E}" destId="{F8A99B90-D9BD-40A5-8ED7-D59684D90047}" srcOrd="1" destOrd="0" presId="urn:microsoft.com/office/officeart/2005/8/layout/process1"/>
    <dgm:cxn modelId="{79EC881D-80A3-4625-BD22-3DC7D25EA24C}" type="presOf" srcId="{495F338C-B96A-4958-A566-458E3F88EED8}" destId="{CA9C0948-6994-4419-A72F-1D2F2CBA6C28}" srcOrd="1" destOrd="0" presId="urn:microsoft.com/office/officeart/2005/8/layout/process1"/>
    <dgm:cxn modelId="{847FEE2C-C41C-4641-871B-7F2B89C19CC1}" type="presOf" srcId="{F65907C2-CA49-4561-9503-68CF2DE180F6}" destId="{BF01A06A-00B0-497A-A4F1-CD0FE8378C0F}" srcOrd="0" destOrd="0" presId="urn:microsoft.com/office/officeart/2005/8/layout/process1"/>
    <dgm:cxn modelId="{FAC6472E-03B8-4D05-AF44-0D93E00C6C9A}" type="presOf" srcId="{DB7561AA-D049-45C5-8227-8D937A3C0877}" destId="{A096BCF2-D843-4A82-A54C-D951B6EB2F1B}" srcOrd="1" destOrd="0" presId="urn:microsoft.com/office/officeart/2005/8/layout/process1"/>
    <dgm:cxn modelId="{D0097038-1116-4636-B0F7-6BDAE1ACBCD9}" type="presOf" srcId="{DB7561AA-D049-45C5-8227-8D937A3C0877}" destId="{8394E310-8F72-4A93-BA28-70BE4CC307C4}" srcOrd="0" destOrd="0" presId="urn:microsoft.com/office/officeart/2005/8/layout/process1"/>
    <dgm:cxn modelId="{CC3A0363-0E41-4728-8674-3A2F201FDACC}" srcId="{D8103A76-D9D1-4975-93D9-D9DB6F7A978E}" destId="{AD816315-533E-4505-94C6-A0886F27B5BA}" srcOrd="0" destOrd="0" parTransId="{70F5AD27-46FC-49ED-ABC5-784AB9DDCD24}" sibTransId="{495F338C-B96A-4958-A566-458E3F88EED8}"/>
    <dgm:cxn modelId="{8C9CCE69-CAB6-429E-AE96-DB7B379AC056}" type="presOf" srcId="{5409D866-1C31-46ED-93D8-A006206E560E}" destId="{6A840977-A864-4624-8AD5-E2DB19433E76}" srcOrd="0" destOrd="0" presId="urn:microsoft.com/office/officeart/2005/8/layout/process1"/>
    <dgm:cxn modelId="{0D2BBB4A-F89F-4B39-BFBA-6593F3B0E167}" type="presOf" srcId="{495F338C-B96A-4958-A566-458E3F88EED8}" destId="{B1788994-A8F9-41F5-8D6F-AB7020D5EF6F}" srcOrd="0" destOrd="0" presId="urn:microsoft.com/office/officeart/2005/8/layout/process1"/>
    <dgm:cxn modelId="{8D7F0B79-9A15-4B27-B7D0-E9EE5F7F5793}" srcId="{D8103A76-D9D1-4975-93D9-D9DB6F7A978E}" destId="{F65907C2-CA49-4561-9503-68CF2DE180F6}" srcOrd="2" destOrd="0" parTransId="{FF48E334-DB7C-4976-BDCF-2451CB95120F}" sibTransId="{DB7561AA-D049-45C5-8227-8D937A3C0877}"/>
    <dgm:cxn modelId="{D287B27C-3CC1-454B-9F86-A5019FEF9C27}" type="presOf" srcId="{FCA8AA5D-C2FC-404A-ADEF-CB270465EBBC}" destId="{63369FD1-71EC-4E7B-9E0A-9CFCA4038F69}" srcOrd="0" destOrd="0" presId="urn:microsoft.com/office/officeart/2005/8/layout/process1"/>
    <dgm:cxn modelId="{95DD7F8C-196D-4595-B20A-D2927E18E83F}" type="presOf" srcId="{9CAA6400-B1D1-4B19-9A33-D67920AE6CAC}" destId="{E9B1F861-5AE8-4997-924C-1B0462D8D388}" srcOrd="0" destOrd="0" presId="urn:microsoft.com/office/officeart/2005/8/layout/process1"/>
    <dgm:cxn modelId="{B8941292-0CA8-44DA-8C7B-81447657FD67}" srcId="{D8103A76-D9D1-4975-93D9-D9DB6F7A978E}" destId="{20C3C2D2-6ECD-47B5-A7B8-15F4718116D4}" srcOrd="4" destOrd="0" parTransId="{752CCD59-44C6-479C-AC1C-6576DC417144}" sibTransId="{5D74A0C1-8B85-4F8B-B2C4-2E90AA7A1787}"/>
    <dgm:cxn modelId="{9F303992-4227-4D7E-AC72-066DF2953F3E}" type="presOf" srcId="{992842F5-C66D-4F6E-84A0-E6C4A6B0528A}" destId="{AE91CE98-9D2A-49D3-946F-206ABA6C2DE3}" srcOrd="0" destOrd="0" presId="urn:microsoft.com/office/officeart/2005/8/layout/process1"/>
    <dgm:cxn modelId="{B70CE1AC-DDAD-424F-B024-574570E9FB55}" type="presOf" srcId="{20C3C2D2-6ECD-47B5-A7B8-15F4718116D4}" destId="{0664E7A5-DADB-44A2-ADA8-E7389A6421F0}" srcOrd="0" destOrd="0" presId="urn:microsoft.com/office/officeart/2005/8/layout/process1"/>
    <dgm:cxn modelId="{925F0DC3-088C-4865-8938-FB443692741C}" type="presOf" srcId="{9CAA6400-B1D1-4B19-9A33-D67920AE6CAC}" destId="{F090BC86-1DC4-4294-AB80-E90E45ABE8E2}" srcOrd="1" destOrd="0" presId="urn:microsoft.com/office/officeart/2005/8/layout/process1"/>
    <dgm:cxn modelId="{7292D6DB-AB7D-4289-AD4F-D4355E638AF5}" type="presOf" srcId="{AD816315-533E-4505-94C6-A0886F27B5BA}" destId="{75A1DD85-D377-4B38-BEDB-6B35BDA44639}" srcOrd="0" destOrd="0" presId="urn:microsoft.com/office/officeart/2005/8/layout/process1"/>
    <dgm:cxn modelId="{88F73EE0-A05F-4815-8199-5CDE3214376F}" srcId="{D8103A76-D9D1-4975-93D9-D9DB6F7A978E}" destId="{992842F5-C66D-4F6E-84A0-E6C4A6B0528A}" srcOrd="1" destOrd="0" parTransId="{000BCA1E-D8C4-4231-A270-3E17CC53A9A3}" sibTransId="{5409D866-1C31-46ED-93D8-A006206E560E}"/>
    <dgm:cxn modelId="{18225CE1-C6C2-42F5-840F-5293D90E756E}" srcId="{D8103A76-D9D1-4975-93D9-D9DB6F7A978E}" destId="{FCA8AA5D-C2FC-404A-ADEF-CB270465EBBC}" srcOrd="3" destOrd="0" parTransId="{D824AFC2-2288-4D0D-844C-EC0F550F6DB6}" sibTransId="{9CAA6400-B1D1-4B19-9A33-D67920AE6CAC}"/>
    <dgm:cxn modelId="{8F4085D0-CA71-4BCF-A3B7-2BD9EE8273D3}" type="presParOf" srcId="{9A46751B-FC20-4E6A-A344-2172B29125FF}" destId="{75A1DD85-D377-4B38-BEDB-6B35BDA44639}" srcOrd="0" destOrd="0" presId="urn:microsoft.com/office/officeart/2005/8/layout/process1"/>
    <dgm:cxn modelId="{20EA9802-B361-481D-9B17-2EE8BBABA001}" type="presParOf" srcId="{9A46751B-FC20-4E6A-A344-2172B29125FF}" destId="{B1788994-A8F9-41F5-8D6F-AB7020D5EF6F}" srcOrd="1" destOrd="0" presId="urn:microsoft.com/office/officeart/2005/8/layout/process1"/>
    <dgm:cxn modelId="{441576F2-17FB-4562-A610-267DB9C488FF}" type="presParOf" srcId="{B1788994-A8F9-41F5-8D6F-AB7020D5EF6F}" destId="{CA9C0948-6994-4419-A72F-1D2F2CBA6C28}" srcOrd="0" destOrd="0" presId="urn:microsoft.com/office/officeart/2005/8/layout/process1"/>
    <dgm:cxn modelId="{0B372DCA-9D15-4215-BD10-E80D892BC3A1}" type="presParOf" srcId="{9A46751B-FC20-4E6A-A344-2172B29125FF}" destId="{AE91CE98-9D2A-49D3-946F-206ABA6C2DE3}" srcOrd="2" destOrd="0" presId="urn:microsoft.com/office/officeart/2005/8/layout/process1"/>
    <dgm:cxn modelId="{901FD173-172A-4CBD-87F3-4B01388DF198}" type="presParOf" srcId="{9A46751B-FC20-4E6A-A344-2172B29125FF}" destId="{6A840977-A864-4624-8AD5-E2DB19433E76}" srcOrd="3" destOrd="0" presId="urn:microsoft.com/office/officeart/2005/8/layout/process1"/>
    <dgm:cxn modelId="{B0D12C38-F350-4CB9-AA25-F2B3CA692B5F}" type="presParOf" srcId="{6A840977-A864-4624-8AD5-E2DB19433E76}" destId="{F8A99B90-D9BD-40A5-8ED7-D59684D90047}" srcOrd="0" destOrd="0" presId="urn:microsoft.com/office/officeart/2005/8/layout/process1"/>
    <dgm:cxn modelId="{9F709313-E8F0-4186-B73D-637AEFEC47FE}" type="presParOf" srcId="{9A46751B-FC20-4E6A-A344-2172B29125FF}" destId="{BF01A06A-00B0-497A-A4F1-CD0FE8378C0F}" srcOrd="4" destOrd="0" presId="urn:microsoft.com/office/officeart/2005/8/layout/process1"/>
    <dgm:cxn modelId="{B47BED5E-7B9C-4019-B406-A9D5039BA079}" type="presParOf" srcId="{9A46751B-FC20-4E6A-A344-2172B29125FF}" destId="{8394E310-8F72-4A93-BA28-70BE4CC307C4}" srcOrd="5" destOrd="0" presId="urn:microsoft.com/office/officeart/2005/8/layout/process1"/>
    <dgm:cxn modelId="{F57C8CAD-47C9-4ACA-9E05-2F5A48D3A10E}" type="presParOf" srcId="{8394E310-8F72-4A93-BA28-70BE4CC307C4}" destId="{A096BCF2-D843-4A82-A54C-D951B6EB2F1B}" srcOrd="0" destOrd="0" presId="urn:microsoft.com/office/officeart/2005/8/layout/process1"/>
    <dgm:cxn modelId="{F1F5037E-F27A-49FF-BF74-45CB59452757}" type="presParOf" srcId="{9A46751B-FC20-4E6A-A344-2172B29125FF}" destId="{63369FD1-71EC-4E7B-9E0A-9CFCA4038F69}" srcOrd="6" destOrd="0" presId="urn:microsoft.com/office/officeart/2005/8/layout/process1"/>
    <dgm:cxn modelId="{62D630C9-DEED-4A73-A661-9AFB7593ECC1}" type="presParOf" srcId="{9A46751B-FC20-4E6A-A344-2172B29125FF}" destId="{E9B1F861-5AE8-4997-924C-1B0462D8D388}" srcOrd="7" destOrd="0" presId="urn:microsoft.com/office/officeart/2005/8/layout/process1"/>
    <dgm:cxn modelId="{1BC83B5F-24CA-4EB9-8F93-B408FAF24FB2}" type="presParOf" srcId="{E9B1F861-5AE8-4997-924C-1B0462D8D388}" destId="{F090BC86-1DC4-4294-AB80-E90E45ABE8E2}" srcOrd="0" destOrd="0" presId="urn:microsoft.com/office/officeart/2005/8/layout/process1"/>
    <dgm:cxn modelId="{80238FE7-25C8-447C-A640-B97C5805A264}" type="presParOf" srcId="{9A46751B-FC20-4E6A-A344-2172B29125FF}" destId="{0664E7A5-DADB-44A2-ADA8-E7389A6421F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E4735-CFD0-4E60-8BA3-8595F9C25A00}">
      <dsp:nvSpPr>
        <dsp:cNvPr id="0" name=""/>
        <dsp:cNvSpPr/>
      </dsp:nvSpPr>
      <dsp:spPr>
        <a:xfrm>
          <a:off x="6287" y="455725"/>
          <a:ext cx="1267307" cy="76038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Model data</a:t>
          </a:r>
        </a:p>
      </dsp:txBody>
      <dsp:txXfrm>
        <a:off x="28558" y="477996"/>
        <a:ext cx="1222765" cy="715842"/>
      </dsp:txXfrm>
    </dsp:sp>
    <dsp:sp modelId="{9FC757E6-BD8D-4D15-9F78-E678A2C58CB4}">
      <dsp:nvSpPr>
        <dsp:cNvPr id="0" name=""/>
        <dsp:cNvSpPr/>
      </dsp:nvSpPr>
      <dsp:spPr>
        <a:xfrm>
          <a:off x="1400325" y="678771"/>
          <a:ext cx="268669" cy="314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1400325" y="741629"/>
        <a:ext cx="188068" cy="188576"/>
      </dsp:txXfrm>
    </dsp:sp>
    <dsp:sp modelId="{5EED1DBE-0BA4-4B65-AF5A-769A02F4E756}">
      <dsp:nvSpPr>
        <dsp:cNvPr id="0" name=""/>
        <dsp:cNvSpPr/>
      </dsp:nvSpPr>
      <dsp:spPr>
        <a:xfrm>
          <a:off x="1780517" y="455725"/>
          <a:ext cx="1267307" cy="76038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Validate models</a:t>
          </a:r>
        </a:p>
      </dsp:txBody>
      <dsp:txXfrm>
        <a:off x="1802788" y="477996"/>
        <a:ext cx="1222765" cy="715842"/>
      </dsp:txXfrm>
    </dsp:sp>
    <dsp:sp modelId="{F756F10B-CBE1-4848-B2C7-062F3ACC84CA}">
      <dsp:nvSpPr>
        <dsp:cNvPr id="0" name=""/>
        <dsp:cNvSpPr/>
      </dsp:nvSpPr>
      <dsp:spPr>
        <a:xfrm>
          <a:off x="3174555" y="678771"/>
          <a:ext cx="268669" cy="314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3174555" y="741629"/>
        <a:ext cx="188068" cy="188576"/>
      </dsp:txXfrm>
    </dsp:sp>
    <dsp:sp modelId="{453B0BD3-BB78-4EF4-8C6E-6805561F2F28}">
      <dsp:nvSpPr>
        <dsp:cNvPr id="0" name=""/>
        <dsp:cNvSpPr/>
      </dsp:nvSpPr>
      <dsp:spPr>
        <a:xfrm>
          <a:off x="3554747" y="455725"/>
          <a:ext cx="1267307" cy="76038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Evaluate</a:t>
          </a:r>
          <a:br>
            <a:rPr lang="en-GB" sz="2000" kern="1200" dirty="0"/>
          </a:br>
          <a:r>
            <a:rPr lang="en-GB" sz="2000" kern="1200" dirty="0"/>
            <a:t>models</a:t>
          </a:r>
        </a:p>
      </dsp:txBody>
      <dsp:txXfrm>
        <a:off x="3577018" y="477996"/>
        <a:ext cx="1222765" cy="715842"/>
      </dsp:txXfrm>
    </dsp:sp>
    <dsp:sp modelId="{6A9AF9A7-08AC-4EBB-934D-F708CD3C92B7}">
      <dsp:nvSpPr>
        <dsp:cNvPr id="0" name=""/>
        <dsp:cNvSpPr/>
      </dsp:nvSpPr>
      <dsp:spPr>
        <a:xfrm>
          <a:off x="4948785" y="678771"/>
          <a:ext cx="268669" cy="314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4948785" y="741629"/>
        <a:ext cx="188068" cy="188576"/>
      </dsp:txXfrm>
    </dsp:sp>
    <dsp:sp modelId="{DF227C00-1374-40DA-AADA-FE7D07B3E881}">
      <dsp:nvSpPr>
        <dsp:cNvPr id="0" name=""/>
        <dsp:cNvSpPr/>
      </dsp:nvSpPr>
      <dsp:spPr>
        <a:xfrm>
          <a:off x="5328977" y="455725"/>
          <a:ext cx="1365751" cy="760384"/>
        </a:xfrm>
        <a:prstGeom prst="roundRect">
          <a:avLst>
            <a:gd name="adj" fmla="val 10000"/>
          </a:avLst>
        </a:prstGeom>
        <a:solidFill>
          <a:srgbClr val="768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Documentation</a:t>
          </a:r>
        </a:p>
      </dsp:txBody>
      <dsp:txXfrm>
        <a:off x="5351248" y="477996"/>
        <a:ext cx="1321209" cy="715842"/>
      </dsp:txXfrm>
    </dsp:sp>
    <dsp:sp modelId="{DF583930-8CA5-4976-9CF5-51844FFDFF36}">
      <dsp:nvSpPr>
        <dsp:cNvPr id="0" name=""/>
        <dsp:cNvSpPr/>
      </dsp:nvSpPr>
      <dsp:spPr>
        <a:xfrm>
          <a:off x="6821459" y="678771"/>
          <a:ext cx="268669" cy="314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6821459" y="741629"/>
        <a:ext cx="188068" cy="188576"/>
      </dsp:txXfrm>
    </dsp:sp>
    <dsp:sp modelId="{5AA0AB36-31E6-4AC4-94E5-25ACDAB97CD7}">
      <dsp:nvSpPr>
        <dsp:cNvPr id="0" name=""/>
        <dsp:cNvSpPr/>
      </dsp:nvSpPr>
      <dsp:spPr>
        <a:xfrm>
          <a:off x="7201652" y="455725"/>
          <a:ext cx="1524773" cy="760384"/>
        </a:xfrm>
        <a:prstGeom prst="roundRect">
          <a:avLst>
            <a:gd name="adj" fmla="val 10000"/>
          </a:avLst>
        </a:prstGeom>
        <a:solidFill>
          <a:srgbClr val="768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Summarise findings</a:t>
          </a:r>
        </a:p>
      </dsp:txBody>
      <dsp:txXfrm>
        <a:off x="7223923" y="477996"/>
        <a:ext cx="1480231" cy="7158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1DD85-D377-4B38-BEDB-6B35BDA44639}">
      <dsp:nvSpPr>
        <dsp:cNvPr id="0" name=""/>
        <dsp:cNvSpPr/>
      </dsp:nvSpPr>
      <dsp:spPr>
        <a:xfrm>
          <a:off x="3075" y="361062"/>
          <a:ext cx="1840331" cy="9497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Define research questions</a:t>
          </a:r>
        </a:p>
      </dsp:txBody>
      <dsp:txXfrm>
        <a:off x="30891" y="388878"/>
        <a:ext cx="1784699" cy="894078"/>
      </dsp:txXfrm>
    </dsp:sp>
    <dsp:sp modelId="{B1788994-A8F9-41F5-8D6F-AB7020D5EF6F}">
      <dsp:nvSpPr>
        <dsp:cNvPr id="0" name=""/>
        <dsp:cNvSpPr/>
      </dsp:nvSpPr>
      <dsp:spPr>
        <a:xfrm>
          <a:off x="1962586" y="688135"/>
          <a:ext cx="252660" cy="295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1962586" y="747248"/>
        <a:ext cx="176862" cy="177338"/>
      </dsp:txXfrm>
    </dsp:sp>
    <dsp:sp modelId="{AE91CE98-9D2A-49D3-946F-206ABA6C2DE3}">
      <dsp:nvSpPr>
        <dsp:cNvPr id="0" name=""/>
        <dsp:cNvSpPr/>
      </dsp:nvSpPr>
      <dsp:spPr>
        <a:xfrm>
          <a:off x="2320124" y="361062"/>
          <a:ext cx="1191793" cy="9497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Data </a:t>
          </a:r>
          <a:r>
            <a:rPr lang="en-GB" sz="1800" kern="1200" dirty="0" err="1"/>
            <a:t>acqui-sition</a:t>
          </a:r>
          <a:endParaRPr lang="en-GB" sz="1800" kern="1200" dirty="0"/>
        </a:p>
      </dsp:txBody>
      <dsp:txXfrm>
        <a:off x="2347940" y="388878"/>
        <a:ext cx="1136161" cy="894078"/>
      </dsp:txXfrm>
    </dsp:sp>
    <dsp:sp modelId="{6A840977-A864-4624-8AD5-E2DB19433E76}">
      <dsp:nvSpPr>
        <dsp:cNvPr id="0" name=""/>
        <dsp:cNvSpPr/>
      </dsp:nvSpPr>
      <dsp:spPr>
        <a:xfrm>
          <a:off x="3631097" y="688135"/>
          <a:ext cx="252660" cy="295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3631097" y="747248"/>
        <a:ext cx="176862" cy="177338"/>
      </dsp:txXfrm>
    </dsp:sp>
    <dsp:sp modelId="{BF01A06A-00B0-497A-A4F1-CD0FE8378C0F}">
      <dsp:nvSpPr>
        <dsp:cNvPr id="0" name=""/>
        <dsp:cNvSpPr/>
      </dsp:nvSpPr>
      <dsp:spPr>
        <a:xfrm>
          <a:off x="3988635" y="361062"/>
          <a:ext cx="1191793" cy="9497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Import data</a:t>
          </a:r>
        </a:p>
      </dsp:txBody>
      <dsp:txXfrm>
        <a:off x="4016451" y="388878"/>
        <a:ext cx="1136161" cy="894078"/>
      </dsp:txXfrm>
    </dsp:sp>
    <dsp:sp modelId="{8394E310-8F72-4A93-BA28-70BE4CC307C4}">
      <dsp:nvSpPr>
        <dsp:cNvPr id="0" name=""/>
        <dsp:cNvSpPr/>
      </dsp:nvSpPr>
      <dsp:spPr>
        <a:xfrm>
          <a:off x="5299608" y="688135"/>
          <a:ext cx="252660" cy="295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5299608" y="747248"/>
        <a:ext cx="176862" cy="177338"/>
      </dsp:txXfrm>
    </dsp:sp>
    <dsp:sp modelId="{63369FD1-71EC-4E7B-9E0A-9CFCA4038F69}">
      <dsp:nvSpPr>
        <dsp:cNvPr id="0" name=""/>
        <dsp:cNvSpPr/>
      </dsp:nvSpPr>
      <dsp:spPr>
        <a:xfrm>
          <a:off x="5657146" y="361062"/>
          <a:ext cx="1403980" cy="9497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Explore &amp; validate data</a:t>
          </a:r>
        </a:p>
      </dsp:txBody>
      <dsp:txXfrm>
        <a:off x="5684962" y="388878"/>
        <a:ext cx="1348348" cy="894078"/>
      </dsp:txXfrm>
    </dsp:sp>
    <dsp:sp modelId="{E9B1F861-5AE8-4997-924C-1B0462D8D388}">
      <dsp:nvSpPr>
        <dsp:cNvPr id="0" name=""/>
        <dsp:cNvSpPr/>
      </dsp:nvSpPr>
      <dsp:spPr>
        <a:xfrm>
          <a:off x="7180306" y="688135"/>
          <a:ext cx="252660" cy="295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1400" kern="1200" dirty="0"/>
        </a:p>
      </dsp:txBody>
      <dsp:txXfrm>
        <a:off x="7180306" y="747248"/>
        <a:ext cx="176862" cy="177338"/>
      </dsp:txXfrm>
    </dsp:sp>
    <dsp:sp modelId="{0664E7A5-DADB-44A2-ADA8-E7389A6421F0}">
      <dsp:nvSpPr>
        <dsp:cNvPr id="0" name=""/>
        <dsp:cNvSpPr/>
      </dsp:nvSpPr>
      <dsp:spPr>
        <a:xfrm>
          <a:off x="7537844" y="361062"/>
          <a:ext cx="1191793" cy="9497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Modify data</a:t>
          </a:r>
        </a:p>
      </dsp:txBody>
      <dsp:txXfrm>
        <a:off x="7565660" y="388878"/>
        <a:ext cx="1136161" cy="894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15F8177-9F15-A215-F3C4-749F9F8A0E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7000" y="324000"/>
            <a:ext cx="2952000" cy="2160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3E3666-93B0-A358-FB9D-381E2C03CC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9423" y="8676000"/>
            <a:ext cx="5112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/>
            </a:lvl1pPr>
          </a:lstStyle>
          <a:p>
            <a:endParaRPr lang="de-DE" sz="8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1CD7CC-0A62-7BB1-722B-C6E491D370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61000" y="867600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/>
            </a:lvl1pPr>
          </a:lstStyle>
          <a:p>
            <a:fld id="{27294502-B475-4000-8BE3-099734D1677B}" type="slidenum">
              <a:rPr lang="de-DE" sz="800" smtClean="0"/>
              <a:t>‹#›</a:t>
            </a:fld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8229968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7000" y="324000"/>
            <a:ext cx="2952000" cy="216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828000"/>
            <a:ext cx="5903913" cy="3320951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9425" y="4428000"/>
            <a:ext cx="5903913" cy="4032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77000" y="8685213"/>
            <a:ext cx="5112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61000" y="8685213"/>
            <a:ext cx="7200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/>
            </a:lvl1pPr>
          </a:lstStyle>
          <a:p>
            <a:fld id="{160CD836-151D-406C-BB8C-1AD153EDB68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1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600"/>
      </a:spcBef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200"/>
      </a:spcBef>
      <a:defRPr sz="1400" b="1" kern="1200">
        <a:solidFill>
          <a:schemeClr val="tx1"/>
        </a:solidFill>
        <a:latin typeface="+mj-lt"/>
        <a:ea typeface="+mn-ea"/>
        <a:cs typeface="+mn-cs"/>
      </a:defRPr>
    </a:lvl2pPr>
    <a:lvl3pPr marL="144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88000" indent="-144000" algn="l" defTabSz="914400" rtl="0" eaLnBrk="1" latinLnBrk="0" hangingPunct="1">
      <a:lnSpc>
        <a:spcPct val="120000"/>
      </a:lnSpc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pos="302" userDrawn="1">
          <p15:clr>
            <a:srgbClr val="F26B43"/>
          </p15:clr>
        </p15:guide>
        <p15:guide id="3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CD836-151D-406C-BB8C-1AD153EDB684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831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11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87205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29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02611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Digression "Mode": the most frequent value </a:t>
            </a:r>
          </a:p>
          <a:p>
            <a:r>
              <a:rPr lang="en-US" dirty="0"/>
              <a:t>→ does not have to be unique // works across all scale levels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37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76844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38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4847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# Strategie 1: metrische Daten durch</a:t>
            </a:r>
            <a:r>
              <a:rPr lang="de-AT" baseline="0" dirty="0"/>
              <a:t> Klassifikation in </a:t>
            </a:r>
            <a:r>
              <a:rPr lang="de-AT" baseline="0" dirty="0" err="1"/>
              <a:t>ordinale</a:t>
            </a:r>
            <a:r>
              <a:rPr lang="de-AT" baseline="0" dirty="0"/>
              <a:t> Daten überführen → Informationsverlust</a:t>
            </a:r>
          </a:p>
          <a:p>
            <a:r>
              <a:rPr lang="de-AT" baseline="0" dirty="0"/>
              <a:t># Strategie 2: Eta → geht mit nominal und ordinalen unabhängigen Variablen</a:t>
            </a:r>
          </a:p>
          <a:p>
            <a:endParaRPr lang="de-AT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AT" baseline="0" dirty="0"/>
              <a:t>abhängig: zu erklärende Variable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AT" baseline="0" dirty="0"/>
              <a:t>Unabhängig: Erklärende Variable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48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42480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Type 1 Error: Rejecting a true null </a:t>
            </a:r>
            <a:r>
              <a:rPr lang="en-GB" dirty="0" err="1"/>
              <a:t>hyothesis</a:t>
            </a:r>
            <a:endParaRPr lang="en-GB" dirty="0"/>
          </a:p>
          <a:p>
            <a:r>
              <a:rPr lang="en-GB" dirty="0"/>
              <a:t>Type 2 Error: Not ejecting a false null hypothesis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CD836-151D-406C-BB8C-1AD153EDB684}" type="slidenum">
              <a:rPr lang="de-DE" smtClean="0"/>
              <a:pPr/>
              <a:t>55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0464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74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37866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75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54191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9425" y="828675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4760B-3763-4458-991D-CD3579C771E2}" type="slidenum">
              <a:rPr lang="de-AT" smtClean="0"/>
              <a:pPr/>
              <a:t>76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7244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imcfhkrems.sharepoint.com/sites/courseware?lvaid=74909#/studentsattendancecheck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Wassily-kandinsky-stars.jpg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Int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8F1F7F88-BAC0-9AE2-3D8F-85F032C6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76000" y="2088630"/>
            <a:ext cx="5040000" cy="26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39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| 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">
            <a:extLst>
              <a:ext uri="{FF2B5EF4-FFF2-40B4-BE49-F238E27FC236}">
                <a16:creationId xmlns:a16="http://schemas.microsoft.com/office/drawing/2014/main" id="{ED3CDC4F-05B1-B76F-5EA7-189E7169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 bwMode="gray">
          <a:xfrm>
            <a:off x="0" y="0"/>
            <a:ext cx="5880100" cy="6858000"/>
          </a:xfrm>
          <a:prstGeom prst="rect">
            <a:avLst/>
          </a:prstGeom>
          <a:solidFill>
            <a:srgbClr val="E4E7E9"/>
          </a:solidFill>
          <a:ln w="50800">
            <a:solidFill>
              <a:schemeClr val="bg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  <p:txBody>
          <a:bodyPr lIns="288000" tIns="0" rIns="288000" bIns="648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Bild durch Klick auf das Icon einfügen.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D1BDE9CD-498E-8C0C-DD46-31832628F3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invGray">
          <a:xfrm>
            <a:off x="6528000" y="2709000"/>
            <a:ext cx="4967326" cy="1440000"/>
          </a:xfrm>
        </p:spPr>
        <p:txBody>
          <a:bodyPr anchor="ctr">
            <a:noAutofit/>
          </a:bodyPr>
          <a:lstStyle>
            <a:lvl1pPr algn="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6BCC98A8-5053-B10A-35A9-DD68B5FBA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28000" y="4293000"/>
            <a:ext cx="4967326" cy="720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15" name="Textplatzhalter">
            <a:extLst>
              <a:ext uri="{FF2B5EF4-FFF2-40B4-BE49-F238E27FC236}">
                <a16:creationId xmlns:a16="http://schemas.microsoft.com/office/drawing/2014/main" id="{888E75FC-8DAA-C7C9-155B-D6FCAFE494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528674" y="6021000"/>
            <a:ext cx="496732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Kami Höferl</a:t>
            </a:r>
          </a:p>
        </p:txBody>
      </p:sp>
      <p:pic>
        <p:nvPicPr>
          <p:cNvPr id="7" name="Logo">
            <a:hlinkClick r:id="rId2"/>
            <a:extLst>
              <a:ext uri="{FF2B5EF4-FFF2-40B4-BE49-F238E27FC236}">
                <a16:creationId xmlns:a16="http://schemas.microsoft.com/office/drawing/2014/main" id="{DD57F011-932E-8635-AC0A-D3AEB599E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0344000" y="621001"/>
            <a:ext cx="1224000" cy="15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976" userDrawn="1">
          <p15:clr>
            <a:srgbClr val="FBAE40"/>
          </p15:clr>
        </p15:guide>
        <p15:guide id="3" pos="7242" userDrawn="1">
          <p15:clr>
            <a:srgbClr val="FBAE40"/>
          </p15:clr>
        </p15:guide>
        <p15:guide id="4" orient="horz" pos="197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renner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C95B4E-4D0C-D73A-1E99-7A95FDCB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662" y="1881000"/>
            <a:ext cx="5184675" cy="309600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2"/>
            </a:solidFill>
          </a:ln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2" name="Rechteck 1">
            <a:hlinkClick r:id="rId3"/>
            <a:extLst>
              <a:ext uri="{FF2B5EF4-FFF2-40B4-BE49-F238E27FC236}">
                <a16:creationId xmlns:a16="http://schemas.microsoft.com/office/drawing/2014/main" id="{0A87BDB0-34FB-C93D-D796-04726AAADE87}"/>
              </a:ext>
            </a:extLst>
          </p:cNvPr>
          <p:cNvSpPr/>
          <p:nvPr userDrawn="1"/>
        </p:nvSpPr>
        <p:spPr>
          <a:xfrm>
            <a:off x="296673" y="6560073"/>
            <a:ext cx="457200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/>
            <a:r>
              <a:rPr lang="de-AT" sz="700" dirty="0">
                <a:solidFill>
                  <a:prstClr val="black">
                    <a:lumMod val="50000"/>
                    <a:lumOff val="50000"/>
                  </a:prstClr>
                </a:solidFill>
                <a:cs typeface="Calibri" panose="020F0502020204030204" pitchFamily="34" charset="0"/>
              </a:rPr>
              <a:t>(Wassily K&amp;insky, CC0, Wikimedia)</a:t>
            </a:r>
          </a:p>
        </p:txBody>
      </p:sp>
    </p:spTree>
    <p:extLst>
      <p:ext uri="{BB962C8B-B14F-4D97-AF65-F5344CB8AC3E}">
        <p14:creationId xmlns:p14="http://schemas.microsoft.com/office/powerpoint/2010/main" val="143355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>
          <p15:clr>
            <a:srgbClr val="FBAE40"/>
          </p15:clr>
        </p15:guide>
        <p15:guide id="2" pos="5473">
          <p15:clr>
            <a:srgbClr val="FBAE40"/>
          </p15:clr>
        </p15:guide>
        <p15:guide id="3" pos="2207">
          <p15:clr>
            <a:srgbClr val="FBAE40"/>
          </p15:clr>
        </p15:guide>
        <p15:guide id="4" orient="horz" pos="2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itenzahl">
            <a:extLst>
              <a:ext uri="{FF2B5EF4-FFF2-40B4-BE49-F238E27FC236}">
                <a16:creationId xmlns:a16="http://schemas.microsoft.com/office/drawing/2014/main" id="{74D3227D-CF66-3BD2-DB96-30ED8B37AC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/>
          <a:p>
            <a:fld id="{D836C0FE-70CA-4950-82D6-CF602CC2B770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50745D7-A4C0-C2AF-8372-A7A8F52F8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6" y="549000"/>
            <a:ext cx="8928100" cy="792000"/>
          </a:xfrm>
        </p:spPr>
        <p:txBody>
          <a:bodyPr/>
          <a:lstStyle/>
          <a:p>
            <a:r>
              <a:rPr lang="de-DE" noProof="0"/>
              <a:t>Folientitel</a:t>
            </a:r>
            <a:endParaRPr lang="de-DE" noProof="0" dirty="0"/>
          </a:p>
        </p:txBody>
      </p:sp>
      <p:sp>
        <p:nvSpPr>
          <p:cNvPr id="3" name="Inhaltsplatzhalter">
            <a:extLst>
              <a:ext uri="{FF2B5EF4-FFF2-40B4-BE49-F238E27FC236}">
                <a16:creationId xmlns:a16="http://schemas.microsoft.com/office/drawing/2014/main" id="{30AF8B8C-65ED-A652-C3D6-15F54289CA2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95324" y="1628999"/>
            <a:ext cx="10800675" cy="4535265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de-DE" noProof="0" dirty="0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4" name="Datum">
            <a:extLst>
              <a:ext uri="{FF2B5EF4-FFF2-40B4-BE49-F238E27FC236}">
                <a16:creationId xmlns:a16="http://schemas.microsoft.com/office/drawing/2014/main" id="{ADA380CC-EB11-4907-814A-374A87380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188A2690-C068-BA18-C8A9-131C065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232414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062" userDrawn="1">
          <p15:clr>
            <a:srgbClr val="FBAE40"/>
          </p15:clr>
        </p15:guide>
        <p15:guide id="4" orient="horz" pos="38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Ein Inhalt mit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itenzahl">
            <a:extLst>
              <a:ext uri="{FF2B5EF4-FFF2-40B4-BE49-F238E27FC236}">
                <a16:creationId xmlns:a16="http://schemas.microsoft.com/office/drawing/2014/main" id="{EF1AFF7A-4585-76F7-733F-5E6531ECE8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/>
          <a:p>
            <a:fld id="{D836C0FE-70CA-4950-82D6-CF602CC2B770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59DF58D4-EDD5-F6A1-40AB-072664955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/>
              <a:t>Folientitel</a:t>
            </a:r>
            <a:endParaRPr lang="de-DE" dirty="0"/>
          </a:p>
        </p:txBody>
      </p:sp>
      <p:sp>
        <p:nvSpPr>
          <p:cNvPr id="3" name="Inhaltsplatzhalter 1">
            <a:extLst>
              <a:ext uri="{FF2B5EF4-FFF2-40B4-BE49-F238E27FC236}">
                <a16:creationId xmlns:a16="http://schemas.microsoft.com/office/drawing/2014/main" id="{E5E0B544-4A84-D596-5088-7E62DC3A72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95325" y="1845000"/>
            <a:ext cx="7056438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207B24-6E6F-3E0B-0B80-7991B818D74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8183562" y="1845000"/>
            <a:ext cx="3313113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 dirty="0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Datum">
            <a:extLst>
              <a:ext uri="{FF2B5EF4-FFF2-40B4-BE49-F238E27FC236}">
                <a16:creationId xmlns:a16="http://schemas.microsoft.com/office/drawing/2014/main" id="{E83F9E42-7406-F5E4-1F1F-65560C8C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6" name="Fußzeile">
            <a:extLst>
              <a:ext uri="{FF2B5EF4-FFF2-40B4-BE49-F238E27FC236}">
                <a16:creationId xmlns:a16="http://schemas.microsoft.com/office/drawing/2014/main" id="{851D40C1-7189-7EBF-D7A5-A84045DB9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177052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5155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4883" userDrawn="1">
          <p15:clr>
            <a:srgbClr val="FBAE40"/>
          </p15:clr>
        </p15:guide>
        <p15:guide id="5" orient="horz" pos="3883" userDrawn="1">
          <p15:clr>
            <a:srgbClr val="FBAE40"/>
          </p15:clr>
        </p15:guide>
        <p15:guide id="6" pos="72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itenzahl">
            <a:extLst>
              <a:ext uri="{FF2B5EF4-FFF2-40B4-BE49-F238E27FC236}">
                <a16:creationId xmlns:a16="http://schemas.microsoft.com/office/drawing/2014/main" id="{EF1AFF7A-4585-76F7-733F-5E6531ECE8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/>
          <a:p>
            <a:fld id="{D836C0FE-70CA-4950-82D6-CF602CC2B770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59DF58D4-EDD5-F6A1-40AB-072664955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/>
              <a:t>Folientitel</a:t>
            </a:r>
            <a:endParaRPr lang="de-DE" dirty="0"/>
          </a:p>
        </p:txBody>
      </p:sp>
      <p:sp>
        <p:nvSpPr>
          <p:cNvPr id="3" name="Inhaltsplatzhalter 1">
            <a:extLst>
              <a:ext uri="{FF2B5EF4-FFF2-40B4-BE49-F238E27FC236}">
                <a16:creationId xmlns:a16="http://schemas.microsoft.com/office/drawing/2014/main" id="{E5E0B544-4A84-D596-5088-7E62DC3A72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95325" y="1845000"/>
            <a:ext cx="5184775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207B24-6E6F-3E0B-0B80-7991B818D74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311900" y="1845000"/>
            <a:ext cx="5184775" cy="4320000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5" name="Datum">
            <a:extLst>
              <a:ext uri="{FF2B5EF4-FFF2-40B4-BE49-F238E27FC236}">
                <a16:creationId xmlns:a16="http://schemas.microsoft.com/office/drawing/2014/main" id="{E83F9E42-7406-F5E4-1F1F-65560C8C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6" name="Fußzeile">
            <a:extLst>
              <a:ext uri="{FF2B5EF4-FFF2-40B4-BE49-F238E27FC236}">
                <a16:creationId xmlns:a16="http://schemas.microsoft.com/office/drawing/2014/main" id="{851D40C1-7189-7EBF-D7A5-A84045DB9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888075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3976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3704" userDrawn="1">
          <p15:clr>
            <a:srgbClr val="FBAE40"/>
          </p15:clr>
        </p15:guide>
        <p15:guide id="5" orient="horz" pos="3883" userDrawn="1">
          <p15:clr>
            <a:srgbClr val="FBAE40"/>
          </p15:clr>
        </p15:guide>
        <p15:guide id="6" pos="72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nhalt | 1/3 Bild | Plak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itenzahl">
            <a:extLst>
              <a:ext uri="{FF2B5EF4-FFF2-40B4-BE49-F238E27FC236}">
                <a16:creationId xmlns:a16="http://schemas.microsoft.com/office/drawing/2014/main" id="{1FE84F85-E87D-A7F5-E6B5-FACAE49239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D836C0FE-70CA-4950-82D6-CF602CC2B770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59DF58D4-EDD5-F6A1-40AB-072664955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6" y="693000"/>
            <a:ext cx="6553200" cy="1656000"/>
          </a:xfrm>
        </p:spPr>
        <p:txBody>
          <a:bodyPr anchor="ctr" anchorCtr="0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de-DE"/>
              <a:t>Folientitel</a:t>
            </a:r>
            <a:endParaRPr lang="de-DE" dirty="0"/>
          </a:p>
        </p:txBody>
      </p:sp>
      <p:sp>
        <p:nvSpPr>
          <p:cNvPr id="3" name="Inhaltsplatzhalter">
            <a:extLst>
              <a:ext uri="{FF2B5EF4-FFF2-40B4-BE49-F238E27FC236}">
                <a16:creationId xmlns:a16="http://schemas.microsoft.com/office/drawing/2014/main" id="{E5E0B544-4A84-D596-5088-7E62DC3A72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95325" y="2780999"/>
            <a:ext cx="6553200" cy="3383263"/>
          </a:xfrm>
          <a:prstGeom prst="rect">
            <a:avLst/>
          </a:prstGeo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de-DE"/>
              <a:t>Das ist ein Fließtext. Nutzen Sie die Schaltflächen „Listenebene erhöhen“ bzw. „verringern“ (auf der Registerlasche „Start“), um die vordefinierten Textformatierungen anzusteuern.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  <a:endParaRPr lang="de-DE" dirty="0"/>
          </a:p>
        </p:txBody>
      </p:sp>
      <p:sp>
        <p:nvSpPr>
          <p:cNvPr id="11" name="Bildplatzhalter">
            <a:extLst>
              <a:ext uri="{FF2B5EF4-FFF2-40B4-BE49-F238E27FC236}">
                <a16:creationId xmlns:a16="http://schemas.microsoft.com/office/drawing/2014/main" id="{FAA5048C-F469-9EBB-1545-BE067778550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 bwMode="gray">
          <a:xfrm>
            <a:off x="8184000" y="0"/>
            <a:ext cx="4008000" cy="6858000"/>
          </a:xfrm>
          <a:prstGeom prst="rect">
            <a:avLst/>
          </a:prstGeom>
          <a:solidFill>
            <a:srgbClr val="E4E7E9"/>
          </a:solidFill>
        </p:spPr>
        <p:txBody>
          <a:bodyPr lIns="72000" tIns="0" rIns="72000" bIns="648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Bild durch Klick auf das Icon einfügen.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35C59BB5-79BC-E0E7-BA01-48006270C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endParaRPr lang="de-DE" dirty="0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AC3E8207-98FD-1844-85F2-0ACEE2447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1560000" y="6439500"/>
            <a:ext cx="5688000" cy="144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KMH</a:t>
            </a:r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D920654A-CDF2-1EE4-1D99-B1A4C7A4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10992001" y="483651"/>
            <a:ext cx="504000" cy="516923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" b="0">
                <a:noFill/>
                <a:latin typeface="+mn-lt"/>
              </a:defRPr>
            </a:lvl9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553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7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4566" userDrawn="1">
          <p15:clr>
            <a:srgbClr val="FBAE40"/>
          </p15:clr>
        </p15:guide>
        <p15:guide id="5" orient="horz" pos="388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6654800"/>
            <a:ext cx="12192000" cy="20234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3" name="Rechteck 2"/>
          <p:cNvSpPr/>
          <p:nvPr userDrawn="1"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288032" y="93723"/>
            <a:ext cx="11504661" cy="457200"/>
          </a:xfrm>
          <a:prstGeom prst="rect">
            <a:avLst/>
          </a:prstGeom>
        </p:spPr>
        <p:txBody>
          <a:bodyPr vert="horz"/>
          <a:lstStyle>
            <a:lvl1pPr algn="l">
              <a:defRPr sz="2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r>
              <a:rPr lang="de-AT" dirty="0"/>
              <a:t>Mastertitelformat bearbeiten</a:t>
            </a:r>
            <a:endParaRPr lang="de-DE" dirty="0"/>
          </a:p>
        </p:txBody>
      </p:sp>
      <p:sp>
        <p:nvSpPr>
          <p:cNvPr id="15" name="Inhaltsplatzhalter 14"/>
          <p:cNvSpPr>
            <a:spLocks noGrp="1"/>
          </p:cNvSpPr>
          <p:nvPr>
            <p:ph sz="quarter" idx="11" hasCustomPrompt="1"/>
          </p:nvPr>
        </p:nvSpPr>
        <p:spPr>
          <a:xfrm>
            <a:off x="309685" y="1181512"/>
            <a:ext cx="11688064" cy="4968552"/>
          </a:xfrm>
          <a:prstGeom prst="rect">
            <a:avLst/>
          </a:prstGeom>
        </p:spPr>
        <p:txBody>
          <a:bodyPr vert="horz" anchor="ctr"/>
          <a:lstStyle>
            <a:lvl1pPr marL="228600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  <a:defRPr sz="2400" b="0" baseline="0">
                <a:solidFill>
                  <a:schemeClr val="tx1"/>
                </a:solidFill>
                <a:latin typeface="+mn-lt"/>
              </a:defRPr>
            </a:lvl1pPr>
            <a:lvl2pPr marL="658813" indent="-20161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</a:defRPr>
            </a:lvl2pPr>
            <a:lvl3pPr marL="1108075" indent="-193675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Symbol" pitchFamily="18" charset="2"/>
              <a:buChar char="-"/>
              <a:tabLst/>
              <a:defRPr sz="1800">
                <a:solidFill>
                  <a:schemeClr val="tx1"/>
                </a:solidFill>
              </a:defRPr>
            </a:lvl3pPr>
            <a:lvl4pPr marL="1520825" indent="-149225">
              <a:lnSpc>
                <a:spcPct val="114000"/>
              </a:lnSpc>
              <a:spcBef>
                <a:spcPts val="600"/>
              </a:spcBef>
              <a:buFont typeface="Arial" pitchFamily="34" charset="0"/>
              <a:buChar char="•"/>
              <a:defRPr sz="1600"/>
            </a:lvl4pPr>
          </a:lstStyle>
          <a:p>
            <a:pPr lvl="0"/>
            <a:r>
              <a:rPr lang="de-AT" dirty="0"/>
              <a:t>Mastertextformat bearbeiten</a:t>
            </a:r>
          </a:p>
          <a:p>
            <a:pPr lvl="1"/>
            <a:r>
              <a:rPr lang="de-AT" dirty="0" err="1"/>
              <a:t>Asdfasdf</a:t>
            </a:r>
            <a:endParaRPr lang="de-AT" dirty="0"/>
          </a:p>
          <a:p>
            <a:pPr lvl="2"/>
            <a:r>
              <a:rPr lang="de-AT" dirty="0" err="1"/>
              <a:t>Sadfasdf</a:t>
            </a:r>
            <a:endParaRPr lang="de-AT" dirty="0"/>
          </a:p>
          <a:p>
            <a:pPr lvl="3"/>
            <a:r>
              <a:rPr lang="de-AT" dirty="0" err="1"/>
              <a:t>sdf</a:t>
            </a:r>
            <a:endParaRPr lang="de-AT" dirty="0"/>
          </a:p>
        </p:txBody>
      </p:sp>
      <p:sp>
        <p:nvSpPr>
          <p:cNvPr id="2" name="Textfeld 1"/>
          <p:cNvSpPr txBox="1"/>
          <p:nvPr userDrawn="1"/>
        </p:nvSpPr>
        <p:spPr>
          <a:xfrm>
            <a:off x="431371" y="6654396"/>
            <a:ext cx="3648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VO</a:t>
            </a:r>
            <a:r>
              <a:rPr lang="de-AT" sz="800" baseline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de-AT" sz="800" baseline="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Sozialwiss</a:t>
            </a:r>
            <a:r>
              <a:rPr lang="de-AT" sz="800" baseline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. Methoden </a:t>
            </a:r>
            <a:r>
              <a:rPr lang="de-AT" sz="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| KMH</a:t>
            </a:r>
          </a:p>
        </p:txBody>
      </p:sp>
      <p:sp>
        <p:nvSpPr>
          <p:cNvPr id="6" name="Textfeld 5"/>
          <p:cNvSpPr txBox="1"/>
          <p:nvPr userDrawn="1"/>
        </p:nvSpPr>
        <p:spPr>
          <a:xfrm>
            <a:off x="11280576" y="6654396"/>
            <a:ext cx="5121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0D87B3D-9F2E-4AB4-9472-248B74A58E90}" type="slidenum">
              <a:rPr lang="de-AT" sz="80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‹#›</a:t>
            </a:fld>
            <a:endParaRPr lang="de-AT" sz="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903979" y="6648882"/>
            <a:ext cx="5183188" cy="22647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lvl1pPr marL="0" indent="0" algn="r">
              <a:buNone/>
              <a:defRPr lang="de-DE" sz="800" smtClean="0">
                <a:solidFill>
                  <a:schemeClr val="bg1">
                    <a:lumMod val="50000"/>
                  </a:schemeClr>
                </a:solidFill>
                <a:latin typeface="+mj-lt"/>
                <a:ea typeface="ＭＳ Ｐゴシック" pitchFamily="-104" charset="-128"/>
                <a:cs typeface="+mn-cs"/>
              </a:defRPr>
            </a:lvl1pPr>
            <a:lvl2pPr>
              <a:defRPr lang="de-DE" smtClean="0">
                <a:latin typeface="Arial" charset="0"/>
                <a:ea typeface="ＭＳ Ｐゴシック" pitchFamily="-104" charset="-128"/>
              </a:defRPr>
            </a:lvl2pPr>
            <a:lvl3pPr>
              <a:defRPr lang="de-DE" smtClean="0">
                <a:latin typeface="Arial" charset="0"/>
                <a:ea typeface="ＭＳ Ｐゴシック" pitchFamily="-104" charset="-128"/>
              </a:defRPr>
            </a:lvl3pPr>
            <a:lvl4pPr>
              <a:defRPr lang="de-DE" smtClean="0">
                <a:latin typeface="Arial" charset="0"/>
                <a:ea typeface="ＭＳ Ｐゴシック" pitchFamily="-104" charset="-128"/>
              </a:defRPr>
            </a:lvl4pPr>
            <a:lvl5pPr>
              <a:defRPr lang="de-AT">
                <a:latin typeface="Arial" charset="0"/>
                <a:ea typeface="ＭＳ Ｐゴシック" pitchFamily="-104" charset="-128"/>
              </a:defRPr>
            </a:lvl5pPr>
          </a:lstStyle>
          <a:p>
            <a:pPr lvl="0" algn="r">
              <a:spcBef>
                <a:spcPct val="0"/>
              </a:spcBef>
            </a:pPr>
            <a:r>
              <a:rPr lang="de-AT" dirty="0" err="1"/>
              <a:t>asdfasdfasdf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0099748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itenzahl">
            <a:extLst>
              <a:ext uri="{FF2B5EF4-FFF2-40B4-BE49-F238E27FC236}">
                <a16:creationId xmlns:a16="http://schemas.microsoft.com/office/drawing/2014/main" id="{65398FD5-9BF3-28FF-7DED-0D9B073604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992000" y="6439500"/>
            <a:ext cx="5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>
                <a:solidFill>
                  <a:schemeClr val="tx1"/>
                </a:solidFill>
              </a:defRPr>
            </a:lvl1pPr>
          </a:lstStyle>
          <a:p>
            <a:fld id="{D836C0FE-70CA-4950-82D6-CF602CC2B77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elplatzhalter">
            <a:extLst>
              <a:ext uri="{FF2B5EF4-FFF2-40B4-BE49-F238E27FC236}">
                <a16:creationId xmlns:a16="http://schemas.microsoft.com/office/drawing/2014/main" id="{7342B4B8-4BA9-1581-A621-9357C5FCC0C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95325" y="549000"/>
            <a:ext cx="9360675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4" name="Datum">
            <a:extLst>
              <a:ext uri="{FF2B5EF4-FFF2-40B4-BE49-F238E27FC236}">
                <a16:creationId xmlns:a16="http://schemas.microsoft.com/office/drawing/2014/main" id="{2B378339-9E79-231D-A5AF-97105D3C5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7176000" y="6439500"/>
            <a:ext cx="3672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ADFC89BB-31A4-FB0C-2C15-0120E1FE9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95324" y="6439500"/>
            <a:ext cx="511267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KMH</a:t>
            </a:r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70E6F260-5B6B-E6BA-7AE8-C81A29C8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000" y="693000"/>
            <a:ext cx="72000" cy="5472000"/>
            <a:chOff x="-168000" y="693000"/>
            <a:chExt cx="72000" cy="5472000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9CE92DE1-673B-26F8-5C3A-038AF76C45E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000" y="1845000"/>
              <a:ext cx="72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2CCFAADA-1A7F-A8B8-E1B1-83852B2604B3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000" y="6165000"/>
              <a:ext cx="72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2FDB1CBD-B743-8109-6C60-DB9675A8178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8000" y="693000"/>
              <a:ext cx="72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7175DF0B-645D-8CFE-1723-CB46F027C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696000" y="-171000"/>
            <a:ext cx="10800000" cy="72000"/>
            <a:chOff x="696000" y="-171000"/>
            <a:chExt cx="10800000" cy="7200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F70F7F1A-06A7-BE9B-CA4E-4F13B09E5D9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00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D2C61E1-60F0-20D8-92CD-DABDFA5A03E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49600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05107475-8CCC-88DC-7EC1-9974CB7A041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13556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90FD98A2-DADB-CF34-9CEA-BE457997C71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567664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21EB5D8-DDEB-2249-B195-4ED838937C7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07763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1E9BF006-29C8-C40B-7D2D-6D3D8A6F7C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439872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CC4EBA89-B7C8-BC11-E261-E52950B5A7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79976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4084141B-5223-2745-80DB-D9A20AEF7FC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1208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EEE455F4-4B7A-824A-1085-4854FE501E9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752184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BA29A306-195C-8694-3DC1-5FBE80F0C697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84000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25DC1055-E4A8-2F1E-BDAE-36F9E763476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624392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24FEEFB3-B615-2AC5-0708-72A2CE09D5D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056496" y="-171000"/>
              <a:ext cx="0" cy="7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Logo">
            <a:extLst>
              <a:ext uri="{FF2B5EF4-FFF2-40B4-BE49-F238E27FC236}">
                <a16:creationId xmlns:a16="http://schemas.microsoft.com/office/drawing/2014/main" id="{628A09EA-4660-9CA7-424A-93A27980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gray">
          <a:xfrm>
            <a:off x="10992001" y="483651"/>
            <a:ext cx="504000" cy="51695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7B8CF3-537D-97EE-9965-1D0274881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4" y="1583258"/>
            <a:ext cx="10800676" cy="4593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 dirty="0"/>
              <a:t>First</a:t>
            </a:r>
          </a:p>
          <a:p>
            <a:pPr lvl="1"/>
            <a:r>
              <a:rPr lang="en-GB" dirty="0"/>
              <a:t>Second</a:t>
            </a:r>
          </a:p>
          <a:p>
            <a:pPr lvl="2"/>
            <a:r>
              <a:rPr lang="en-GB" dirty="0"/>
              <a:t>Third</a:t>
            </a:r>
          </a:p>
          <a:p>
            <a:pPr lvl="3"/>
            <a:r>
              <a:rPr lang="en-GB" dirty="0"/>
              <a:t>Fourth</a:t>
            </a:r>
          </a:p>
        </p:txBody>
      </p:sp>
    </p:spTree>
    <p:extLst>
      <p:ext uri="{BB962C8B-B14F-4D97-AF65-F5344CB8AC3E}">
        <p14:creationId xmlns:p14="http://schemas.microsoft.com/office/powerpoint/2010/main" val="244963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701" r:id="rId3"/>
    <p:sldLayoutId id="2147483650" r:id="rId4"/>
    <p:sldLayoutId id="2147483686" r:id="rId5"/>
    <p:sldLayoutId id="2147483652" r:id="rId6"/>
    <p:sldLayoutId id="2147483687" r:id="rId7"/>
    <p:sldLayoutId id="2147483704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Calibri" panose="020F0502020204030204" pitchFamily="34" charset="0"/>
        <a:buChar char="»"/>
        <a:defRPr lang="en-US" sz="22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65113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95350" indent="-28575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Symbol" panose="05050102010706020507" pitchFamily="18" charset="2"/>
        <a:buChar char="-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179388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Symbol" panose="05050102010706020507" pitchFamily="18" charset="2"/>
        <a:buChar char="-"/>
        <a:defRPr lang="de-DE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79388" algn="l" defTabSz="914400" rtl="0" eaLnBrk="1" latinLnBrk="0" hangingPunct="1">
        <a:lnSpc>
          <a:spcPct val="12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1200"/>
        </a:spcBef>
        <a:buFont typeface="Symbol" panose="05050102010706020507" pitchFamily="18" charset="2"/>
        <a:buNone/>
        <a:defRPr sz="1400" b="1" kern="1200">
          <a:solidFill>
            <a:schemeClr val="bg2"/>
          </a:solidFill>
          <a:latin typeface="+mj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00" indent="-1440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jamovi.org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openbookpublishers.com/books/10.11647/obp.0333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7605/OSF.IO/SU8H2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doi.org/10.17605/OSF.IO/SU8H2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17605/OSF.IO/SU8H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univie.ac.at/ksa/elearning/cp/quantitative/quantitative-113.html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hyperlink" Target="https://doi.org/10.1016/j.landusepol.2018.08.025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hyperlink" Target="https://github.com/allisonhorst/stats-illustrations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hyperlink" Target="https://tvtropes.org/pmwiki/pmwiki.php/Main/BookBurning" TargetMode="Externa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univie.ac.at/ksa/elearning/cp/quantitative/quantitative-113.html" TargetMode="Externa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www.simplypsychology.org/chi-square.html" TargetMode="Externa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www.simplypsychology.org/chi-square.html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math.arizona.edu/~jwatkins/chi-square-table.pdf" TargetMode="Externa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hyperlink" Target="https://statistics.laerd.com/statistical-guides/spearmans-rank-order-correlation-statistical-guide.php?utm_source=chatgpt.com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1.png"/><Relationship Id="rId7" Type="http://schemas.openxmlformats.org/officeDocument/2006/relationships/image" Target="../media/image73.svg"/><Relationship Id="rId2" Type="http://schemas.openxmlformats.org/officeDocument/2006/relationships/hyperlink" Target="http://matheguru.com/stochastik/272-korrelation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0.png"/><Relationship Id="rId4" Type="http://schemas.openxmlformats.org/officeDocument/2006/relationships/hyperlink" Target="https://statistics.laerd.com/statistical-guides/spearmans-rank-order-correlation-statistical-guide.php?utm_source=chatgpt.com" TargetMode="External"/><Relationship Id="rId9" Type="http://schemas.openxmlformats.org/officeDocument/2006/relationships/image" Target="../media/image75.sv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hyperlink" Target="https://tvtropes.org/pmwiki/pmwiki.php/Main/BookBurning" TargetMode="Externa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88.png"/><Relationship Id="rId4" Type="http://schemas.openxmlformats.org/officeDocument/2006/relationships/image" Target="../media/image85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bookpublishers.com/books/10.11647/obp.0333" TargetMode="Externa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0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8ECA2FC-8EBF-2FBC-EBF2-E34727541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0857" y="2709000"/>
            <a:ext cx="5234469" cy="1440000"/>
          </a:xfrm>
        </p:spPr>
        <p:txBody>
          <a:bodyPr/>
          <a:lstStyle/>
          <a:p>
            <a:r>
              <a:rPr lang="en-GB" dirty="0"/>
              <a:t>Gaining Insights:</a:t>
            </a:r>
            <a:br>
              <a:rPr lang="en-GB" dirty="0"/>
            </a:br>
            <a:r>
              <a:rPr lang="en-GB" dirty="0"/>
              <a:t>Uni- &amp; Bivariate Analysis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4502378-B236-0724-12B2-56238B518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IL “Data and Decision Making”</a:t>
            </a:r>
            <a:br>
              <a:rPr lang="en-GB" dirty="0"/>
            </a:br>
            <a:r>
              <a:rPr lang="en-GB" dirty="0"/>
              <a:t>SS 26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CAB6A2-FD2E-0A0E-1E7C-685BDC8AB0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Kami Höferl</a:t>
            </a:r>
          </a:p>
        </p:txBody>
      </p:sp>
      <p:pic>
        <p:nvPicPr>
          <p:cNvPr id="6" name="Picture Placeholder 14">
            <a:extLst>
              <a:ext uri="{FF2B5EF4-FFF2-40B4-BE49-F238E27FC236}">
                <a16:creationId xmlns:a16="http://schemas.microsoft.com/office/drawing/2014/main" id="{A4745F24-D207-A9C3-7B8F-2B847985E1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8" r="10344"/>
          <a:stretch>
            <a:fillRect/>
          </a:stretch>
        </p:blipFill>
        <p:spPr bwMode="gray">
          <a:xfrm>
            <a:off x="-528000" y="-86336"/>
            <a:ext cx="6459145" cy="6944335"/>
          </a:xfrm>
          <a:prstGeom prst="rect">
            <a:avLst/>
          </a:prstGeom>
          <a:solidFill>
            <a:srgbClr val="E4E7E9"/>
          </a:solidFill>
          <a:ln w="50800">
            <a:solidFill>
              <a:schemeClr val="bg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E42D817-3BF5-0859-ABA5-56BA456FF739}"/>
              </a:ext>
            </a:extLst>
          </p:cNvPr>
          <p:cNvSpPr txBox="1"/>
          <p:nvPr/>
        </p:nvSpPr>
        <p:spPr>
          <a:xfrm>
            <a:off x="120000" y="6525000"/>
            <a:ext cx="2448000" cy="189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GB" sz="11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GB" sz="1100" dirty="0" err="1">
                <a:solidFill>
                  <a:schemeClr val="bg1">
                    <a:lumMod val="75000"/>
                  </a:schemeClr>
                </a:solidFill>
              </a:rPr>
              <a:t>MervC</a:t>
            </a:r>
            <a:r>
              <a:rPr lang="en-GB" sz="1100" dirty="0">
                <a:solidFill>
                  <a:schemeClr val="bg1">
                    <a:lumMod val="75000"/>
                  </a:schemeClr>
                </a:solidFill>
              </a:rPr>
              <a:t>, CC-BY-NC 2.0)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047E16-0ACD-7593-2BE4-1CAD592D6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000" y="6061794"/>
            <a:ext cx="490373" cy="2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5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1F21953-5825-54FF-DD84-ED80226F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93000"/>
            <a:ext cx="6553200" cy="648000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99EF4D1-C3FA-6B89-E7F8-3935D779F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413001"/>
            <a:ext cx="6553200" cy="4751262"/>
          </a:xfrm>
        </p:spPr>
        <p:txBody>
          <a:bodyPr>
            <a:normAutofit/>
          </a:bodyPr>
          <a:lstStyle/>
          <a:p>
            <a:r>
              <a:rPr lang="nn-NO" sz="2400" b="1" dirty="0"/>
              <a:t>Meet Jamovi</a:t>
            </a:r>
          </a:p>
          <a:p>
            <a:r>
              <a:rPr lang="nn-NO" sz="2400" b="1" dirty="0"/>
              <a:t>Importing Data</a:t>
            </a:r>
          </a:p>
          <a:p>
            <a:r>
              <a:rPr lang="nn-NO" sz="2400" b="1" dirty="0"/>
              <a:t>Uni-, Bi- or Multivariate?</a:t>
            </a:r>
          </a:p>
          <a:p>
            <a:r>
              <a:rPr lang="nn-NO" sz="2400" b="1" dirty="0"/>
              <a:t>Univariate Analysis</a:t>
            </a:r>
          </a:p>
          <a:p>
            <a:r>
              <a:rPr lang="nn-NO" sz="2400" b="1" dirty="0"/>
              <a:t>Bivariate Analysis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9C7155B-A456-92AA-517F-BB971C939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B0825BA-6A02-22EE-1F32-1608C61C8F8D}"/>
              </a:ext>
            </a:extLst>
          </p:cNvPr>
          <p:cNvSpPr txBox="1"/>
          <p:nvPr/>
        </p:nvSpPr>
        <p:spPr>
          <a:xfrm>
            <a:off x="11136000" y="6525000"/>
            <a:ext cx="2448000" cy="189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GB" sz="1100" dirty="0">
                <a:solidFill>
                  <a:schemeClr val="bg1"/>
                </a:solidFill>
              </a:rPr>
              <a:t>(Escher, 1961)</a:t>
            </a:r>
          </a:p>
        </p:txBody>
      </p:sp>
      <p:pic>
        <p:nvPicPr>
          <p:cNvPr id="16" name="Picture Placeholder 14">
            <a:extLst>
              <a:ext uri="{FF2B5EF4-FFF2-40B4-BE49-F238E27FC236}">
                <a16:creationId xmlns:a16="http://schemas.microsoft.com/office/drawing/2014/main" id="{7D11AE93-7A82-39E1-F0EF-B8879756C57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8" r="33740"/>
          <a:stretch>
            <a:fillRect/>
          </a:stretch>
        </p:blipFill>
        <p:spPr bwMode="gray">
          <a:xfrm>
            <a:off x="7752001" y="0"/>
            <a:ext cx="4440000" cy="6858000"/>
          </a:xfrm>
          <a:prstGeom prst="rect">
            <a:avLst/>
          </a:prstGeom>
          <a:solidFill>
            <a:srgbClr val="E4E7E9"/>
          </a:solidFill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E685C95-94E5-A5B0-7580-C531D1A59A1E}"/>
              </a:ext>
            </a:extLst>
          </p:cNvPr>
          <p:cNvSpPr txBox="1"/>
          <p:nvPr/>
        </p:nvSpPr>
        <p:spPr>
          <a:xfrm>
            <a:off x="7911724" y="6583500"/>
            <a:ext cx="2448000" cy="189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GB" sz="11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GB" sz="1100" dirty="0" err="1">
                <a:solidFill>
                  <a:schemeClr val="bg1">
                    <a:lumMod val="75000"/>
                  </a:schemeClr>
                </a:solidFill>
              </a:rPr>
              <a:t>MervC</a:t>
            </a:r>
            <a:r>
              <a:rPr lang="en-GB" sz="1100" dirty="0">
                <a:solidFill>
                  <a:schemeClr val="bg1">
                    <a:lumMod val="75000"/>
                  </a:schemeClr>
                </a:solidFill>
              </a:rPr>
              <a:t>, CC-BY-NC 2.0)</a:t>
            </a:r>
          </a:p>
        </p:txBody>
      </p:sp>
    </p:spTree>
    <p:extLst>
      <p:ext uri="{BB962C8B-B14F-4D97-AF65-F5344CB8AC3E}">
        <p14:creationId xmlns:p14="http://schemas.microsoft.com/office/powerpoint/2010/main" val="396695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5D9BEBA-54A9-0E2A-7E3A-E2BF2E5B5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Meet</a:t>
            </a:r>
            <a:br>
              <a:rPr lang="en-GB" dirty="0"/>
            </a:br>
            <a:r>
              <a:rPr lang="en-GB" dirty="0" err="1"/>
              <a:t>Jamovi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26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6BB0AD8-2EDD-194A-68F7-98C65E14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1356072-D193-2320-A6BC-59DC34173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4984114" cy="792000"/>
          </a:xfrm>
        </p:spPr>
        <p:txBody>
          <a:bodyPr/>
          <a:lstStyle/>
          <a:p>
            <a:r>
              <a:rPr lang="en-GB" dirty="0"/>
              <a:t>Statistical Software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2FFA7D-A012-F946-D888-3E4B08B0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4B8F80-9DDC-A7A6-E986-3ED7C793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 / IMC-</a:t>
            </a:r>
            <a:r>
              <a:rPr lang="en-GB" dirty="0" err="1"/>
              <a:t>Mehrwerttag</a:t>
            </a:r>
            <a:r>
              <a:rPr lang="en-GB" dirty="0"/>
              <a:t> </a:t>
            </a:r>
            <a:r>
              <a:rPr lang="en-GB" dirty="0" err="1"/>
              <a:t>Jänner</a:t>
            </a:r>
            <a:r>
              <a:rPr lang="en-GB" dirty="0"/>
              <a:t> 2026</a:t>
            </a:r>
          </a:p>
        </p:txBody>
      </p:sp>
      <p:graphicFrame>
        <p:nvGraphicFramePr>
          <p:cNvPr id="10" name="Inhaltsplatzhalter 6">
            <a:extLst>
              <a:ext uri="{FF2B5EF4-FFF2-40B4-BE49-F238E27FC236}">
                <a16:creationId xmlns:a16="http://schemas.microsoft.com/office/drawing/2014/main" id="{25440035-76A0-F743-CE92-4F8006D173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9197597"/>
              </p:ext>
            </p:extLst>
          </p:nvPr>
        </p:nvGraphicFramePr>
        <p:xfrm>
          <a:off x="5296931" y="411892"/>
          <a:ext cx="6267898" cy="5510511"/>
        </p:xfrm>
        <a:graphic>
          <a:graphicData uri="http://schemas.openxmlformats.org/drawingml/2006/table">
            <a:tbl>
              <a:tblPr firstRow="1" firstCol="1">
                <a:tableStyleId>{9DCAF9ED-07DC-4A11-8D7F-57B35C25682E}</a:tableStyleId>
              </a:tblPr>
              <a:tblGrid>
                <a:gridCol w="1367480">
                  <a:extLst>
                    <a:ext uri="{9D8B030D-6E8A-4147-A177-3AD203B41FA5}">
                      <a16:colId xmlns:a16="http://schemas.microsoft.com/office/drawing/2014/main" val="346293666"/>
                    </a:ext>
                  </a:extLst>
                </a:gridCol>
                <a:gridCol w="2679596">
                  <a:extLst>
                    <a:ext uri="{9D8B030D-6E8A-4147-A177-3AD203B41FA5}">
                      <a16:colId xmlns:a16="http://schemas.microsoft.com/office/drawing/2014/main" val="26312883"/>
                    </a:ext>
                  </a:extLst>
                </a:gridCol>
                <a:gridCol w="2220822">
                  <a:extLst>
                    <a:ext uri="{9D8B030D-6E8A-4147-A177-3AD203B41FA5}">
                      <a16:colId xmlns:a16="http://schemas.microsoft.com/office/drawing/2014/main" val="2242649162"/>
                    </a:ext>
                  </a:extLst>
                </a:gridCol>
              </a:tblGrid>
              <a:tr h="29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Software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Typischer Einsatz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Lizenz / Modell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1921671768"/>
                  </a:ext>
                </a:extLst>
              </a:tr>
              <a:tr h="74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Python</a:t>
                      </a:r>
                      <a:r>
                        <a:rPr lang="de-AT" sz="1400" b="0" dirty="0"/>
                        <a:t> </a:t>
                      </a:r>
                      <a:br>
                        <a:rPr lang="de-AT" sz="1400" b="0" dirty="0"/>
                      </a:br>
                      <a:r>
                        <a:rPr lang="de-AT" sz="1400" b="0" dirty="0"/>
                        <a:t>(SciPy, pandas, statsmodels)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Statistik, Data Science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Open Source </a:t>
                      </a:r>
                      <a:br>
                        <a:rPr lang="de-AT" sz="1400" dirty="0"/>
                      </a:br>
                      <a:r>
                        <a:rPr lang="de-AT" sz="1400" dirty="0"/>
                        <a:t>(verschiedene OSS-Lizenzen)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586576241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R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Breites Spektrum von Statistik</a:t>
                      </a:r>
                      <a:br>
                        <a:rPr lang="de-AT" sz="1400" dirty="0"/>
                      </a:br>
                      <a:r>
                        <a:rPr lang="de-AT" sz="1400" dirty="0"/>
                        <a:t>bis Data Science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Open Source (GPL)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529620145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PSPP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Grundlegende Statistik, </a:t>
                      </a:r>
                      <a:br>
                        <a:rPr lang="de-AT" sz="1400" dirty="0"/>
                      </a:br>
                      <a:r>
                        <a:rPr lang="de-AT" sz="1400" dirty="0"/>
                        <a:t>SPSS-ähnlich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Open Source (GPL)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2735269808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Jamovi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Lehre, explorative Statistik, </a:t>
                      </a:r>
                      <a:br>
                        <a:rPr lang="de-AT" sz="1400" dirty="0"/>
                      </a:br>
                      <a:r>
                        <a:rPr lang="de-AT" sz="1400" dirty="0"/>
                        <a:t>GUI-basiert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Open Source (GPL)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4145592757"/>
                  </a:ext>
                </a:extLst>
              </a:tr>
              <a:tr h="29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JASP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Bayes-Statistik, Inferenz, Lehre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Open Source (AGPL)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4024599384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SAS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Große Datensätze, </a:t>
                      </a:r>
                      <a:br>
                        <a:rPr lang="de-AT" sz="1400" dirty="0"/>
                      </a:br>
                      <a:r>
                        <a:rPr lang="de-AT" sz="1400" dirty="0"/>
                        <a:t>institutionelle Analysen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Proprietär (kommerziell)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2796645908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SPSS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Deskriptive Statistik, Regression, klassische Inferenz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Proprietär (kommerziell)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142999703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AMOS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Strukturgleichungsmodelle (SEM), grafisch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Proprietär </a:t>
                      </a:r>
                      <a:br>
                        <a:rPr lang="de-AT" sz="1400" dirty="0"/>
                      </a:br>
                      <a:r>
                        <a:rPr lang="de-AT" sz="1400" dirty="0"/>
                        <a:t>(kommerziell, SPSS-Addon)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3269840022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Stata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Regressionsanalyse, Paneldaten, angewandte Ökonometrie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Proprietär (kommerziell)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1210615443"/>
                  </a:ext>
                </a:extLst>
              </a:tr>
              <a:tr h="52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b="1" dirty="0"/>
                        <a:t>Mplus</a:t>
                      </a:r>
                      <a:endParaRPr lang="de-AT" sz="1400" dirty="0"/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Strukturgleichungsmodelle, Latent-Variable-Modelle</a:t>
                      </a:r>
                    </a:p>
                  </a:txBody>
                  <a:tcPr marL="66698" marR="66698" marT="33349" marB="333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AT" sz="1400" dirty="0"/>
                        <a:t>Proprietär (kommerziell)</a:t>
                      </a:r>
                    </a:p>
                  </a:txBody>
                  <a:tcPr marL="66698" marR="66698" marT="33349" marB="33349" anchor="ctr"/>
                </a:tc>
                <a:extLst>
                  <a:ext uri="{0D108BD9-81ED-4DB2-BD59-A6C34878D82A}">
                    <a16:rowId xmlns:a16="http://schemas.microsoft.com/office/drawing/2014/main" val="2007613844"/>
                  </a:ext>
                </a:extLst>
              </a:tr>
            </a:tbl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B8818D8A-F969-3822-8804-1C3E6CB540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5324" y="1884617"/>
            <a:ext cx="3511828" cy="4013518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5E694A3-6C11-5354-8C50-D9C7525F4971}"/>
              </a:ext>
            </a:extLst>
          </p:cNvPr>
          <p:cNvCxnSpPr>
            <a:cxnSpLocks/>
          </p:cNvCxnSpPr>
          <p:nvPr/>
        </p:nvCxnSpPr>
        <p:spPr>
          <a:xfrm flipH="1">
            <a:off x="5296931" y="3335518"/>
            <a:ext cx="6267898" cy="0"/>
          </a:xfrm>
          <a:prstGeom prst="line">
            <a:avLst/>
          </a:prstGeom>
          <a:ln w="762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Grafik 8" descr="Verliebte Katze">
            <a:extLst>
              <a:ext uri="{FF2B5EF4-FFF2-40B4-BE49-F238E27FC236}">
                <a16:creationId xmlns:a16="http://schemas.microsoft.com/office/drawing/2014/main" id="{75C38D5D-BDE2-E660-0504-5EC46D95F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767" y="1108671"/>
            <a:ext cx="647589" cy="647589"/>
          </a:xfrm>
          <a:prstGeom prst="rect">
            <a:avLst/>
          </a:prstGeom>
        </p:spPr>
      </p:pic>
      <p:pic>
        <p:nvPicPr>
          <p:cNvPr id="12" name="Grafik 11" descr="Verliebte Katze">
            <a:extLst>
              <a:ext uri="{FF2B5EF4-FFF2-40B4-BE49-F238E27FC236}">
                <a16:creationId xmlns:a16="http://schemas.microsoft.com/office/drawing/2014/main" id="{3858C4E0-E8DA-4270-CBCA-B434D2977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88" y="2402112"/>
            <a:ext cx="647589" cy="64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9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Menschliches Gesicht, Screenshot, Mann enthält.&#10;&#10;KI-generierte Inhalte können fehlerhaft sein.">
            <a:extLst>
              <a:ext uri="{FF2B5EF4-FFF2-40B4-BE49-F238E27FC236}">
                <a16:creationId xmlns:a16="http://schemas.microsoft.com/office/drawing/2014/main" id="{11086DBD-CF10-D2C6-5817-2C5B7F6F7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48" y="1713053"/>
            <a:ext cx="2976245" cy="2383928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1EA860F-2385-EA09-3DF5-2F61B10F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C5D59B7-0826-6AEF-85F8-25029E52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2789279" cy="792000"/>
          </a:xfrm>
        </p:spPr>
        <p:txBody>
          <a:bodyPr/>
          <a:lstStyle/>
          <a:p>
            <a:r>
              <a:rPr lang="en-GB" dirty="0"/>
              <a:t>Please: Stay Calm …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FBDF4B-2B6E-0C5D-7823-C3E723BD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4398B0-DF5A-535F-6E2B-5D6AC20B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 / IMC-</a:t>
            </a:r>
            <a:r>
              <a:rPr lang="en-GB" dirty="0" err="1"/>
              <a:t>Mehrwerttag</a:t>
            </a:r>
            <a:r>
              <a:rPr lang="en-GB" dirty="0"/>
              <a:t> </a:t>
            </a:r>
            <a:r>
              <a:rPr lang="en-GB" dirty="0" err="1"/>
              <a:t>Jänner</a:t>
            </a:r>
            <a:r>
              <a:rPr lang="en-GB" dirty="0"/>
              <a:t> 2026</a:t>
            </a:r>
          </a:p>
        </p:txBody>
      </p:sp>
      <p:pic>
        <p:nvPicPr>
          <p:cNvPr id="14340" name="Picture 4" descr="Can we please move beyond just “What's better; SPSS or R ...">
            <a:extLst>
              <a:ext uri="{FF2B5EF4-FFF2-40B4-BE49-F238E27FC236}">
                <a16:creationId xmlns:a16="http://schemas.microsoft.com/office/drawing/2014/main" id="{E396495F-0037-1C48-6010-C1F94E3E6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589" y="274500"/>
            <a:ext cx="4904653" cy="2758867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Had to describe how SPSS was not the same as Stata and I can't believe I  forgot this">
            <a:extLst>
              <a:ext uri="{FF2B5EF4-FFF2-40B4-BE49-F238E27FC236}">
                <a16:creationId xmlns:a16="http://schemas.microsoft.com/office/drawing/2014/main" id="{4D1EE8A0-7E5B-25D9-167E-05D831AA4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04" y="3291054"/>
            <a:ext cx="5473846" cy="3220446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Anyone else hate SPSS? : r/psychologymemes">
            <a:extLst>
              <a:ext uri="{FF2B5EF4-FFF2-40B4-BE49-F238E27FC236}">
                <a16:creationId xmlns:a16="http://schemas.microsoft.com/office/drawing/2014/main" id="{7A7C110E-CA6E-9905-0C7B-81AFB9D473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7496" y="272334"/>
            <a:ext cx="2170354" cy="2758867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 descr="Ein Bild, das Menschliches Gesicht, Frucht, Lächeln, Person enthält.&#10;&#10;KI-generierte Inhalte können fehlerhaft sein.">
            <a:extLst>
              <a:ext uri="{FF2B5EF4-FFF2-40B4-BE49-F238E27FC236}">
                <a16:creationId xmlns:a16="http://schemas.microsoft.com/office/drawing/2014/main" id="{3CF3173E-D323-1A0B-AD6E-F31AADAC5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5163" y="3291054"/>
            <a:ext cx="3324625" cy="3220446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457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EBB69-A458-2CA5-59C6-C4F20F2B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8C48B48-A020-B323-A377-D22DEDEC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D01989-C16F-A646-7D58-5D1974C4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Example: </a:t>
            </a:r>
            <a:r>
              <a:rPr lang="en-GB" dirty="0" err="1"/>
              <a:t>jamovi</a:t>
            </a:r>
            <a:endParaRPr lang="en-GB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AD38CC-D451-F7CD-ABE5-CC579637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B16908-5018-99F7-22CB-B54EC421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7" name="Content Placeholder 6">
            <a:hlinkClick r:id="rId2"/>
            <a:extLst>
              <a:ext uri="{FF2B5EF4-FFF2-40B4-BE49-F238E27FC236}">
                <a16:creationId xmlns:a16="http://schemas.microsoft.com/office/drawing/2014/main" id="{2356D1BA-CEFB-4849-FE29-2E5EFCFE9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gray">
          <a:xfrm>
            <a:off x="2483493" y="1485512"/>
            <a:ext cx="7225014" cy="4535488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461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337C76-6F6B-C86D-A267-DB18BEBA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2C30DE-D501-FF02-9446-6F107F53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Recommendation: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535A0-FA0F-B866-AAB6-73B00952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B722-DDBF-782B-453D-AA46CA1D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F27E5-2D7A-F2C8-ABC5-DC83AB5E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pic>
        <p:nvPicPr>
          <p:cNvPr id="7" name="Picture 2" descr="Learning Statistics with jamovi: A Tutorial for Beginners in Statistical Analysis - cover image">
            <a:hlinkClick r:id="rId2"/>
            <a:extLst>
              <a:ext uri="{FF2B5EF4-FFF2-40B4-BE49-F238E27FC236}">
                <a16:creationId xmlns:a16="http://schemas.microsoft.com/office/drawing/2014/main" id="{16BFBAC2-098B-29BD-1F30-26C776437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7939">
            <a:off x="5055860" y="610642"/>
            <a:ext cx="4504103" cy="562352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48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10A6B7-E82B-9D1A-B950-EDB61E4E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typical Workflow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D36125-7940-3D91-7711-78305E2CA778}"/>
              </a:ext>
            </a:extLst>
          </p:cNvPr>
          <p:cNvGrpSpPr/>
          <p:nvPr/>
        </p:nvGrpSpPr>
        <p:grpSpPr>
          <a:xfrm>
            <a:off x="1577990" y="765000"/>
            <a:ext cx="8766010" cy="5511615"/>
            <a:chOff x="1200000" y="980382"/>
            <a:chExt cx="8766010" cy="5511615"/>
          </a:xfrm>
        </p:grpSpPr>
        <p:graphicFrame>
          <p:nvGraphicFramePr>
            <p:cNvPr id="7" name="Inhaltsplatzhalter 4">
              <a:extLst>
                <a:ext uri="{FF2B5EF4-FFF2-40B4-BE49-F238E27FC236}">
                  <a16:creationId xmlns:a16="http://schemas.microsoft.com/office/drawing/2014/main" id="{5764C9C2-020A-AF27-4EC8-E180A3B51B7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00000" y="4366219"/>
            <a:ext cx="8732713" cy="16718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8" name="Pfeil: gebogen 8">
              <a:extLst>
                <a:ext uri="{FF2B5EF4-FFF2-40B4-BE49-F238E27FC236}">
                  <a16:creationId xmlns:a16="http://schemas.microsoft.com/office/drawing/2014/main" id="{84B7352B-E6B9-6986-1DAB-E30A346766A9}"/>
                </a:ext>
              </a:extLst>
            </p:cNvPr>
            <p:cNvSpPr/>
            <p:nvPr/>
          </p:nvSpPr>
          <p:spPr>
            <a:xfrm rot="5400000" flipV="1">
              <a:off x="3007257" y="2249551"/>
              <a:ext cx="1100043" cy="3997398"/>
            </a:xfrm>
            <a:prstGeom prst="bentArrow">
              <a:avLst/>
            </a:prstGeom>
            <a:solidFill>
              <a:srgbClr val="4F81BD">
                <a:tint val="60000"/>
                <a:hueOff val="0"/>
                <a:satOff val="0"/>
                <a:lumOff val="0"/>
                <a:alphaOff val="0"/>
              </a:srgbClr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AT" sz="1400" dirty="0">
                <a:solidFill>
                  <a:prstClr val="black"/>
                </a:solidFill>
                <a:latin typeface="Arial" charset="0"/>
                <a:ea typeface="ＭＳ Ｐゴシック" pitchFamily="-104" charset="-128"/>
              </a:endParaRPr>
            </a:p>
          </p:txBody>
        </p:sp>
        <p:sp>
          <p:nvSpPr>
            <p:cNvPr id="9" name="Pfeil: gebogen 7">
              <a:extLst>
                <a:ext uri="{FF2B5EF4-FFF2-40B4-BE49-F238E27FC236}">
                  <a16:creationId xmlns:a16="http://schemas.microsoft.com/office/drawing/2014/main" id="{97E1282E-B62F-30B2-22A9-F130659CA012}"/>
                </a:ext>
              </a:extLst>
            </p:cNvPr>
            <p:cNvSpPr/>
            <p:nvPr/>
          </p:nvSpPr>
          <p:spPr>
            <a:xfrm rot="10800000">
              <a:off x="5338016" y="2957876"/>
              <a:ext cx="4176464" cy="1147029"/>
            </a:xfrm>
            <a:prstGeom prst="bentArrow">
              <a:avLst>
                <a:gd name="adj1" fmla="val 25000"/>
                <a:gd name="adj2" fmla="val 22939"/>
                <a:gd name="adj3" fmla="val 25000"/>
                <a:gd name="adj4" fmla="val 47213"/>
              </a:avLst>
            </a:prstGeom>
            <a:solidFill>
              <a:srgbClr val="4F81BD">
                <a:tint val="60000"/>
                <a:hueOff val="0"/>
                <a:satOff val="0"/>
                <a:lumOff val="0"/>
                <a:alphaOff val="0"/>
              </a:srgbClr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AT" sz="1400" dirty="0">
                <a:solidFill>
                  <a:prstClr val="black"/>
                </a:solidFill>
                <a:latin typeface="Arial" charset="0"/>
                <a:ea typeface="ＭＳ Ｐゴシック" pitchFamily="-104" charset="-128"/>
              </a:endParaRPr>
            </a:p>
          </p:txBody>
        </p:sp>
        <p:graphicFrame>
          <p:nvGraphicFramePr>
            <p:cNvPr id="10" name="Inhaltsplatzhalter 4">
              <a:extLst>
                <a:ext uri="{FF2B5EF4-FFF2-40B4-BE49-F238E27FC236}">
                  <a16:creationId xmlns:a16="http://schemas.microsoft.com/office/drawing/2014/main" id="{73106FFD-60A8-EF26-90BE-FD235415C96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00000" y="1882372"/>
            <a:ext cx="8732713" cy="16718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11" name="Textfeld 2">
              <a:extLst>
                <a:ext uri="{FF2B5EF4-FFF2-40B4-BE49-F238E27FC236}">
                  <a16:creationId xmlns:a16="http://schemas.microsoft.com/office/drawing/2014/main" id="{D5E6D71A-498C-0EA2-2439-75932AA5A808}"/>
                </a:ext>
              </a:extLst>
            </p:cNvPr>
            <p:cNvSpPr txBox="1"/>
            <p:nvPr/>
          </p:nvSpPr>
          <p:spPr>
            <a:xfrm>
              <a:off x="3611759" y="1719046"/>
              <a:ext cx="1152128" cy="46166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88900" indent="-88900" defTabSz="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de-AT" sz="1200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Collect</a:t>
              </a:r>
              <a:endParaRPr lang="de-AT" sz="1200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  <a:p>
              <a:pPr marL="88900" indent="-88900" defTabSz="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de-AT" sz="1200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Repositories</a:t>
              </a:r>
              <a:endParaRPr lang="de-AT" sz="1200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</p:txBody>
        </p:sp>
        <p:sp>
          <p:nvSpPr>
            <p:cNvPr id="12" name="Textfeld 9">
              <a:extLst>
                <a:ext uri="{FF2B5EF4-FFF2-40B4-BE49-F238E27FC236}">
                  <a16:creationId xmlns:a16="http://schemas.microsoft.com/office/drawing/2014/main" id="{E19157B1-F2EE-054D-DDDB-F1CB93949535}"/>
                </a:ext>
              </a:extLst>
            </p:cNvPr>
            <p:cNvSpPr txBox="1"/>
            <p:nvPr/>
          </p:nvSpPr>
          <p:spPr>
            <a:xfrm>
              <a:off x="5225448" y="1349714"/>
              <a:ext cx="1152128" cy="83099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>
              <a:defPPr>
                <a:defRPr lang="de-DE"/>
              </a:defPPr>
              <a:lvl1pPr marL="88900" indent="-88900">
                <a:buFont typeface="Wingdings" panose="05000000000000000000" pitchFamily="2" charset="2"/>
                <a:buChar char="§"/>
                <a:defRPr sz="1200">
                  <a:latin typeface="+mj-lt"/>
                </a:defRPr>
              </a:lvl1pPr>
            </a:lstStyle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Encoding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problems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Data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types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Labels</a:t>
              </a:r>
            </a:p>
          </p:txBody>
        </p:sp>
        <p:sp>
          <p:nvSpPr>
            <p:cNvPr id="13" name="Textfeld 10">
              <a:extLst>
                <a:ext uri="{FF2B5EF4-FFF2-40B4-BE49-F238E27FC236}">
                  <a16:creationId xmlns:a16="http://schemas.microsoft.com/office/drawing/2014/main" id="{6A6A7246-262F-E641-F417-A995A96B92AC}"/>
                </a:ext>
              </a:extLst>
            </p:cNvPr>
            <p:cNvSpPr txBox="1"/>
            <p:nvPr/>
          </p:nvSpPr>
          <p:spPr>
            <a:xfrm>
              <a:off x="6911145" y="1534380"/>
              <a:ext cx="1260648" cy="64633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>
              <a:defPPr>
                <a:defRPr lang="de-DE"/>
              </a:defPPr>
              <a:lvl1pPr marL="88900" indent="-88900">
                <a:buFont typeface="Wingdings" panose="05000000000000000000" pitchFamily="2" charset="2"/>
                <a:buChar char="§"/>
                <a:defRPr sz="1200">
                  <a:latin typeface="+mj-lt"/>
                </a:defRPr>
              </a:lvl1pPr>
            </a:lstStyle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Completeness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Missing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Values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Plausibility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</p:txBody>
        </p:sp>
        <p:sp>
          <p:nvSpPr>
            <p:cNvPr id="14" name="Textfeld 11">
              <a:extLst>
                <a:ext uri="{FF2B5EF4-FFF2-40B4-BE49-F238E27FC236}">
                  <a16:creationId xmlns:a16="http://schemas.microsoft.com/office/drawing/2014/main" id="{8B1318B4-196D-B972-5479-4EF229CED4F2}"/>
                </a:ext>
              </a:extLst>
            </p:cNvPr>
            <p:cNvSpPr txBox="1"/>
            <p:nvPr/>
          </p:nvSpPr>
          <p:spPr>
            <a:xfrm>
              <a:off x="8705362" y="980382"/>
              <a:ext cx="1260648" cy="120032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>
              <a:defPPr>
                <a:defRPr lang="de-DE"/>
              </a:defPPr>
              <a:lvl1pPr marL="88900" indent="-88900">
                <a:buFont typeface="Wingdings" panose="05000000000000000000" pitchFamily="2" charset="2"/>
                <a:buChar char="§"/>
                <a:defRPr sz="1200">
                  <a:latin typeface="+mj-lt"/>
                </a:defRPr>
              </a:lvl1pPr>
            </a:lstStyle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Reduction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Imputation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Aggregation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Classification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Generalisation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Documentation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</p:txBody>
        </p:sp>
        <p:sp>
          <p:nvSpPr>
            <p:cNvPr id="15" name="Textfeld 12">
              <a:extLst>
                <a:ext uri="{FF2B5EF4-FFF2-40B4-BE49-F238E27FC236}">
                  <a16:creationId xmlns:a16="http://schemas.microsoft.com/office/drawing/2014/main" id="{7B751D66-68AF-5C8A-6DF0-DF11B330680B}"/>
                </a:ext>
              </a:extLst>
            </p:cNvPr>
            <p:cNvSpPr txBox="1"/>
            <p:nvPr/>
          </p:nvSpPr>
          <p:spPr>
            <a:xfrm>
              <a:off x="1342999" y="5661000"/>
              <a:ext cx="12606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88900" indent="-88900">
                <a:buFont typeface="Wingdings" panose="05000000000000000000" pitchFamily="2" charset="2"/>
                <a:buChar char="§"/>
                <a:defRPr sz="1200">
                  <a:latin typeface="+mj-lt"/>
                </a:defRPr>
              </a:lvl1pPr>
            </a:lstStyle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Univariate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Bivariate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Multivariat</a:t>
              </a:r>
            </a:p>
          </p:txBody>
        </p:sp>
        <p:sp>
          <p:nvSpPr>
            <p:cNvPr id="16" name="Textfeld 13">
              <a:extLst>
                <a:ext uri="{FF2B5EF4-FFF2-40B4-BE49-F238E27FC236}">
                  <a16:creationId xmlns:a16="http://schemas.microsoft.com/office/drawing/2014/main" id="{EF32CB2C-748A-ECBA-CC2E-675518A19A03}"/>
                </a:ext>
              </a:extLst>
            </p:cNvPr>
            <p:cNvSpPr txBox="1"/>
            <p:nvPr/>
          </p:nvSpPr>
          <p:spPr>
            <a:xfrm>
              <a:off x="3073697" y="5661000"/>
              <a:ext cx="12606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88900" indent="-88900">
                <a:buFont typeface="Wingdings" panose="05000000000000000000" pitchFamily="2" charset="2"/>
                <a:buChar char="§"/>
                <a:defRPr sz="1200">
                  <a:latin typeface="+mj-lt"/>
                </a:defRPr>
              </a:lvl1pPr>
            </a:lstStyle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Segment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data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record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Sensitivity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analysis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</p:txBody>
        </p:sp>
        <p:sp>
          <p:nvSpPr>
            <p:cNvPr id="17" name="Textfeld 14">
              <a:extLst>
                <a:ext uri="{FF2B5EF4-FFF2-40B4-BE49-F238E27FC236}">
                  <a16:creationId xmlns:a16="http://schemas.microsoft.com/office/drawing/2014/main" id="{947DEB83-6B5D-0D7E-5EC0-551534DD2D66}"/>
                </a:ext>
              </a:extLst>
            </p:cNvPr>
            <p:cNvSpPr txBox="1"/>
            <p:nvPr/>
          </p:nvSpPr>
          <p:spPr>
            <a:xfrm>
              <a:off x="4781635" y="5661000"/>
              <a:ext cx="14944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88900" indent="-88900">
                <a:buFont typeface="Wingdings" panose="05000000000000000000" pitchFamily="2" charset="2"/>
                <a:buChar char="§"/>
                <a:defRPr sz="1200">
                  <a:latin typeface="+mj-lt"/>
                </a:defRPr>
              </a:lvl1pPr>
            </a:lstStyle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Explanatory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power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Number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of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variables</a:t>
              </a:r>
            </a:p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Effect</a:t>
              </a:r>
              <a:r>
                <a:rPr lang="de-AT" dirty="0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 </a:t>
              </a:r>
              <a:r>
                <a:rPr lang="de-AT" dirty="0" err="1">
                  <a:solidFill>
                    <a:prstClr val="black"/>
                  </a:solidFill>
                  <a:latin typeface="Calibri"/>
                  <a:ea typeface="ＭＳ Ｐゴシック" pitchFamily="-104" charset="-128"/>
                </a:rPr>
                <a:t>strength</a:t>
              </a:r>
              <a:endParaRPr lang="de-AT" dirty="0">
                <a:solidFill>
                  <a:prstClr val="black"/>
                </a:solidFill>
                <a:latin typeface="Calibri"/>
                <a:ea typeface="ＭＳ Ｐゴシック" pitchFamily="-104" charset="-128"/>
              </a:endParaRPr>
            </a:p>
          </p:txBody>
        </p:sp>
      </p:grp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C95878FD-1556-EA0B-6B3C-235F96D2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CE02DE5-6CBB-1A35-36C6-7B465361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8C02D29-FD4E-0BCF-7EE2-A37B35E3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63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50E1-B8B5-E438-32D2-0A243B40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0D1EDBB2-DE2F-6FEA-96AF-20447A4D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Importing &amp;</a:t>
            </a:r>
            <a:br>
              <a:rPr lang="en-GB" dirty="0"/>
            </a:br>
            <a:r>
              <a:rPr lang="en-GB" dirty="0" err="1"/>
              <a:t>Validting</a:t>
            </a:r>
            <a:br>
              <a:rPr lang="en-GB" dirty="0"/>
            </a:br>
            <a:r>
              <a:rPr lang="en-GB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1959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BC58C-8DB0-840C-6D45-D284B1B6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961836-631C-AC0A-AA6B-238CC671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D01D3F6-8BDA-1878-E8B1-FC6D2AA2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Codeplan</a:t>
            </a:r>
            <a:endParaRPr lang="en-GB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EDBE50-2090-2AD5-4616-BA72187B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Kuckartz</a:t>
            </a:r>
            <a:r>
              <a:rPr lang="en-GB" dirty="0"/>
              <a:t> et al. 2010:15)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3470DA-0FC5-26FE-FBC6-E9AA71CE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5CD4E96-2102-C737-4F47-F7B0CF5FC8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1" t="6072" r="12754" b="5000"/>
          <a:stretch/>
        </p:blipFill>
        <p:spPr bwMode="auto">
          <a:xfrm>
            <a:off x="2708054" y="1628775"/>
            <a:ext cx="6775892" cy="453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63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Codeplan</a:t>
            </a:r>
            <a:endParaRPr lang="en-GB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0043B1-19F8-3BEA-B26E-EF3653CF8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gray">
          <a:xfrm>
            <a:off x="1704000" y="1664519"/>
            <a:ext cx="8784000" cy="4464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56EB2D-272D-8FF5-89C2-6746D55D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(Höferl, 2017)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DE2CA-DA3A-C29D-AD71-1ACD52DFC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E656D-AF0A-C566-16FB-015D9713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0361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Labels in </a:t>
            </a:r>
            <a:r>
              <a:rPr lang="en-GB" dirty="0" err="1"/>
              <a:t>Jamovi</a:t>
            </a:r>
            <a:endParaRPr lang="en-GB" dirty="0"/>
          </a:p>
        </p:txBody>
      </p:sp>
      <p:pic>
        <p:nvPicPr>
          <p:cNvPr id="1026" name="Picture 2" descr="Jamovi variable editing window. The variable name is Region. Under levels the response options are now labeled: Northeast (1), South (2), Midwest (3), West Coast (4)">
            <a:extLst>
              <a:ext uri="{FF2B5EF4-FFF2-40B4-BE49-F238E27FC236}">
                <a16:creationId xmlns:a16="http://schemas.microsoft.com/office/drawing/2014/main" id="{AB6ED2A2-6D17-6FCD-5528-C162C39E97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167" y="1845000"/>
            <a:ext cx="7051666" cy="4103038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126D3-FCAB-DA1F-344A-3D6D0BAB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8CF54-E96A-8378-ED7F-9A239C27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8F0E1-4503-99F7-4189-89087023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155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E7AAE3-F08C-9A92-05FC-939584E0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3A2B0A-4D03-D9E5-1653-9DCF6971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don’t Know = Nothing?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155BF-F1D7-6D2C-6F38-BEC9C4549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Many reasons: refusal to answer, age=225, multiple answers, illegible, etc.</a:t>
            </a:r>
            <a:br>
              <a:rPr lang="en-GB" dirty="0"/>
            </a:br>
            <a:endParaRPr lang="en-GB" sz="1000" dirty="0"/>
          </a:p>
          <a:p>
            <a:pPr marL="355600" indent="0">
              <a:buNone/>
            </a:pPr>
            <a:r>
              <a:rPr lang="en-GB" b="1" dirty="0">
                <a:solidFill>
                  <a:srgbClr val="E37823"/>
                </a:solidFill>
              </a:rPr>
              <a:t>→ Always transfer to data table:</a:t>
            </a:r>
          </a:p>
          <a:p>
            <a:pPr lvl="1"/>
            <a:r>
              <a:rPr lang="en-GB" dirty="0"/>
              <a:t>Leave field blank</a:t>
            </a:r>
          </a:p>
          <a:p>
            <a:pPr lvl="1"/>
            <a:r>
              <a:rPr lang="en-GB" dirty="0"/>
              <a:t>Encoding (e.g.: 999- -9, NA)</a:t>
            </a:r>
          </a:p>
          <a:p>
            <a:pPr lvl="1"/>
            <a:endParaRPr lang="en-GB" sz="1050" dirty="0"/>
          </a:p>
          <a:p>
            <a:r>
              <a:rPr lang="en-GB" b="1" dirty="0"/>
              <a:t>Why?</a:t>
            </a:r>
          </a:p>
          <a:p>
            <a:pPr lvl="1"/>
            <a:r>
              <a:rPr lang="en-GB" dirty="0"/>
              <a:t>Statistical programmes can take </a:t>
            </a:r>
            <a:r>
              <a:rPr lang="en-GB" b="1" dirty="0"/>
              <a:t>"missing values" </a:t>
            </a:r>
            <a:r>
              <a:rPr lang="en-GB" dirty="0"/>
              <a:t>into account when calculating statistical parameters</a:t>
            </a:r>
            <a:br>
              <a:rPr lang="en-GB" dirty="0"/>
            </a:br>
            <a:r>
              <a:rPr lang="en-GB" b="1" dirty="0"/>
              <a:t>👉 </a:t>
            </a:r>
            <a:r>
              <a:rPr lang="en-GB" b="1" dirty="0">
                <a:solidFill>
                  <a:srgbClr val="E37823"/>
                </a:solidFill>
              </a:rPr>
              <a:t>define what constitutes a "missing value"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CDF92-7448-EB28-0C86-290CFC85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9B8D0-AF96-3466-7B31-F53331E5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290663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0ACCB-6FD4-956C-976C-64241F7A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1E8287-779C-A6F1-8BB9-17873F43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B9125-C0B1-A7A7-2E2F-19578988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BDB75-4E1E-A55B-6363-C6B820C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7" name="Grafik 7" descr="Ein Bild, das Text, Screenshot, Person, Gras enthält.&#10;&#10;KI-generierte Inhalte können fehlerhaft sein.">
            <a:extLst>
              <a:ext uri="{FF2B5EF4-FFF2-40B4-BE49-F238E27FC236}">
                <a16:creationId xmlns:a16="http://schemas.microsoft.com/office/drawing/2014/main" id="{B9858AEE-D18C-2BBF-07B7-D276F1546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748" y="1629000"/>
            <a:ext cx="7416676" cy="3949507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1909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BF620-92D1-7D70-2E51-8D5C9B0D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E0F998-1EB3-DA97-E94C-3D51908A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E506F4-45B7-AD93-FFFD-D999A883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A2A30-9BA6-056A-9BF7-821FA3FE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A74F2-2D52-690F-7C04-F2D31E11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6E1B51-CCB8-84C7-248A-7F96150B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75"/>
              </a:spcAft>
            </a:pPr>
            <a:r>
              <a:rPr lang="en-GB" dirty="0"/>
              <a:t>What is the </a:t>
            </a:r>
            <a:r>
              <a:rPr lang="en-GB" b="1" dirty="0"/>
              <a:t>general attitude </a:t>
            </a:r>
            <a:r>
              <a:rPr lang="en-GB" dirty="0"/>
              <a:t>towards the use of wind energy among Austrian households?</a:t>
            </a:r>
          </a:p>
          <a:p>
            <a:pPr lvl="1">
              <a:spcAft>
                <a:spcPts val="775"/>
              </a:spcAft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Exposure, urban-rural gradient, </a:t>
            </a:r>
            <a:br>
              <a:rPr lang="en-GB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political orientation, conspiracy mentality</a:t>
            </a:r>
          </a:p>
          <a:p>
            <a:pPr>
              <a:spcAft>
                <a:spcPts val="775"/>
              </a:spcAft>
            </a:pPr>
            <a:r>
              <a:rPr lang="en-GB" dirty="0"/>
              <a:t>Do Austrian households </a:t>
            </a:r>
            <a:r>
              <a:rPr lang="en-GB" b="1" dirty="0"/>
              <a:t>discriminate</a:t>
            </a:r>
            <a:r>
              <a:rPr lang="en-GB" dirty="0"/>
              <a:t> in their approval of </a:t>
            </a:r>
            <a:r>
              <a:rPr lang="en-GB" b="1" dirty="0"/>
              <a:t>different approaches </a:t>
            </a:r>
            <a:r>
              <a:rPr lang="en-GB" dirty="0"/>
              <a:t>to wind energy use?</a:t>
            </a:r>
          </a:p>
          <a:p>
            <a:pPr lvl="1">
              <a:spcAft>
                <a:spcPts val="775"/>
              </a:spcAft>
            </a:pPr>
            <a:r>
              <a:rPr lang="en-GB" dirty="0"/>
              <a:t>Type of plant, localisation, shareholdership</a:t>
            </a:r>
          </a:p>
          <a:p>
            <a:pPr>
              <a:spcAft>
                <a:spcPts val="775"/>
              </a:spcAft>
            </a:pPr>
            <a:endParaRPr lang="en-GB" dirty="0"/>
          </a:p>
          <a:p>
            <a:pPr>
              <a:spcAft>
                <a:spcPts val="775"/>
              </a:spcAft>
            </a:pPr>
            <a:r>
              <a:rPr lang="en-GB" dirty="0"/>
              <a:t>👨‍💻</a:t>
            </a:r>
            <a:r>
              <a:rPr lang="en-GB" b="1" dirty="0"/>
              <a:t>Preregistration: </a:t>
            </a:r>
            <a:r>
              <a:rPr lang="en-GB" dirty="0">
                <a:hlinkClick r:id="rId2"/>
              </a:rPr>
              <a:t>doi.org/10.17605/OSF.IO/SU8H2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5388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2EF41-0F07-5B55-4744-8C9D993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57433-7AC3-D6FF-735D-9303D2CC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098451-03BD-E58F-960C-C3F12D9B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3D978-94CC-7025-6199-36E0C861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8DBB8-D7B6-A7BD-93E5-20B2821B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C8E9C9-8E7D-4923-CFD3-640288D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175"/>
              </a:spcAft>
              <a:buNone/>
            </a:pPr>
            <a:r>
              <a:rPr lang="en-GB" b="1" dirty="0"/>
              <a:t>Online survey:</a:t>
            </a:r>
          </a:p>
          <a:p>
            <a:pPr>
              <a:spcAft>
                <a:spcPts val="1175"/>
              </a:spcAft>
            </a:pPr>
            <a:r>
              <a:rPr lang="en-GB" dirty="0"/>
              <a:t>Sampling proportional to: </a:t>
            </a:r>
          </a:p>
          <a:p>
            <a:pPr lvl="1">
              <a:spcAft>
                <a:spcPts val="1175"/>
              </a:spcAft>
            </a:pPr>
            <a:r>
              <a:rPr lang="en-GB" dirty="0"/>
              <a:t>age, gender, education, population distribution between Austrian federal states</a:t>
            </a:r>
          </a:p>
          <a:p>
            <a:pPr>
              <a:spcAft>
                <a:spcPts val="1175"/>
              </a:spcAft>
            </a:pPr>
            <a:r>
              <a:rPr lang="en-GB" dirty="0"/>
              <a:t>Field phase: 04/15/24 to 05/07/24</a:t>
            </a:r>
          </a:p>
          <a:p>
            <a:pPr>
              <a:spcAft>
                <a:spcPts val="1175"/>
              </a:spcAft>
            </a:pPr>
            <a:r>
              <a:rPr lang="en-GB" dirty="0"/>
              <a:t>1.642 complete  👉 1.453 valid responses</a:t>
            </a:r>
          </a:p>
          <a:p>
            <a:pPr lvl="1">
              <a:spcAft>
                <a:spcPts val="1175"/>
              </a:spcAft>
            </a:pPr>
            <a:r>
              <a:rPr lang="en-GB" dirty="0"/>
              <a:t>duration &amp; uniform response behaviour</a:t>
            </a:r>
          </a:p>
          <a:p>
            <a:pPr>
              <a:spcAft>
                <a:spcPts val="1175"/>
              </a:spcAft>
            </a:pPr>
            <a:r>
              <a:rPr lang="en-GB" dirty="0"/>
              <a:t>Structural similarity sample-population: +/- 1%</a:t>
            </a:r>
          </a:p>
        </p:txBody>
      </p:sp>
    </p:spTree>
    <p:extLst>
      <p:ext uri="{BB962C8B-B14F-4D97-AF65-F5344CB8AC3E}">
        <p14:creationId xmlns:p14="http://schemas.microsoft.com/office/powerpoint/2010/main" val="2660846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6EDE3-03CE-BF14-BA55-A9C244C2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30EDB-54FC-D2F7-0DDB-DEB4B3EB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3EF5E5-0B7B-7B08-D079-09CFFD56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B75E9-1DDC-4EB6-E61E-E009CDBD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8159F-2642-E2CF-5326-292FF8D7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0F9C03-1CE8-30B7-421F-D9A37AE6780F}"/>
              </a:ext>
            </a:extLst>
          </p:cNvPr>
          <p:cNvGrpSpPr/>
          <p:nvPr/>
        </p:nvGrpSpPr>
        <p:grpSpPr>
          <a:xfrm>
            <a:off x="3231004" y="525514"/>
            <a:ext cx="8438939" cy="5671505"/>
            <a:chOff x="4624281" y="457200"/>
            <a:chExt cx="8438939" cy="5671505"/>
          </a:xfrm>
        </p:grpSpPr>
        <p:pic>
          <p:nvPicPr>
            <p:cNvPr id="9" name="Picture 8" descr="Ein Bild, das Text, Screenshot, Software, Computersymbol enthält.&#10;&#10;KI-generierte Inhalte können fehlerhaft sein.">
              <a:hlinkClick r:id="rId2"/>
              <a:extLst>
                <a:ext uri="{FF2B5EF4-FFF2-40B4-BE49-F238E27FC236}">
                  <a16:creationId xmlns:a16="http://schemas.microsoft.com/office/drawing/2014/main" id="{CBDD16D6-F20D-753A-BFF1-FEBF60A329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624281" y="457200"/>
              <a:ext cx="7046535" cy="5252720"/>
            </a:xfrm>
            <a:prstGeom prst="rect">
              <a:avLst/>
            </a:prstGeom>
          </p:spPr>
        </p:pic>
        <p:sp>
          <p:nvSpPr>
            <p:cNvPr id="10" name="Textfeld 13">
              <a:extLst>
                <a:ext uri="{FF2B5EF4-FFF2-40B4-BE49-F238E27FC236}">
                  <a16:creationId xmlns:a16="http://schemas.microsoft.com/office/drawing/2014/main" id="{9BFC5B80-DA52-55C0-9790-E95C1BC2103E}"/>
                </a:ext>
              </a:extLst>
            </p:cNvPr>
            <p:cNvSpPr txBox="1"/>
            <p:nvPr/>
          </p:nvSpPr>
          <p:spPr>
            <a:xfrm>
              <a:off x="6880860" y="5759373"/>
              <a:ext cx="6182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hlinkClick r:id="rId4"/>
                </a:rPr>
                <a:t>doi.org/10.17605/OSF.IO/SU8H2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4262525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AE85D-2E31-4645-C6B3-8DCE6CC3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6EA67A-82B2-5476-AF51-6EC0AF71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Uni-, Bi-</a:t>
            </a:r>
            <a:br>
              <a:rPr lang="en-GB" dirty="0"/>
            </a:br>
            <a:r>
              <a:rPr lang="en-GB" dirty="0"/>
              <a:t>or Multivariate?</a:t>
            </a:r>
          </a:p>
        </p:txBody>
      </p:sp>
    </p:spTree>
    <p:extLst>
      <p:ext uri="{BB962C8B-B14F-4D97-AF65-F5344CB8AC3E}">
        <p14:creationId xmlns:p14="http://schemas.microsoft.com/office/powerpoint/2010/main" val="950862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2A7CF-E1D4-E677-B679-C1BF0AD1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19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0DBCD-ADAA-5AFB-30AC-34AF4D9C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Uni-, bi- and multivariate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96C17-3D40-0369-956A-C1C309C31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sz="2400" b="1" dirty="0"/>
              <a:t>Univariate Analysis:</a:t>
            </a:r>
            <a:endParaRPr lang="en-GB" sz="2400" dirty="0"/>
          </a:p>
          <a:p>
            <a:pPr>
              <a:spcAft>
                <a:spcPts val="800"/>
              </a:spcAft>
            </a:pPr>
            <a:r>
              <a:rPr lang="en-GB" sz="2400" dirty="0"/>
              <a:t>Examines one variable at a time</a:t>
            </a:r>
          </a:p>
          <a:p>
            <a:pPr>
              <a:spcAft>
                <a:spcPts val="800"/>
              </a:spcAft>
            </a:pPr>
            <a:r>
              <a:rPr lang="en-GB" sz="2400" dirty="0"/>
              <a:t>Focuses on describing distribution, central tendency and dispersion</a:t>
            </a:r>
          </a:p>
          <a:p>
            <a:pPr>
              <a:spcAft>
                <a:spcPts val="800"/>
              </a:spcAft>
            </a:pPr>
            <a:r>
              <a:rPr lang="en-GB" sz="2400" dirty="0"/>
              <a:t>Typical measures: mean, median, variance, standard deviation</a:t>
            </a:r>
          </a:p>
          <a:p>
            <a:pPr>
              <a:spcAft>
                <a:spcPts val="800"/>
              </a:spcAft>
            </a:pPr>
            <a:r>
              <a:rPr lang="en-GB" sz="2400" dirty="0"/>
              <a:t>Typical visualisations: histogram, boxplot, bar chart</a:t>
            </a:r>
          </a:p>
          <a:p>
            <a:pPr>
              <a:spcAft>
                <a:spcPts val="8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👉 Used for descriptive insights about a single variable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1B5EB-B3F6-AA2A-2703-AC91C3BD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1FC1F-B5A2-A6AC-7706-155BFAA9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458327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12D4-85E8-8DB8-540C-DF8843FD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652BD-856F-F69B-58B4-ADB8F9C8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20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7B7EF9-E624-F440-B4CC-2AB0FEAC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Univariate Analysis in Action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0E690-9570-0CDA-220B-70BEF900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(Kirchherr et al. 2023)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48B1E-C0D4-117D-752A-B1FFB6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8B796A-464C-3A79-72A4-68EE60171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18" t="2010" r="1295" b="1744"/>
          <a:stretch>
            <a:fillRect/>
          </a:stretch>
        </p:blipFill>
        <p:spPr bwMode="gray">
          <a:xfrm>
            <a:off x="4584000" y="1341000"/>
            <a:ext cx="7128000" cy="4678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10837D-E894-A2CC-EB58-0F329A127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83321">
            <a:off x="659677" y="1497743"/>
            <a:ext cx="3420531" cy="45810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089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A9C1-450A-7AB8-C7B0-90365935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8864AC-8CAC-5508-E13F-581A22A3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21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F4746-FFE4-400E-480B-F5C7B37A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Uni-, bi- and multivariate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56816-7693-A61C-C118-AD3B92D86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sz="2400" b="1"/>
              <a:t>Bivariate Analysis:</a:t>
            </a:r>
            <a:endParaRPr lang="en-GB" sz="2400"/>
          </a:p>
          <a:p>
            <a:pPr>
              <a:spcAft>
                <a:spcPts val="1200"/>
              </a:spcAft>
            </a:pPr>
            <a:r>
              <a:rPr lang="en-GB" sz="2400"/>
              <a:t>Examines the relationship between two variables</a:t>
            </a:r>
          </a:p>
          <a:p>
            <a:pPr>
              <a:spcAft>
                <a:spcPts val="1200"/>
              </a:spcAft>
            </a:pPr>
            <a:r>
              <a:rPr lang="en-GB" sz="2400"/>
              <a:t>Focuses on association, correlation or group differences</a:t>
            </a:r>
          </a:p>
          <a:p>
            <a:pPr>
              <a:spcAft>
                <a:spcPts val="1200"/>
              </a:spcAft>
            </a:pPr>
            <a:r>
              <a:rPr lang="en-GB" sz="2400"/>
              <a:t>Typical methods: correlation analysis, simple regression, t-test, chi-square test</a:t>
            </a:r>
          </a:p>
          <a:p>
            <a:pPr>
              <a:spcAft>
                <a:spcPts val="1200"/>
              </a:spcAft>
            </a:pPr>
            <a:r>
              <a:rPr lang="en-GB" sz="2400"/>
              <a:t>Typical visualisations: scatterplot, grouped bar chart, line chart</a:t>
            </a:r>
          </a:p>
          <a:p>
            <a:pPr>
              <a:spcAft>
                <a:spcPts val="1200"/>
              </a:spcAft>
            </a:pPr>
            <a:r>
              <a:rPr lang="en-GB" sz="2400" b="1">
                <a:solidFill>
                  <a:schemeClr val="accent2"/>
                </a:solidFill>
              </a:rPr>
              <a:t>👉 Used to explore whether and how two variables are related</a:t>
            </a:r>
            <a:endParaRPr lang="en-GB" sz="2400" b="1" dirty="0">
              <a:solidFill>
                <a:schemeClr val="accent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C8A95-40EA-E37A-91C7-DA9CD6BB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02341-1F9A-476E-2846-4F8EA7A8A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587528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B666-10B0-C490-97A9-3583DA08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7BC66-FFF3-EA0E-01DB-5C6E68D2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22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72DFC-4569-1D7F-A64F-F2BA6D71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 in Action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59EC6-618B-75DB-36EB-A3379967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1C648-EC1A-FC1E-F2FD-F7232F9F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727A2D-32F1-0FA6-AA11-40556F98E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4851" y="2277000"/>
            <a:ext cx="8142298" cy="26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91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AF7898-FA70-402A-F97A-21CE221F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23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526692-BF4F-968E-CC35-DB09D2BF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 in Action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1D3B7-5FF2-251A-16B8-25B37E83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(Goodman, Green &amp; Woodcock n. d.)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B9D16-9F64-B6FB-F415-1CB47D4C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7" name="Picture 7">
            <a:hlinkClick r:id="rId2"/>
            <a:extLst>
              <a:ext uri="{FF2B5EF4-FFF2-40B4-BE49-F238E27FC236}">
                <a16:creationId xmlns:a16="http://schemas.microsoft.com/office/drawing/2014/main" id="{0A5CE938-5EAD-86BE-7151-790CA937CC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7"/>
          <a:stretch>
            <a:fillRect/>
          </a:stretch>
        </p:blipFill>
        <p:spPr bwMode="auto">
          <a:xfrm>
            <a:off x="2352000" y="1387795"/>
            <a:ext cx="7488000" cy="493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0543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961E-885A-BBCE-D6C2-5A40DB09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F767AC-7B72-DF0C-196D-19F7CC3F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24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063AAB-80DC-31B5-C7F5-C0AD9BBE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Uni-, bi- and multivariate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41FEC-9551-3DC0-F585-35E855C3C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Multivariate Analysis:</a:t>
            </a:r>
            <a:endParaRPr lang="en-GB" dirty="0"/>
          </a:p>
          <a:p>
            <a:pPr>
              <a:spcAft>
                <a:spcPts val="1200"/>
              </a:spcAft>
            </a:pPr>
            <a:r>
              <a:rPr lang="en-GB" dirty="0"/>
              <a:t>Examines more than two variables simultaneously</a:t>
            </a:r>
          </a:p>
          <a:p>
            <a:pPr>
              <a:spcAft>
                <a:spcPts val="1200"/>
              </a:spcAft>
            </a:pPr>
            <a:r>
              <a:rPr lang="en-GB" dirty="0"/>
              <a:t>Focuses on complex relationships and interaction effects</a:t>
            </a:r>
          </a:p>
          <a:p>
            <a:pPr>
              <a:spcAft>
                <a:spcPts val="1200"/>
              </a:spcAft>
            </a:pPr>
            <a:r>
              <a:rPr lang="en-GB" dirty="0"/>
              <a:t>Typical methods: multiple regression, MANOVA, factor analysis, cluster analysis</a:t>
            </a:r>
          </a:p>
          <a:p>
            <a:pPr>
              <a:spcAft>
                <a:spcPts val="1200"/>
              </a:spcAft>
            </a:pPr>
            <a:r>
              <a:rPr lang="en-GB" dirty="0"/>
              <a:t>Used to model systems with several influencing variables</a:t>
            </a:r>
          </a:p>
          <a:p>
            <a:pPr>
              <a:spcAft>
                <a:spcPts val="1200"/>
              </a:spcAft>
            </a:pPr>
            <a:r>
              <a:rPr lang="en-GB" dirty="0"/>
              <a:t>Allows control for confounding 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0044-09A7-9F30-193B-0AA70500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D0C2A-A662-44B1-83AF-76A8F98E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885546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B999A-D493-8E4A-F453-BFEDF581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6659B-8E83-1810-5885-B9BC9E4A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Analysis in 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7CB2A-684B-4D59-77C3-93EBB01C9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3B948-99B6-9F05-3432-4C0353E6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(National Geographic 2012)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9F96E-4CAA-5D50-AE2B-673F6D06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62A612-6008-268C-2233-C7C2EA6C71D9}"/>
              </a:ext>
            </a:extLst>
          </p:cNvPr>
          <p:cNvGrpSpPr/>
          <p:nvPr/>
        </p:nvGrpSpPr>
        <p:grpSpPr>
          <a:xfrm>
            <a:off x="624000" y="2316164"/>
            <a:ext cx="5472000" cy="3837043"/>
            <a:chOff x="8522869" y="2442053"/>
            <a:chExt cx="3635274" cy="2549105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978CF6DD-5CF4-62FF-585C-F1ECC1C65A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035"/>
            <a:stretch/>
          </p:blipFill>
          <p:spPr bwMode="auto">
            <a:xfrm>
              <a:off x="8522869" y="2442053"/>
              <a:ext cx="3635274" cy="1206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99F4F08E-D0D5-792E-5062-E1BC34BDA3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987"/>
            <a:stretch/>
          </p:blipFill>
          <p:spPr bwMode="auto">
            <a:xfrm>
              <a:off x="9472639" y="3762433"/>
              <a:ext cx="1580704" cy="1228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3171313C-EAA5-14EE-8A9B-6694C516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00" y="25371"/>
            <a:ext cx="5151927" cy="63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1104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09B695A-F216-A790-E183-8D9A4200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26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3E44DB5-C2C7-052C-7B6F-2C2727B53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76672"/>
            <a:ext cx="9589105" cy="792000"/>
          </a:xfrm>
        </p:spPr>
        <p:txBody>
          <a:bodyPr/>
          <a:lstStyle/>
          <a:p>
            <a:r>
              <a:rPr lang="en-GB" dirty="0"/>
              <a:t>Multivariate Analysis in Action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395DAA-B825-A537-25F3-C8948946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(Grüneis et al. 2018)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96263E-9DE3-3F03-8E0B-7376934C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 | IL Scientific Method</a:t>
            </a:r>
          </a:p>
        </p:txBody>
      </p:sp>
      <p:pic>
        <p:nvPicPr>
          <p:cNvPr id="1026" name="Picture 2" descr="Fig. 2">
            <a:hlinkClick r:id="rId2"/>
            <a:extLst>
              <a:ext uri="{FF2B5EF4-FFF2-40B4-BE49-F238E27FC236}">
                <a16:creationId xmlns:a16="http://schemas.microsoft.com/office/drawing/2014/main" id="{47581717-0A36-C079-8BC2-8C2AF22A5F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456252"/>
            <a:ext cx="7382704" cy="452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6A8EFA6-3E0A-519B-1954-84CAB3A82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61" y="1741328"/>
            <a:ext cx="3120358" cy="4158806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9739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2DE28-5EF0-4CC0-2BA4-D10DB7E6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8B8A8C3-0D0F-92C2-57CF-427233A9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Univariate</a:t>
            </a:r>
            <a:br>
              <a:rPr lang="en-GB" dirty="0"/>
            </a:br>
            <a:r>
              <a:rPr lang="en-GB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964845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E1A230-20FE-55AE-0AC6-2BEB4D25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Remember: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82D2E-8A90-2340-C908-285FD8E26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33873-0FDA-CE51-58F0-94FFA7FB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(Allison Horst, </a:t>
            </a:r>
            <a:r>
              <a:rPr lang="en-GB" dirty="0" err="1"/>
              <a:t>Github</a:t>
            </a:r>
            <a:r>
              <a:rPr lang="en-GB" dirty="0"/>
              <a:t>, CC BY 4.0)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3BFA6-FA16-B619-2191-0626FCDC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4E569-30A0-12F4-DC55-3F3E9AA3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28</a:t>
            </a:fld>
            <a:endParaRPr lang="en-GB" dirty="0"/>
          </a:p>
        </p:txBody>
      </p:sp>
      <p:pic>
        <p:nvPicPr>
          <p:cNvPr id="8" name="Picture 2" descr="https://pbs.twimg.com/media/EkoCPz4VkAA_nST?format=jpg&amp;name=large">
            <a:hlinkClick r:id="rId2"/>
            <a:extLst>
              <a:ext uri="{FF2B5EF4-FFF2-40B4-BE49-F238E27FC236}">
                <a16:creationId xmlns:a16="http://schemas.microsoft.com/office/drawing/2014/main" id="{E31D2A4A-E404-3995-D39B-EAD85BEBE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07"/>
          <a:stretch/>
        </p:blipFill>
        <p:spPr bwMode="auto">
          <a:xfrm>
            <a:off x="2424000" y="1861288"/>
            <a:ext cx="4382912" cy="388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pbs.twimg.com/media/EkoCPz4VkAA_nST?format=jpg&amp;name=large">
            <a:hlinkClick r:id="rId2"/>
            <a:extLst>
              <a:ext uri="{FF2B5EF4-FFF2-40B4-BE49-F238E27FC236}">
                <a16:creationId xmlns:a16="http://schemas.microsoft.com/office/drawing/2014/main" id="{F7FA4293-08CE-8399-FF80-DAF4488707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44"/>
          <a:stretch/>
        </p:blipFill>
        <p:spPr bwMode="auto">
          <a:xfrm>
            <a:off x="90186" y="1952155"/>
            <a:ext cx="2093125" cy="370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s://pbs.twimg.com/media/EkoDNU6U0AISh-u?format=jpg&amp;name=large">
            <a:hlinkClick r:id="rId2"/>
            <a:extLst>
              <a:ext uri="{FF2B5EF4-FFF2-40B4-BE49-F238E27FC236}">
                <a16:creationId xmlns:a16="http://schemas.microsoft.com/office/drawing/2014/main" id="{C5AFAC7D-5273-7B97-9592-290A8791D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952" y="1860808"/>
            <a:ext cx="5064048" cy="390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AEE96F-3DF3-21DF-73D8-01ABB4130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000" y="2565000"/>
            <a:ext cx="304433" cy="23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19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 Types of Quantitative Data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</p:nvPr>
        </p:nvGraphicFramePr>
        <p:xfrm>
          <a:off x="840000" y="1628775"/>
          <a:ext cx="10656671" cy="4248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64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21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9486">
                <a:tc rowSpan="2">
                  <a:txBody>
                    <a:bodyPr/>
                    <a:lstStyle/>
                    <a:p>
                      <a:r>
                        <a:rPr lang="de-AT" sz="1600" dirty="0" err="1"/>
                        <a:t>Scale</a:t>
                      </a:r>
                      <a:r>
                        <a:rPr lang="de-AT" sz="1600" dirty="0"/>
                        <a:t> type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e-AT" sz="1600" dirty="0" err="1"/>
                        <a:t>Characteristics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AT" sz="1600" dirty="0" err="1"/>
                        <a:t>Permitted</a:t>
                      </a:r>
                      <a:r>
                        <a:rPr lang="de-AT" sz="1600" dirty="0"/>
                        <a:t> </a:t>
                      </a:r>
                      <a:r>
                        <a:rPr lang="de-AT" sz="1600" dirty="0" err="1"/>
                        <a:t>arithmetic</a:t>
                      </a:r>
                      <a:r>
                        <a:rPr lang="de-AT" sz="1600" dirty="0"/>
                        <a:t> </a:t>
                      </a:r>
                      <a:r>
                        <a:rPr lang="de-AT" sz="1600" dirty="0" err="1"/>
                        <a:t>operations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AT" sz="1600" dirty="0" err="1"/>
                        <a:t>Examples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931"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de-AT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Zero </a:t>
                      </a:r>
                      <a:r>
                        <a:rPr lang="de-AT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point</a:t>
                      </a:r>
                      <a:endParaRPr lang="de-AT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de-AT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Distances</a:t>
                      </a:r>
                      <a:endParaRPr lang="de-AT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de-AT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Ranks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de-AT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Identity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819">
                <a:tc>
                  <a:txBody>
                    <a:bodyPr/>
                    <a:lstStyle/>
                    <a:p>
                      <a:r>
                        <a:rPr lang="de-AT" sz="1600" b="1" dirty="0"/>
                        <a:t>Nominal </a:t>
                      </a:r>
                      <a:r>
                        <a:rPr lang="de-AT" sz="1600" b="1" dirty="0" err="1"/>
                        <a:t>scale</a:t>
                      </a:r>
                      <a:endParaRPr lang="de-AT" sz="1600" b="1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AT" sz="1600" dirty="0"/>
                        <a:t>=,</a:t>
                      </a:r>
                      <a:r>
                        <a:rPr lang="de-AT" sz="1600" baseline="0" dirty="0"/>
                        <a:t> ≠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Marital status, telephone numbers, medical classification</a:t>
                      </a:r>
                    </a:p>
                  </a:txBody>
                  <a:tcPr marL="96804" marR="96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375">
                <a:tc>
                  <a:txBody>
                    <a:bodyPr/>
                    <a:lstStyle/>
                    <a:p>
                      <a:r>
                        <a:rPr lang="de-AT" sz="1600" b="1" dirty="0"/>
                        <a:t>Ordinal </a:t>
                      </a:r>
                      <a:r>
                        <a:rPr lang="de-AT" sz="1600" b="1" dirty="0" err="1"/>
                        <a:t>scale</a:t>
                      </a:r>
                      <a:endParaRPr lang="de-AT" sz="1600" b="1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AT" sz="1600" dirty="0"/>
                        <a:t>=,</a:t>
                      </a:r>
                      <a:r>
                        <a:rPr lang="de-AT" sz="1600" baseline="0" dirty="0"/>
                        <a:t> ≠, &gt;, &lt;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Satisfaction, military ranks, wind force</a:t>
                      </a:r>
                    </a:p>
                  </a:txBody>
                  <a:tcPr marL="96804" marR="96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931">
                <a:tc>
                  <a:txBody>
                    <a:bodyPr/>
                    <a:lstStyle/>
                    <a:p>
                      <a:r>
                        <a:rPr lang="de-AT" sz="1600" b="1" dirty="0" err="1"/>
                        <a:t>Interval</a:t>
                      </a:r>
                      <a:r>
                        <a:rPr lang="de-AT" sz="1600" b="1" dirty="0"/>
                        <a:t> </a:t>
                      </a:r>
                      <a:r>
                        <a:rPr lang="de-AT" sz="1600" b="1" dirty="0" err="1"/>
                        <a:t>scale</a:t>
                      </a:r>
                      <a:endParaRPr lang="de-AT" sz="1600" b="1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AT" sz="1600" dirty="0"/>
                        <a:t>=,</a:t>
                      </a:r>
                      <a:r>
                        <a:rPr lang="de-AT" sz="1600" baseline="0" dirty="0"/>
                        <a:t> ≠, &gt;, &lt;, +, -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AT" sz="1600" dirty="0" err="1"/>
                        <a:t>Temperature</a:t>
                      </a:r>
                      <a:r>
                        <a:rPr lang="de-AT" sz="1600" dirty="0"/>
                        <a:t> in </a:t>
                      </a:r>
                      <a:r>
                        <a:rPr lang="de-AT" sz="1600" dirty="0" err="1"/>
                        <a:t>Celcius</a:t>
                      </a:r>
                      <a:r>
                        <a:rPr lang="de-AT" sz="1600" dirty="0"/>
                        <a:t>, </a:t>
                      </a:r>
                      <a:r>
                        <a:rPr lang="de-AT" sz="1600" dirty="0" err="1"/>
                        <a:t>calendar</a:t>
                      </a:r>
                      <a:r>
                        <a:rPr lang="de-AT" sz="1600" dirty="0"/>
                        <a:t> time</a:t>
                      </a:r>
                    </a:p>
                  </a:txBody>
                  <a:tcPr marL="96804" marR="96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931">
                <a:tc>
                  <a:txBody>
                    <a:bodyPr/>
                    <a:lstStyle/>
                    <a:p>
                      <a:r>
                        <a:rPr lang="de-AT" sz="1600" b="1" dirty="0"/>
                        <a:t>Ratio </a:t>
                      </a:r>
                      <a:r>
                        <a:rPr lang="de-AT" sz="1600" b="1" dirty="0" err="1"/>
                        <a:t>scale</a:t>
                      </a:r>
                      <a:endParaRPr lang="de-AT" sz="1600" b="1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X</a:t>
                      </a:r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/>
                        <a:t>=,</a:t>
                      </a:r>
                      <a:r>
                        <a:rPr lang="de-AT" sz="1600" baseline="0" dirty="0"/>
                        <a:t> ≠, &gt;, &lt;, +, -, </a:t>
                      </a:r>
                      <a:br>
                        <a:rPr lang="de-AT" sz="1600" baseline="0" dirty="0"/>
                      </a:br>
                      <a:r>
                        <a:rPr lang="de-AT" sz="1600" baseline="0" dirty="0"/>
                        <a:t>*, /</a:t>
                      </a:r>
                      <a:endParaRPr lang="de-AT" sz="1600" dirty="0"/>
                    </a:p>
                  </a:txBody>
                  <a:tcPr marL="96804" marR="96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AT" sz="1600" dirty="0" err="1"/>
                        <a:t>Length</a:t>
                      </a:r>
                      <a:r>
                        <a:rPr lang="de-AT" sz="1600" dirty="0"/>
                        <a:t> &amp; </a:t>
                      </a:r>
                      <a:r>
                        <a:rPr lang="de-AT" sz="1600" dirty="0" err="1"/>
                        <a:t>weight</a:t>
                      </a:r>
                      <a:r>
                        <a:rPr lang="de-AT" sz="1600" dirty="0"/>
                        <a:t> </a:t>
                      </a:r>
                      <a:r>
                        <a:rPr lang="de-AT" sz="1600" dirty="0" err="1"/>
                        <a:t>measurement</a:t>
                      </a:r>
                      <a:endParaRPr lang="de-AT" sz="1600" dirty="0"/>
                    </a:p>
                  </a:txBody>
                  <a:tcPr marL="96804" marR="96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7165A-4771-2012-B3E6-DE453976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 (</a:t>
            </a:r>
            <a:r>
              <a:rPr lang="en-GB" dirty="0" err="1"/>
              <a:t>Eigene</a:t>
            </a:r>
            <a:r>
              <a:rPr lang="en-GB" dirty="0"/>
              <a:t> </a:t>
            </a:r>
            <a:r>
              <a:rPr lang="en-GB" dirty="0" err="1"/>
              <a:t>Überarbeitung</a:t>
            </a:r>
            <a:r>
              <a:rPr lang="en-GB" dirty="0"/>
              <a:t> 2017 von: Bortz &amp; Döring 2009:69; Reuber &amp; Pfaffenbach 2005:94)</a:t>
            </a:r>
          </a:p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0D41A-89F2-0293-D95C-F74F406E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96F68-1DB5-E9E1-0397-A9924D7C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7200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Possibilities for Describing Nominal Variables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👉 Frequency analyses</a:t>
            </a:r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1200000" y="1412777"/>
            <a:ext cx="3960440" cy="1601341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Wingdings" pitchFamily="2" charset="2"/>
              <a:buChar char="§"/>
              <a:defRPr sz="2400" b="0" kern="1200" baseline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»"/>
              <a:defRPr sz="21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Do you think that Tyrol as a whole will benefit in the long term from major sporting </a:t>
            </a:r>
            <a:r>
              <a:rPr lang="en-GB" sz="2000" dirty="0" err="1"/>
              <a:t>eventssuch</a:t>
            </a:r>
            <a:r>
              <a:rPr lang="en-GB" sz="2000" dirty="0"/>
              <a:t> as EURO 08?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58"/>
          <a:stretch/>
        </p:blipFill>
        <p:spPr bwMode="auto">
          <a:xfrm>
            <a:off x="5591945" y="1144072"/>
            <a:ext cx="3462555" cy="2428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68" y="4437114"/>
            <a:ext cx="5469069" cy="1750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nhaltsplatzhalter 2"/>
          <p:cNvSpPr txBox="1">
            <a:spLocks/>
          </p:cNvSpPr>
          <p:nvPr/>
        </p:nvSpPr>
        <p:spPr>
          <a:xfrm>
            <a:off x="7716840" y="4437113"/>
            <a:ext cx="3563160" cy="1750181"/>
          </a:xfrm>
          <a:prstGeom prst="rect">
            <a:avLst/>
          </a:prstGeom>
        </p:spPr>
        <p:txBody>
          <a:bodyPr vert="horz" anchor="ctr"/>
          <a:lstStyle>
            <a:lvl1pPr marL="342900" indent="-3429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Wingdings" pitchFamily="2" charset="2"/>
              <a:buChar char="§"/>
              <a:defRPr sz="2400" b="0" kern="1200" baseline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»"/>
              <a:defRPr sz="21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000" dirty="0"/>
              <a:t>Current living arrangements of Heidelberg students by place of residence during the semester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878" y="1772817"/>
            <a:ext cx="1227611" cy="8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CAEF8-B397-4AEC-1109-5FFEBA7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Borsdorf</a:t>
            </a:r>
            <a:r>
              <a:rPr lang="en-GB" dirty="0"/>
              <a:t> et al. 2009:34, </a:t>
            </a:r>
            <a:r>
              <a:rPr lang="en-GB" dirty="0" err="1"/>
              <a:t>Mossig</a:t>
            </a:r>
            <a:r>
              <a:rPr lang="en-GB" dirty="0"/>
              <a:t> 2008:23)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0F2331-BD58-29FE-1183-9935F654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6A6F7F-76EC-9BC9-E4FD-10E61531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29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Possibilities for Describing Ordinal Variables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68898" y="518229"/>
            <a:ext cx="4499341" cy="4535265"/>
          </a:xfrm>
        </p:spPr>
        <p:txBody>
          <a:bodyPr anchor="ctr"/>
          <a:lstStyle/>
          <a:p>
            <a:pPr marL="0" indent="0">
              <a:buNone/>
            </a:pPr>
            <a:r>
              <a:rPr lang="en-GB" sz="2000" dirty="0"/>
              <a:t>As a resident, are you proud to have hosted EURO 08?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1268761"/>
            <a:ext cx="4127026" cy="2775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Inhaltsplatzhalter 4"/>
          <p:cNvSpPr txBox="1">
            <a:spLocks/>
          </p:cNvSpPr>
          <p:nvPr/>
        </p:nvSpPr>
        <p:spPr>
          <a:xfrm>
            <a:off x="515056" y="1470682"/>
            <a:ext cx="8496944" cy="576064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Wingdings" pitchFamily="2" charset="2"/>
              <a:buChar char="§"/>
              <a:defRPr sz="2400" b="0" kern="1200" baseline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»"/>
              <a:defRPr sz="21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👉 Frequency </a:t>
            </a:r>
            <a:r>
              <a:rPr lang="en-GB" b="1" dirty="0" err="1"/>
              <a:t>anlyses</a:t>
            </a:r>
            <a:r>
              <a:rPr lang="en-GB" b="1" dirty="0"/>
              <a:t> &amp; rank orders</a:t>
            </a:r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6943894" y="4365000"/>
            <a:ext cx="3563160" cy="1688688"/>
          </a:xfrm>
          <a:prstGeom prst="rect">
            <a:avLst/>
          </a:prstGeom>
        </p:spPr>
        <p:txBody>
          <a:bodyPr vert="horz" anchor="ctr"/>
          <a:lstStyle>
            <a:lvl1pPr marL="342900" indent="-3429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Wingdings" pitchFamily="2" charset="2"/>
              <a:buChar char="§"/>
              <a:defRPr sz="2400" b="0" kern="1200" baseline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»"/>
              <a:defRPr sz="21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Assessments of the statement "This place is too expensive for senior citizens"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00" y="4701913"/>
            <a:ext cx="5844036" cy="13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B05E2-972B-8A4E-EC3E-51172E6B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Borsdorf</a:t>
            </a:r>
            <a:r>
              <a:rPr lang="en-GB" dirty="0"/>
              <a:t> et al. 2009:37; Kramer &amp; Pfaffenbach 2011:88)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90A0E-3DEE-2293-9595-5937A3E51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5DC7B-DC70-5454-B7E3-D9F2B9F1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43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064742-236F-77A3-76D3-175059E7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32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ED784-1733-00C0-CCF8-89BDDA60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Tables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7F85B-27EC-544C-C4D7-FBF87587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0F10E-456D-A293-ADA5-4593D69D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CC8F0235-81BD-BFF5-5532-9CD7D7DA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3496423" y="7173000"/>
            <a:ext cx="6125590" cy="263216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5000E35-0F13-CF2F-313E-52FFF872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400"/>
              </a:spcAft>
              <a:buNone/>
            </a:pPr>
            <a:r>
              <a:rPr lang="en-GB" b="1" dirty="0"/>
              <a:t>👉 number of observations in each category:</a:t>
            </a:r>
          </a:p>
          <a:p>
            <a:pPr>
              <a:spcAft>
                <a:spcPts val="1400"/>
              </a:spcAft>
            </a:pPr>
            <a:r>
              <a:rPr lang="en-GB" dirty="0"/>
              <a:t>Show absolute frequencies and often relative frequencies in percent</a:t>
            </a:r>
          </a:p>
          <a:p>
            <a:pPr>
              <a:spcAft>
                <a:spcPts val="1400"/>
              </a:spcAft>
            </a:pPr>
            <a:r>
              <a:rPr lang="en-GB" dirty="0"/>
              <a:t>For nominal variables, categories have no inherent order</a:t>
            </a:r>
          </a:p>
          <a:p>
            <a:pPr>
              <a:spcAft>
                <a:spcPts val="1400"/>
              </a:spcAft>
            </a:pPr>
            <a:r>
              <a:rPr lang="en-GB" dirty="0"/>
              <a:t>For ordinal variables, categories follow a meaningful ranking</a:t>
            </a:r>
          </a:p>
          <a:p>
            <a:pPr>
              <a:spcAft>
                <a:spcPts val="1400"/>
              </a:spcAft>
            </a:pPr>
            <a:r>
              <a:rPr lang="en-GB" dirty="0"/>
              <a:t>Help identify the most common categories and overall distribution patterns</a:t>
            </a:r>
          </a:p>
          <a:p>
            <a:pPr>
              <a:spcAft>
                <a:spcPts val="1400"/>
              </a:spcAft>
            </a:pPr>
            <a:r>
              <a:rPr lang="en-GB" dirty="0"/>
              <a:t>Provide the basis for bar charts, pie charts or cumulative percentages for ordinal data</a:t>
            </a:r>
          </a:p>
        </p:txBody>
      </p:sp>
    </p:spTree>
    <p:extLst>
      <p:ext uri="{BB962C8B-B14F-4D97-AF65-F5344CB8AC3E}">
        <p14:creationId xmlns:p14="http://schemas.microsoft.com/office/powerpoint/2010/main" val="2075301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E0B8-DC87-B765-06FE-B6A4B561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631BC5-FF26-A50C-5E70-8998CD9C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33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B0A08-1DA6-5B7B-4C5C-6154D6B8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Tables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55CA3-A0A4-2906-B2B4-CA230927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(Höferl, 2025)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7449F-8CE3-9B74-8DE4-1900DCA8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962375-67E1-7A22-A354-5B1CCD50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24" y="2061000"/>
            <a:ext cx="3979875" cy="3097820"/>
          </a:xfrm>
          <a:prstGeom prst="rect">
            <a:avLst/>
          </a:prstGeom>
        </p:spPr>
      </p:pic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9DE5F7A4-B21A-5FB4-1467-6D7EAB653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5021866" y="2356731"/>
            <a:ext cx="6521036" cy="280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93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C46AD8-F1D0-273F-2989-6E718696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34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0ECFD-3519-46C5-D46F-D94B64E3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Frequency to Contingency Tables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DAC43-0088-68FB-05DA-C6CE5B034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👉 Display the joint distribution of two categorical variables:</a:t>
            </a:r>
          </a:p>
          <a:p>
            <a:r>
              <a:rPr lang="en-GB" dirty="0"/>
              <a:t>Show how frequencies are distributed across combinations of categories</a:t>
            </a:r>
          </a:p>
          <a:p>
            <a:r>
              <a:rPr lang="en-GB" dirty="0"/>
              <a:t>Include absolute counts and often row or column percentages</a:t>
            </a:r>
          </a:p>
          <a:p>
            <a:r>
              <a:rPr lang="en-GB" dirty="0"/>
              <a:t>Help identify patterns of association between variables</a:t>
            </a:r>
          </a:p>
          <a:p>
            <a:r>
              <a:rPr lang="en-GB" dirty="0"/>
              <a:t>Provide the basis for statistical tests such as the Chi-square test</a:t>
            </a:r>
          </a:p>
          <a:p>
            <a:r>
              <a:rPr lang="en-GB" dirty="0"/>
              <a:t>Commonly used for nominal or ordinal 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4F962-1D1A-52B2-CAC4-7C03D255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6C22A-BD4E-2ED7-5E2D-ADBCF515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1179216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1E1D-ED6A-0A0A-FCAA-86159F46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934A1-4308-2C68-75D4-A83C394F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9930FD-3CE9-23CC-27F1-FF97C16E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Frequency to Contingency Tables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DDA24-FA6F-FC9F-205D-16E88ADD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AC565-2D8F-21CF-D5F9-78AD1299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35DBE79-DD57-21DC-6F88-55C5C7216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628999"/>
            <a:ext cx="5112675" cy="4535265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8723B6-8A8C-A435-211F-425889F6C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32" y="1324676"/>
            <a:ext cx="3749683" cy="29186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F3A8C7-D2D8-B87D-B11B-68813879B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74" y="4617270"/>
            <a:ext cx="4194026" cy="1370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5FC286-D656-E23B-6843-438ABC77E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46" y="2347680"/>
            <a:ext cx="6046580" cy="263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46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BCD38-5602-AD58-B8F2-DE1CB074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F0E1DE6-7D06-9746-2E79-6A7B7A9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 for Metric Variables</a:t>
            </a:r>
          </a:p>
        </p:txBody>
      </p:sp>
    </p:spTree>
    <p:extLst>
      <p:ext uri="{BB962C8B-B14F-4D97-AF65-F5344CB8AC3E}">
        <p14:creationId xmlns:p14="http://schemas.microsoft.com/office/powerpoint/2010/main" val="540857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Dimensions of Metric Variables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classic: the arithmetic mean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(Excel: MITTELWERT) </a:t>
            </a:r>
          </a:p>
          <a:p>
            <a:endParaRPr lang="en-GB" dirty="0"/>
          </a:p>
          <a:p>
            <a:endParaRPr lang="en-GB" dirty="0"/>
          </a:p>
          <a:p>
            <a:endParaRPr lang="en-GB" sz="1600" dirty="0"/>
          </a:p>
          <a:p>
            <a:pPr marL="0" indent="0">
              <a:buNone/>
            </a:pPr>
            <a:br>
              <a:rPr lang="en-GB" sz="1200" dirty="0"/>
            </a:br>
            <a:endParaRPr lang="en-GB" sz="1200" dirty="0"/>
          </a:p>
          <a:p>
            <a:pPr lvl="0"/>
            <a:r>
              <a:rPr lang="en-GB" b="1" dirty="0"/>
              <a:t>The median: divides a data set in the middle</a:t>
            </a:r>
            <a:r>
              <a:rPr lang="en-GB" sz="1400" dirty="0">
                <a:solidFill>
                  <a:prstClr val="white">
                    <a:lumMod val="50000"/>
                  </a:prstClr>
                </a:solidFill>
              </a:rPr>
              <a:t>( Excel: MEDIAN) </a:t>
            </a:r>
            <a:endParaRPr lang="en-GB" dirty="0"/>
          </a:p>
          <a:p>
            <a:pPr lvl="1"/>
            <a:r>
              <a:rPr lang="en-GB" dirty="0"/>
              <a:t>50% of values above and below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000" y="4751243"/>
            <a:ext cx="6696744" cy="141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258" y="1916833"/>
            <a:ext cx="5328592" cy="1105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B1050-ACF1-26CF-3369-116B9C71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Kuckartz</a:t>
            </a:r>
            <a:r>
              <a:rPr lang="en-GB" dirty="0"/>
              <a:t> et al. 2010:60f.)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B163-8E3D-03EB-7648-8EB6FE26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C577D-53D8-5F25-D0B1-0681C9E4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984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Dispersion of Metric Variables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95324" y="1341000"/>
            <a:ext cx="10800675" cy="453526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Graphical representation using </a:t>
            </a:r>
            <a:r>
              <a:rPr lang="en-GB" b="1" dirty="0"/>
              <a:t>categorisation (👉 histogram)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1600" dirty="0"/>
          </a:p>
          <a:p>
            <a:pPr lvl="0"/>
            <a:r>
              <a:rPr lang="en-GB" dirty="0"/>
              <a:t>Classical measures of dispersion: </a:t>
            </a:r>
            <a:r>
              <a:rPr lang="en-GB" b="1" dirty="0"/>
              <a:t>The variance &amp; standard deviation</a:t>
            </a:r>
            <a:br>
              <a:rPr lang="en-GB" b="1" dirty="0"/>
            </a:br>
            <a:r>
              <a:rPr lang="en-GB" b="1" dirty="0"/>
              <a:t>						   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D4DFF2"/>
              </a:clrFrom>
              <a:clrTo>
                <a:srgbClr val="D4DF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624" y="2061000"/>
            <a:ext cx="3384376" cy="233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6" t="2174" r="1506" b="3355"/>
          <a:stretch/>
        </p:blipFill>
        <p:spPr bwMode="auto">
          <a:xfrm>
            <a:off x="6024000" y="2061000"/>
            <a:ext cx="4800389" cy="282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8"/>
          <a:stretch/>
        </p:blipFill>
        <p:spPr bwMode="auto">
          <a:xfrm>
            <a:off x="3776507" y="5655699"/>
            <a:ext cx="1755210" cy="51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4" y="5637670"/>
            <a:ext cx="1604974" cy="534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346" y="5817771"/>
            <a:ext cx="2701987" cy="296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45"/>
          <a:stretch/>
        </p:blipFill>
        <p:spPr bwMode="auto">
          <a:xfrm>
            <a:off x="2991667" y="5648019"/>
            <a:ext cx="736260" cy="51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078CC-5197-3EF5-744F-47C244D5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(Bortz &amp; Döring 2009:144, Kuckartz et al. 2010:67f.)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3934F-9BA1-3DCC-6119-E12D407D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2CAB1-1DFF-AA3F-4848-B969F3C8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7343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Digression: The Significance of Standard Deviation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530" y="1509750"/>
            <a:ext cx="7442919" cy="3359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4"/>
          <p:cNvSpPr txBox="1"/>
          <p:nvPr/>
        </p:nvSpPr>
        <p:spPr>
          <a:xfrm rot="16200000">
            <a:off x="1121557" y="2583682"/>
            <a:ext cx="1944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Density for standard normal distribution</a:t>
            </a:r>
          </a:p>
        </p:txBody>
      </p:sp>
      <p:sp>
        <p:nvSpPr>
          <p:cNvPr id="6" name="Runde Klammer rechts 5"/>
          <p:cNvSpPr/>
          <p:nvPr/>
        </p:nvSpPr>
        <p:spPr>
          <a:xfrm rot="5400000">
            <a:off x="6495826" y="4119091"/>
            <a:ext cx="180020" cy="1722474"/>
          </a:xfrm>
          <a:prstGeom prst="rightBracket">
            <a:avLst>
              <a:gd name="adj" fmla="val 61244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feld 6"/>
          <p:cNvSpPr txBox="1"/>
          <p:nvPr/>
        </p:nvSpPr>
        <p:spPr>
          <a:xfrm>
            <a:off x="6208857" y="507033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68,3%</a:t>
            </a:r>
          </a:p>
        </p:txBody>
      </p:sp>
      <p:sp>
        <p:nvSpPr>
          <p:cNvPr id="9" name="Runde Klammer rechts 8"/>
          <p:cNvSpPr/>
          <p:nvPr/>
        </p:nvSpPr>
        <p:spPr>
          <a:xfrm rot="5400000">
            <a:off x="6478887" y="3723996"/>
            <a:ext cx="180020" cy="3456384"/>
          </a:xfrm>
          <a:prstGeom prst="rightBracket">
            <a:avLst>
              <a:gd name="adj" fmla="val 61244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feld 9"/>
          <p:cNvSpPr txBox="1"/>
          <p:nvPr/>
        </p:nvSpPr>
        <p:spPr>
          <a:xfrm>
            <a:off x="6172853" y="5542200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95,5%</a:t>
            </a:r>
          </a:p>
        </p:txBody>
      </p:sp>
      <p:sp>
        <p:nvSpPr>
          <p:cNvPr id="11" name="Runde Klammer rechts 10"/>
          <p:cNvSpPr/>
          <p:nvPr/>
        </p:nvSpPr>
        <p:spPr>
          <a:xfrm rot="5400000">
            <a:off x="6488786" y="3329143"/>
            <a:ext cx="180020" cy="5164778"/>
          </a:xfrm>
          <a:prstGeom prst="rightBracket">
            <a:avLst>
              <a:gd name="adj" fmla="val 61244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feld 11"/>
          <p:cNvSpPr txBox="1"/>
          <p:nvPr/>
        </p:nvSpPr>
        <p:spPr>
          <a:xfrm>
            <a:off x="6172853" y="600154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99,7%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9953E-1B43-FBA8-5181-DCF63756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210CF-41EE-28E0-BDD6-527C19FD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D03F4E-7443-A414-F0AE-337BBDBB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61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0" grpId="0"/>
      <p:bldP spid="11" grpId="0" animBg="1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83474-7DAB-CE02-C998-34E8D4AB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40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041D28-E52F-814D-9734-619B969C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Digression from the Digression: Normal Distribution?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A77E7-6A37-5979-A8D8-63A8FA3C8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269001"/>
            <a:ext cx="10800675" cy="48952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Normal Distribution:</a:t>
            </a:r>
            <a:endParaRPr lang="en-GB" dirty="0"/>
          </a:p>
          <a:p>
            <a:r>
              <a:rPr lang="en-GB" dirty="0"/>
              <a:t>A continuous, symmetric probability distribution</a:t>
            </a:r>
            <a:br>
              <a:rPr lang="en-GB" dirty="0"/>
            </a:br>
            <a:r>
              <a:rPr lang="en-GB" dirty="0"/>
              <a:t> centred around the mean</a:t>
            </a:r>
          </a:p>
          <a:p>
            <a:r>
              <a:rPr lang="en-GB" dirty="0"/>
              <a:t>Characterised by its bell-shaped curve</a:t>
            </a:r>
          </a:p>
          <a:p>
            <a:r>
              <a:rPr lang="en-GB" dirty="0"/>
              <a:t>Mean, median and mode are identical</a:t>
            </a:r>
          </a:p>
          <a:p>
            <a:r>
              <a:rPr lang="en-GB" dirty="0"/>
              <a:t>Fully described by two parameters: </a:t>
            </a:r>
            <a:br>
              <a:rPr lang="en-GB" dirty="0"/>
            </a:br>
            <a:r>
              <a:rPr lang="en-GB" dirty="0"/>
              <a:t>mean and standard deviation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Special case: Standard Normal Distribution</a:t>
            </a:r>
            <a:endParaRPr lang="en-GB" dirty="0"/>
          </a:p>
          <a:p>
            <a:r>
              <a:rPr lang="en-GB" dirty="0"/>
              <a:t>A special case of the normal distribution with mean 0 and standard deviation 1</a:t>
            </a:r>
          </a:p>
          <a:p>
            <a:r>
              <a:rPr lang="en-GB" dirty="0"/>
              <a:t>Also called Z-distribution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D3C55-F7F0-B04A-237D-31691933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862B4-9F2C-DEF9-29FC-372725BD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83279F-08CF-8B1F-2B15-C861C2BC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132" y="1557000"/>
            <a:ext cx="4738867" cy="30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50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7A78-FF34-45A9-F931-9512BED0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9708A-3AD4-3C2C-444F-74B17972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41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56FFB2-1B17-C295-CFE1-745396AF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Digression from the Digression: Normal Distribution?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E1380-74F5-AAB8-5EB2-F5592C1B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269001"/>
            <a:ext cx="5616676" cy="4895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Why does it matter?</a:t>
            </a:r>
          </a:p>
          <a:p>
            <a:r>
              <a:rPr lang="en-GB" dirty="0"/>
              <a:t>Many </a:t>
            </a:r>
            <a:r>
              <a:rPr lang="en-GB" b="1" dirty="0"/>
              <a:t>natural and social phenomena </a:t>
            </a:r>
            <a:r>
              <a:rPr lang="en-GB" dirty="0"/>
              <a:t>approximate normality</a:t>
            </a:r>
          </a:p>
          <a:p>
            <a:r>
              <a:rPr lang="en-GB" dirty="0"/>
              <a:t>Forms the basis of many </a:t>
            </a:r>
            <a:r>
              <a:rPr lang="en-GB" b="1" dirty="0"/>
              <a:t>parametric</a:t>
            </a:r>
            <a:br>
              <a:rPr lang="en-GB" b="1" dirty="0"/>
            </a:br>
            <a:r>
              <a:rPr lang="en-GB" b="1" dirty="0"/>
              <a:t>tests</a:t>
            </a:r>
            <a:r>
              <a:rPr lang="en-GB" dirty="0"/>
              <a:t> such as the t-test</a:t>
            </a:r>
          </a:p>
          <a:p>
            <a:r>
              <a:rPr lang="en-GB" dirty="0"/>
              <a:t>Underlies </a:t>
            </a:r>
            <a:r>
              <a:rPr lang="en-GB" b="1" dirty="0"/>
              <a:t>confidence intervals </a:t>
            </a:r>
            <a:r>
              <a:rPr lang="en-GB" dirty="0"/>
              <a:t>and hypothesis testing</a:t>
            </a:r>
          </a:p>
          <a:p>
            <a:r>
              <a:rPr lang="en-GB" dirty="0"/>
              <a:t>Supported by the </a:t>
            </a:r>
            <a:r>
              <a:rPr lang="en-GB" b="1" dirty="0"/>
              <a:t>Central Limit Theorem</a:t>
            </a:r>
            <a:r>
              <a:rPr lang="en-GB" dirty="0"/>
              <a:t>, which justifies normal approximations for large samples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413B-97A8-6725-501C-0083FDCB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65700-7178-D8FF-8A6E-B656F5BC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352001-512A-8DD1-D96C-D6403EF40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132" y="2342350"/>
            <a:ext cx="4738867" cy="30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8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Visualising Location &amp; Dispersion Measures of Metric Variables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3" t="26964" r="33838" b="11782"/>
          <a:stretch/>
        </p:blipFill>
        <p:spPr bwMode="auto">
          <a:xfrm>
            <a:off x="2233402" y="1565518"/>
            <a:ext cx="7149193" cy="46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E1AF1-7D8A-BC0F-DFCE-59D27F17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Kuckartz</a:t>
            </a:r>
            <a:r>
              <a:rPr lang="en-GB" dirty="0"/>
              <a:t> et al. 2010:77)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142C-6931-50E7-F174-6E466A5A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716C7-91F5-798C-465E-5EB28C31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464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well-known Alternative: The Box Plot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Showing:</a:t>
            </a:r>
          </a:p>
          <a:p>
            <a:pPr lvl="1"/>
            <a:r>
              <a:rPr lang="en-GB" sz="2000" dirty="0"/>
              <a:t>Median</a:t>
            </a:r>
          </a:p>
          <a:p>
            <a:pPr lvl="1"/>
            <a:r>
              <a:rPr lang="en-GB" sz="2000" dirty="0"/>
              <a:t>Data dispersion (quartiles)</a:t>
            </a:r>
            <a:br>
              <a:rPr lang="en-GB" sz="2000" dirty="0"/>
            </a:b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Interpretation:</a:t>
            </a:r>
          </a:p>
          <a:p>
            <a:r>
              <a:rPr lang="en-GB" sz="2000" b="1" dirty="0"/>
              <a:t>Box: </a:t>
            </a:r>
            <a:r>
              <a:rPr lang="en-GB" sz="2000" dirty="0"/>
              <a:t>middle 50%</a:t>
            </a:r>
          </a:p>
          <a:p>
            <a:pPr lvl="1"/>
            <a:r>
              <a:rPr lang="en-GB" sz="2000" b="1" dirty="0"/>
              <a:t>Whiskers: </a:t>
            </a:r>
            <a:r>
              <a:rPr lang="en-GB" sz="2000" dirty="0"/>
              <a:t>Values within 1.5 times the </a:t>
            </a:r>
            <a:br>
              <a:rPr lang="en-GB" sz="2000" dirty="0"/>
            </a:br>
            <a:r>
              <a:rPr lang="en-GB" sz="2000" dirty="0"/>
              <a:t>interquartile range (Q75-Q25) around the median</a:t>
            </a:r>
          </a:p>
          <a:p>
            <a:pPr lvl="1"/>
            <a:r>
              <a:rPr lang="en-GB" sz="2000" b="1" dirty="0"/>
              <a:t>Extreme values: </a:t>
            </a:r>
            <a:r>
              <a:rPr lang="en-GB" sz="2000" dirty="0"/>
              <a:t>Values outside the 3-fold interquartile range from the median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2" t="21785" r="32208" b="4464"/>
          <a:stretch/>
        </p:blipFill>
        <p:spPr bwMode="auto">
          <a:xfrm>
            <a:off x="6508691" y="1441686"/>
            <a:ext cx="5006618" cy="3974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A5128-B6C6-9080-3077-649A7419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Kuckartz</a:t>
            </a:r>
            <a:r>
              <a:rPr lang="en-GB" dirty="0"/>
              <a:t> et al. 2010:70)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74CA4-3990-74EF-6684-3399DECE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EAB29-9898-0115-9C49-EC5FAFA9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218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EAD9-166C-CBC6-D65D-27E86616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09A6FB0-0D51-9A8C-4BB0-449E590C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Everythings</a:t>
            </a:r>
            <a:br>
              <a:rPr lang="en-GB" dirty="0"/>
            </a:br>
            <a:r>
              <a:rPr lang="en-GB" dirty="0"/>
              <a:t>hangs</a:t>
            </a:r>
            <a:br>
              <a:rPr lang="en-GB" dirty="0"/>
            </a:br>
            <a:r>
              <a:rPr lang="en-GB" dirty="0"/>
              <a:t>Together …</a:t>
            </a:r>
          </a:p>
        </p:txBody>
      </p:sp>
    </p:spTree>
    <p:extLst>
      <p:ext uri="{BB962C8B-B14F-4D97-AF65-F5344CB8AC3E}">
        <p14:creationId xmlns:p14="http://schemas.microsoft.com/office/powerpoint/2010/main" val="4254273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3C220-0DE6-A376-D1C4-F65CD8F9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Analysis: </a:t>
            </a:r>
            <a:br>
              <a:rPr lang="en-GB" dirty="0"/>
            </a:br>
            <a:r>
              <a:rPr lang="en-GB" dirty="0"/>
              <a:t>The Relationship between Two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5A486-F023-5E1F-9DBA-92862D8F2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GB" sz="2400" b="1" dirty="0"/>
              <a:t>Correlation:</a:t>
            </a:r>
            <a:endParaRPr lang="en-GB" sz="2400" dirty="0"/>
          </a:p>
          <a:p>
            <a:pPr>
              <a:spcAft>
                <a:spcPts val="1400"/>
              </a:spcAft>
            </a:pPr>
            <a:r>
              <a:rPr lang="en-GB" sz="2400" dirty="0"/>
              <a:t>strength and direction of association between two variables</a:t>
            </a:r>
          </a:p>
          <a:p>
            <a:pPr>
              <a:spcAft>
                <a:spcPts val="1400"/>
              </a:spcAft>
            </a:pPr>
            <a:r>
              <a:rPr lang="en-GB" sz="2400" dirty="0"/>
              <a:t>how variables move together</a:t>
            </a:r>
          </a:p>
          <a:p>
            <a:pPr>
              <a:spcAft>
                <a:spcPts val="1400"/>
              </a:spcAft>
            </a:pPr>
            <a:r>
              <a:rPr lang="en-GB" sz="2400" dirty="0"/>
              <a:t>Often quantified by the correlation coefficient r</a:t>
            </a:r>
          </a:p>
          <a:p>
            <a:pPr>
              <a:spcAft>
                <a:spcPts val="1400"/>
              </a:spcAft>
            </a:pPr>
            <a:r>
              <a:rPr lang="en-GB" sz="2400" dirty="0"/>
              <a:t>👉 Does </a:t>
            </a:r>
            <a:r>
              <a:rPr lang="en-GB" sz="2400" b="1" dirty="0"/>
              <a:t>not imply a cause-effect </a:t>
            </a:r>
            <a:r>
              <a:rPr lang="en-GB" sz="2400" dirty="0"/>
              <a:t>relationship</a:t>
            </a:r>
          </a:p>
        </p:txBody>
      </p:sp>
      <p:pic>
        <p:nvPicPr>
          <p:cNvPr id="5122" name="Picture 2" descr="Book Burning - TV Tropes">
            <a:hlinkClick r:id="rId2"/>
            <a:extLst>
              <a:ext uri="{FF2B5EF4-FFF2-40B4-BE49-F238E27FC236}">
                <a16:creationId xmlns:a16="http://schemas.microsoft.com/office/drawing/2014/main" id="{2DB3642D-C642-117A-45D1-2C939B64C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000" y="2565000"/>
            <a:ext cx="2447999" cy="2988233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C3945-F40D-788B-2FF3-3D293667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tvtropes</a:t>
            </a:r>
            <a:r>
              <a:rPr lang="en-GB" dirty="0"/>
              <a:t>, n.d.)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405A-4709-FB37-6B39-5BC963DD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51D64-48E2-F1DC-AE30-E045CFB7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357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4824C-1E0D-EB70-50E8-BE1C1372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4E4F2A-6B02-877D-80E0-82D6793C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Analysis: </a:t>
            </a:r>
            <a:br>
              <a:rPr lang="en-GB" dirty="0"/>
            </a:br>
            <a:r>
              <a:rPr lang="en-GB" dirty="0"/>
              <a:t>The Relationship between Two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EBBCC-6A7F-94F4-9759-ACD8B698A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770467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Causation:</a:t>
            </a:r>
            <a:endParaRPr lang="en-GB" sz="2400" dirty="0"/>
          </a:p>
          <a:p>
            <a:r>
              <a:rPr lang="en-GB" sz="2400" dirty="0"/>
              <a:t>A relationship in which one variable directly influences or produces a change in another</a:t>
            </a:r>
          </a:p>
          <a:p>
            <a:r>
              <a:rPr lang="en-GB" sz="2400" dirty="0"/>
              <a:t>Implies a cause-effect mechanism</a:t>
            </a:r>
          </a:p>
          <a:p>
            <a:r>
              <a:rPr lang="en-GB" sz="2400" dirty="0"/>
              <a:t>Requires stronger evidence such as experimental control or robust causal design</a:t>
            </a:r>
          </a:p>
          <a:p>
            <a:r>
              <a:rPr lang="en-GB" sz="2400" b="1" dirty="0"/>
              <a:t>👉 Cannot be concluded from correlation alone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8AD39-3148-2CAB-E936-B9DE2DC2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1EAFD-B919-A7C8-5369-CD535CD9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BB508-606F-BB0C-4917-9EF62D37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46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5151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0276-3311-8A84-3928-A30974E6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A6E28-525B-2085-B493-3452D319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C1645-CE71-2DE2-5578-36F48EFB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Analysis: </a:t>
            </a:r>
            <a:br>
              <a:rPr lang="en-GB" dirty="0"/>
            </a:br>
            <a:r>
              <a:rPr lang="en-GB" dirty="0"/>
              <a:t>The Relationship between Two 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AB066-7F80-3F29-F953-80CE67B8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(Goodman, Green &amp; Woodcock n. d.)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BDFF0-FF3B-B0EF-2FA4-0050C1FD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7" name="Picture 7">
            <a:hlinkClick r:id="rId2"/>
            <a:extLst>
              <a:ext uri="{FF2B5EF4-FFF2-40B4-BE49-F238E27FC236}">
                <a16:creationId xmlns:a16="http://schemas.microsoft.com/office/drawing/2014/main" id="{B0948D26-98F3-0A7C-AD60-E37D2F9AE0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7"/>
          <a:stretch>
            <a:fillRect/>
          </a:stretch>
        </p:blipFill>
        <p:spPr bwMode="auto">
          <a:xfrm>
            <a:off x="2352000" y="1387795"/>
            <a:ext cx="7488000" cy="493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00868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Overview of selected Correlation Measures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753178"/>
              </p:ext>
            </p:extLst>
          </p:nvPr>
        </p:nvGraphicFramePr>
        <p:xfrm>
          <a:off x="2640000" y="1917000"/>
          <a:ext cx="6480676" cy="3674368"/>
        </p:xfrm>
        <a:graphic>
          <a:graphicData uri="http://schemas.openxmlformats.org/drawingml/2006/table">
            <a:tbl>
              <a:tblPr firstRow="1" bandRow="1"/>
              <a:tblGrid>
                <a:gridCol w="1620169">
                  <a:extLst>
                    <a:ext uri="{9D8B030D-6E8A-4147-A177-3AD203B41FA5}">
                      <a16:colId xmlns:a16="http://schemas.microsoft.com/office/drawing/2014/main" val="4054990279"/>
                    </a:ext>
                  </a:extLst>
                </a:gridCol>
                <a:gridCol w="1620169">
                  <a:extLst>
                    <a:ext uri="{9D8B030D-6E8A-4147-A177-3AD203B41FA5}">
                      <a16:colId xmlns:a16="http://schemas.microsoft.com/office/drawing/2014/main" val="809388651"/>
                    </a:ext>
                  </a:extLst>
                </a:gridCol>
                <a:gridCol w="1620169">
                  <a:extLst>
                    <a:ext uri="{9D8B030D-6E8A-4147-A177-3AD203B41FA5}">
                      <a16:colId xmlns:a16="http://schemas.microsoft.com/office/drawing/2014/main" val="1646654632"/>
                    </a:ext>
                  </a:extLst>
                </a:gridCol>
                <a:gridCol w="1620169">
                  <a:extLst>
                    <a:ext uri="{9D8B030D-6E8A-4147-A177-3AD203B41FA5}">
                      <a16:colId xmlns:a16="http://schemas.microsoft.com/office/drawing/2014/main" val="2646167876"/>
                    </a:ext>
                  </a:extLst>
                </a:gridCol>
              </a:tblGrid>
              <a:tr h="447700">
                <a:tc rowSpan="2">
                  <a:txBody>
                    <a:bodyPr/>
                    <a:lstStyle/>
                    <a:p>
                      <a:pPr algn="ctr"/>
                      <a:r>
                        <a:rPr lang="de-AT" b="1" dirty="0"/>
                        <a:t>Independent variable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AT" b="1" dirty="0" err="1"/>
                        <a:t>Dependent</a:t>
                      </a:r>
                      <a:r>
                        <a:rPr lang="de-AT" b="1" dirty="0"/>
                        <a:t> variable</a:t>
                      </a:r>
                    </a:p>
                  </a:txBody>
                  <a:tcPr anchor="ctr"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A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14723"/>
                  </a:ext>
                </a:extLst>
              </a:tr>
              <a:tr h="142136">
                <a:tc vMerge="1"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b="1" dirty="0"/>
                        <a:t>nominal</a:t>
                      </a:r>
                    </a:p>
                  </a:txBody>
                  <a:tcPr anchor="ctr">
                    <a:lnT w="12700" cmpd="sng">
                      <a:noFill/>
                      <a:prstDash val="soli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b="1" dirty="0"/>
                        <a:t>ordinal</a:t>
                      </a:r>
                    </a:p>
                  </a:txBody>
                  <a:tcPr anchor="ctr">
                    <a:lnT w="12700" cmpd="sng">
                      <a:noFill/>
                      <a:prstDash val="soli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b="1" dirty="0" err="1"/>
                        <a:t>metric</a:t>
                      </a:r>
                      <a:endParaRPr lang="de-AT" b="1" dirty="0"/>
                    </a:p>
                  </a:txBody>
                  <a:tcPr anchor="ctr">
                    <a:lnT w="12700" cmpd="sng">
                      <a:noFill/>
                      <a:prstDash val="soli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961"/>
                  </a:ext>
                </a:extLst>
              </a:tr>
              <a:tr h="953636">
                <a:tc>
                  <a:txBody>
                    <a:bodyPr/>
                    <a:lstStyle/>
                    <a:p>
                      <a:r>
                        <a:rPr lang="de-AT" b="1" dirty="0"/>
                        <a:t>nominal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AT" dirty="0">
                          <a:sym typeface="Symbol" panose="05050102010706020507" pitchFamily="18" charset="2"/>
                        </a:rPr>
                        <a:t>², Cramers V</a:t>
                      </a:r>
                      <a:endParaRPr lang="de-A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←</a:t>
                      </a:r>
                      <a:br>
                        <a:rPr lang="de-AT" dirty="0"/>
                      </a:br>
                      <a:r>
                        <a:rPr lang="de-AT" dirty="0"/>
                        <a:t>Eta, Eta²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72978"/>
                  </a:ext>
                </a:extLst>
              </a:tr>
              <a:tr h="953636">
                <a:tc>
                  <a:txBody>
                    <a:bodyPr/>
                    <a:lstStyle/>
                    <a:p>
                      <a:r>
                        <a:rPr lang="de-AT" b="1" dirty="0"/>
                        <a:t>ordinal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de-A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Spearmans</a:t>
                      </a:r>
                      <a:r>
                        <a:rPr lang="de-AT" baseline="0" dirty="0"/>
                        <a:t> </a:t>
                      </a:r>
                      <a:r>
                        <a:rPr lang="de-AT" baseline="0" dirty="0" err="1"/>
                        <a:t>Rho</a:t>
                      </a:r>
                      <a:r>
                        <a:rPr lang="de-AT" baseline="0" dirty="0"/>
                        <a:t>, Kendalls Tau</a:t>
                      </a:r>
                      <a:endParaRPr lang="de-A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Eta, Eta²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038260"/>
                  </a:ext>
                </a:extLst>
              </a:tr>
              <a:tr h="953636">
                <a:tc>
                  <a:txBody>
                    <a:bodyPr/>
                    <a:lstStyle/>
                    <a:p>
                      <a:r>
                        <a:rPr lang="de-AT" b="1" dirty="0" err="1"/>
                        <a:t>metric</a:t>
                      </a:r>
                      <a:endParaRPr lang="de-A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A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A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Bravais-Pearson-</a:t>
                      </a:r>
                      <a:r>
                        <a:rPr lang="de-AT" dirty="0" err="1"/>
                        <a:t>correlation</a:t>
                      </a:r>
                      <a:endParaRPr lang="de-A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327847"/>
                  </a:ext>
                </a:extLst>
              </a:tr>
            </a:tbl>
          </a:graphicData>
        </a:graphic>
      </p:graphicFrame>
      <p:sp>
        <p:nvSpPr>
          <p:cNvPr id="3" name="IMGSLIDE_0001">
            <a:extLst>
              <a:ext uri="{FF2B5EF4-FFF2-40B4-BE49-F238E27FC236}">
                <a16:creationId xmlns:a16="http://schemas.microsoft.com/office/drawing/2014/main" id="{EBCF302B-BF30-4F25-A346-3068C95C7931}"/>
              </a:ext>
            </a:extLst>
          </p:cNvPr>
          <p:cNvSpPr/>
          <p:nvPr/>
        </p:nvSpPr>
        <p:spPr>
          <a:xfrm>
            <a:off x="-1333500" y="0"/>
            <a:ext cx="1270000" cy="1270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Image Slide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09A6C2-F2F7-F217-7F59-43609EC6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Eigene</a:t>
            </a:r>
            <a:r>
              <a:rPr lang="en-GB" dirty="0"/>
              <a:t> </a:t>
            </a:r>
            <a:r>
              <a:rPr lang="en-GB" dirty="0" err="1"/>
              <a:t>Erstellung</a:t>
            </a:r>
            <a:r>
              <a:rPr lang="en-GB" dirty="0"/>
              <a:t> 2018; </a:t>
            </a:r>
            <a:r>
              <a:rPr lang="en-GB" dirty="0" err="1"/>
              <a:t>adaptiert</a:t>
            </a:r>
            <a:r>
              <a:rPr lang="en-GB" dirty="0"/>
              <a:t> von: Heger &amp; Prust 2009)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9AF081-22B2-8108-6D65-41E5EEA8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FD242C-514A-5459-4014-98081F21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108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C126-6740-D636-9911-CD261B0C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6CCB23A-9EDF-30A5-3052-F2F09099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</a:t>
            </a:r>
            <a:br>
              <a:rPr lang="en-GB" dirty="0"/>
            </a:br>
            <a:r>
              <a:rPr lang="en-GB" dirty="0"/>
              <a:t>among</a:t>
            </a:r>
            <a:br>
              <a:rPr lang="en-GB" dirty="0"/>
            </a:br>
            <a:r>
              <a:rPr lang="en-GB" dirty="0"/>
              <a:t>Nominal </a:t>
            </a:r>
            <a:br>
              <a:rPr lang="en-GB" dirty="0"/>
            </a:br>
            <a:r>
              <a:rPr lang="en-GB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24167537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01B6-5278-DD9F-02A0-51A6004D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CECF43-B304-0616-4D56-7DCE5DEC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between Two Nominal 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BB366-F5B9-F81D-70C3-D8118206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simplypschology</a:t>
            </a:r>
            <a:r>
              <a:rPr lang="en-GB" dirty="0"/>
              <a:t>, 2023)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D9383-A74D-42C1-2270-AAD76AB8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53B29-46B2-9ED3-1D47-649CD5DF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50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474853-0D50-C9BA-C9CF-4F6AE9F2E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GB" sz="2400" dirty="0" err="1"/>
              <a:t>Startingpoint</a:t>
            </a:r>
            <a:r>
              <a:rPr lang="en-GB" sz="2400" dirty="0"/>
              <a:t>: Contingency table  with </a:t>
            </a:r>
            <a:r>
              <a:rPr lang="en-GB" sz="2400" b="1" dirty="0"/>
              <a:t>👉 “observed” values</a:t>
            </a:r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b="1" dirty="0"/>
          </a:p>
        </p:txBody>
      </p:sp>
      <p:pic>
        <p:nvPicPr>
          <p:cNvPr id="8" name="Picture 2" descr="contingency table representing observed counts ">
            <a:hlinkClick r:id="rId2"/>
            <a:extLst>
              <a:ext uri="{FF2B5EF4-FFF2-40B4-BE49-F238E27FC236}">
                <a16:creationId xmlns:a16="http://schemas.microsoft.com/office/drawing/2014/main" id="{E62CEFC9-0D99-D8F2-2672-B3F945C03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2514675"/>
            <a:ext cx="84677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341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D939F5-08F5-A60C-8A2E-0103236D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51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6431BE-0F3A-054C-8559-DCA9FEDF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between Two Nominal Variables:</a:t>
            </a:r>
            <a:br>
              <a:rPr lang="en-GB" dirty="0"/>
            </a:br>
            <a:r>
              <a:rPr lang="en-GB" dirty="0"/>
              <a:t>The Chi²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1F951-E2F9-38AD-D4E7-A10F11C0F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non-parametric test for </a:t>
            </a:r>
            <a:r>
              <a:rPr lang="en-GB" b="1" dirty="0"/>
              <a:t>categorical data</a:t>
            </a:r>
          </a:p>
          <a:p>
            <a:pPr>
              <a:spcAft>
                <a:spcPts val="1200"/>
              </a:spcAft>
            </a:pPr>
            <a:r>
              <a:rPr lang="en-GB" dirty="0"/>
              <a:t>Examines whether there is an </a:t>
            </a:r>
            <a:r>
              <a:rPr lang="en-GB" b="1" dirty="0"/>
              <a:t>association between two categorical variables</a:t>
            </a:r>
          </a:p>
          <a:p>
            <a:pPr>
              <a:spcAft>
                <a:spcPts val="1200"/>
              </a:spcAft>
            </a:pPr>
            <a:r>
              <a:rPr lang="en-GB" dirty="0"/>
              <a:t>Compares observed frequencies with expected frequencies under independence</a:t>
            </a:r>
          </a:p>
          <a:p>
            <a:pPr>
              <a:spcAft>
                <a:spcPts val="1200"/>
              </a:spcAft>
            </a:pPr>
            <a:r>
              <a:rPr lang="en-GB" dirty="0"/>
              <a:t>Based on the chi-square statistic χ²</a:t>
            </a:r>
          </a:p>
          <a:p>
            <a:pPr>
              <a:spcAft>
                <a:spcPts val="1200"/>
              </a:spcAft>
            </a:pPr>
            <a:r>
              <a:rPr lang="en-GB" dirty="0"/>
              <a:t>Requires </a:t>
            </a:r>
            <a:r>
              <a:rPr lang="en-GB" b="1" dirty="0">
                <a:solidFill>
                  <a:schemeClr val="accent2"/>
                </a:solidFill>
              </a:rPr>
              <a:t>sufficiently large expected cell frequencies</a:t>
            </a:r>
          </a:p>
          <a:p>
            <a:pPr lvl="1">
              <a:spcAft>
                <a:spcPts val="1200"/>
              </a:spcAft>
            </a:pPr>
            <a:r>
              <a:rPr lang="en-GB" b="1" dirty="0"/>
              <a:t>Greater than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A00F3-455D-33CF-35C0-B87E8502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F5406-4224-161E-3CB2-1CB45FEA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36836781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0C08E9-2DBB-3BDE-568C-6CC4067F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52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716251-B832-685B-A00E-2C8F453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between Two Nominal Variables:</a:t>
            </a:r>
            <a:br>
              <a:rPr lang="en-GB" dirty="0"/>
            </a:br>
            <a:r>
              <a:rPr lang="en-GB" dirty="0"/>
              <a:t>The Chi²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21534-15C7-FBF7-5C85-35C48BD30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600"/>
              </a:spcAft>
            </a:pPr>
            <a:r>
              <a:rPr lang="en-GB" sz="3000" b="1" dirty="0"/>
              <a:t>Null hypothesis H0: There is NO statistically significant association between the two variables </a:t>
            </a:r>
            <a:r>
              <a:rPr lang="en-GB" sz="3000" dirty="0"/>
              <a:t>(= “Independence”)</a:t>
            </a:r>
          </a:p>
          <a:p>
            <a:pPr>
              <a:spcAft>
                <a:spcPts val="2600"/>
              </a:spcAft>
            </a:pPr>
            <a:r>
              <a:rPr lang="en-GB" sz="3000" b="1" dirty="0"/>
              <a:t>Hypothesis H1: There is a statistically significant association between the two variables </a:t>
            </a:r>
            <a:r>
              <a:rPr lang="en-GB" sz="3000" dirty="0"/>
              <a:t>(= “</a:t>
            </a:r>
            <a:r>
              <a:rPr lang="en-GB" sz="3000" dirty="0" err="1"/>
              <a:t>Dependance</a:t>
            </a:r>
            <a:r>
              <a:rPr lang="en-GB" sz="3000" dirty="0"/>
              <a:t> / Association”)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4C323-678B-2CBC-FB75-A81E91A7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82BE0-255A-0D3D-02A0-7E2B3A7C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27809190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B216-5785-0B93-D3BB-13589B29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5ACEC2-89F2-8D3D-1401-1FB92E05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between Two Nominal Variables:</a:t>
            </a:r>
            <a:br>
              <a:rPr lang="en-GB" dirty="0"/>
            </a:br>
            <a:r>
              <a:rPr lang="en-GB" dirty="0"/>
              <a:t>Chi²-Test the Old School Way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C981A-5561-D662-EED4-FCABCB43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simplypschology</a:t>
            </a:r>
            <a:r>
              <a:rPr lang="en-GB" dirty="0"/>
              <a:t>, 2023)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7EA18-9F22-060D-6FF3-7325C42A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E0512-CCC5-97C6-9FE7-EF7AD054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53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1D204C-170B-9683-82BC-3E72605A4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GB" b="1" dirty="0"/>
              <a:t>Second step: </a:t>
            </a:r>
            <a:r>
              <a:rPr lang="en-GB" dirty="0"/>
              <a:t>calculate </a:t>
            </a:r>
            <a:r>
              <a:rPr lang="en-GB" b="1" dirty="0"/>
              <a:t>expected frequencies </a:t>
            </a:r>
            <a:r>
              <a:rPr lang="en-GB" dirty="0"/>
              <a:t>from the margins</a:t>
            </a:r>
          </a:p>
        </p:txBody>
      </p:sp>
      <p:pic>
        <p:nvPicPr>
          <p:cNvPr id="8" name="Picture 2">
            <a:hlinkClick r:id="rId2"/>
            <a:extLst>
              <a:ext uri="{FF2B5EF4-FFF2-40B4-BE49-F238E27FC236}">
                <a16:creationId xmlns:a16="http://schemas.microsoft.com/office/drawing/2014/main" id="{E3A96E5B-3D92-019B-BEAA-3A711C9F1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5513" y="2349000"/>
            <a:ext cx="8467725" cy="32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1324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E1BE-6516-7772-C9D6-8F8BDA5E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BE1FE2-4687-1B58-5F30-C204D6E5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Association between Two Nominal Variables:</a:t>
            </a:r>
            <a:br>
              <a:rPr lang="en-GB" dirty="0"/>
            </a:br>
            <a:r>
              <a:rPr lang="en-GB" dirty="0"/>
              <a:t>Chi²-Test the Old School Way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D58C5-38E3-97FB-0DB1-E283702C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simplypschology</a:t>
            </a:r>
            <a:r>
              <a:rPr lang="en-GB" dirty="0"/>
              <a:t>, 2023)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FDA7B-2FD3-7284-7D09-CF79533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E84C0-3B7E-EA61-EABF-E1E24B23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54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E1B772-F081-9368-0196-69847BAF7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GB" b="1" dirty="0"/>
              <a:t>Third step: </a:t>
            </a:r>
            <a:r>
              <a:rPr lang="en-GB" dirty="0"/>
              <a:t>summarise the differences </a:t>
            </a:r>
            <a:r>
              <a:rPr lang="en-GB" b="1" dirty="0"/>
              <a:t>👉 Chi² value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sz="1050" b="1" dirty="0"/>
          </a:p>
          <a:p>
            <a:r>
              <a:rPr lang="en-GB" b="1" dirty="0"/>
              <a:t>Fourth step: calculate the “Degrees of Freedom (</a:t>
            </a:r>
            <a:r>
              <a:rPr lang="en-GB" b="1" dirty="0" err="1"/>
              <a:t>df</a:t>
            </a:r>
            <a:r>
              <a:rPr lang="en-GB" b="1" dirty="0"/>
              <a:t>)”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E7C1AD-4674-A5A5-F159-6655F0678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01" y="2277000"/>
            <a:ext cx="3312000" cy="1857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61D9FB-0093-BFFD-2C99-4E77ED9E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3" y="5157000"/>
            <a:ext cx="3623198" cy="73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829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26F712-ACD7-C968-3096-4525754A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C9BEC0-D3D4-2CFB-00B5-54006EBD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10008674" cy="792000"/>
          </a:xfrm>
        </p:spPr>
        <p:txBody>
          <a:bodyPr/>
          <a:lstStyle/>
          <a:p>
            <a:r>
              <a:rPr lang="en-GB" dirty="0"/>
              <a:t>And On More Thing: Alpha (α) and its Importance for Tests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A53A4-C1AE-E19A-D680-BCD533556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GB" sz="2400" b="1" dirty="0"/>
              <a:t>= threshold for deciding whether a result is statistically significant</a:t>
            </a:r>
          </a:p>
          <a:p>
            <a:pPr>
              <a:spcAft>
                <a:spcPts val="1000"/>
              </a:spcAft>
            </a:pPr>
            <a:r>
              <a:rPr lang="en-GB" sz="2400" dirty="0"/>
              <a:t>represents the </a:t>
            </a:r>
            <a:r>
              <a:rPr lang="en-GB" sz="2400" b="1" dirty="0"/>
              <a:t>risk of making a wrong decision</a:t>
            </a:r>
          </a:p>
          <a:p>
            <a:pPr lvl="1">
              <a:spcAft>
                <a:spcPts val="1000"/>
              </a:spcAft>
            </a:pPr>
            <a:r>
              <a:rPr lang="en-GB" sz="2400" dirty="0"/>
              <a:t>More precisely: probability of rejecting a true null hypothesis (“Type 1 Error”)</a:t>
            </a:r>
          </a:p>
          <a:p>
            <a:pPr>
              <a:spcAft>
                <a:spcPts val="1000"/>
              </a:spcAft>
            </a:pPr>
            <a:r>
              <a:rPr lang="en-GB" sz="2400" b="1" dirty="0"/>
              <a:t>Chi@ test: </a:t>
            </a:r>
            <a:r>
              <a:rPr lang="en-GB" sz="2400" dirty="0"/>
              <a:t>it defines how extreme the χ² value must be to reject independence</a:t>
            </a:r>
          </a:p>
          <a:p>
            <a:pPr>
              <a:spcAft>
                <a:spcPts val="1000"/>
              </a:spcAft>
            </a:pPr>
            <a:r>
              <a:rPr lang="en-GB" sz="2400" dirty="0"/>
              <a:t>A common choice is </a:t>
            </a:r>
            <a:r>
              <a:rPr lang="en-GB" sz="2400" b="1" dirty="0">
                <a:solidFill>
                  <a:schemeClr val="accent2"/>
                </a:solidFill>
              </a:rPr>
              <a:t>α = 0.05</a:t>
            </a:r>
          </a:p>
          <a:p>
            <a:pPr lvl="1">
              <a:spcAft>
                <a:spcPts val="1000"/>
              </a:spcAft>
            </a:pPr>
            <a:r>
              <a:rPr lang="en-GB" sz="2400" dirty="0"/>
              <a:t>we accept a 5 percent risk of concluding there is an association</a:t>
            </a:r>
            <a:br>
              <a:rPr lang="en-GB" sz="2400" dirty="0"/>
            </a:br>
            <a:r>
              <a:rPr lang="en-GB" sz="2400" dirty="0"/>
              <a:t> when in reality there is none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68196-4DF1-6FD3-E6D5-AEA41138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5CF1D-FD67-CEAB-D7E4-F5700D8F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28127059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F1054-18F5-45BF-9FAB-92457CD6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E24A86-9942-5804-9202-E14689FC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So: Back to Old School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11E41-5AC9-543B-CEE9-B7E3A2CF8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4536676" cy="4535265"/>
          </a:xfrm>
        </p:spPr>
        <p:txBody>
          <a:bodyPr anchor="t"/>
          <a:lstStyle/>
          <a:p>
            <a:r>
              <a:rPr lang="en-GB" sz="2000" b="1" dirty="0"/>
              <a:t>χ² = 19.8</a:t>
            </a:r>
          </a:p>
          <a:p>
            <a:r>
              <a:rPr lang="en-GB" sz="2000" b="1"/>
              <a:t>df = (2-1) x (3-1) = 2</a:t>
            </a:r>
          </a:p>
          <a:p>
            <a:r>
              <a:rPr lang="en-GB" sz="2000" b="1"/>
              <a:t>α  = 0.05</a:t>
            </a:r>
          </a:p>
          <a:p>
            <a:r>
              <a:rPr lang="en-GB" b="1"/>
              <a:t>👉 </a:t>
            </a:r>
            <a:r>
              <a:rPr lang="en-GB" b="1" dirty="0"/>
              <a:t>critical </a:t>
            </a:r>
            <a:r>
              <a:rPr lang="en-GB" sz="2400" b="1" dirty="0"/>
              <a:t>χ² = 5.991</a:t>
            </a:r>
          </a:p>
          <a:p>
            <a:r>
              <a:rPr lang="en-GB" b="1" dirty="0"/>
              <a:t>19.8 &gt; 5.991</a:t>
            </a:r>
          </a:p>
          <a:p>
            <a:r>
              <a:rPr lang="en-GB" b="1" dirty="0"/>
              <a:t>👉 Our conclusion:</a:t>
            </a:r>
            <a:br>
              <a:rPr lang="en-GB" b="1"/>
            </a:br>
            <a:r>
              <a:rPr lang="en-GB"/>
              <a:t>Reject H₀: There is a </a:t>
            </a:r>
            <a:r>
              <a:rPr lang="en-GB" b="1"/>
              <a:t>significant association</a:t>
            </a:r>
            <a:r>
              <a:rPr lang="en-GB"/>
              <a:t> between gender and sport preference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B6DED-15E1-11A2-62DC-0BB7D81E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(University of Arizona, n.d.)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7CCE6-F32F-B42B-6EAC-36E2D2D6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13" name="Picture 12">
            <a:hlinkClick r:id="rId2"/>
            <a:extLst>
              <a:ext uri="{FF2B5EF4-FFF2-40B4-BE49-F238E27FC236}">
                <a16:creationId xmlns:a16="http://schemas.microsoft.com/office/drawing/2014/main" id="{1D26AEF9-3D6A-2407-C0FC-601707B2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000" y="440914"/>
            <a:ext cx="6052687" cy="577854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C92DE9-C157-5972-49E2-F2445088054F}"/>
              </a:ext>
            </a:extLst>
          </p:cNvPr>
          <p:cNvCxnSpPr>
            <a:cxnSpLocks/>
          </p:cNvCxnSpPr>
          <p:nvPr/>
        </p:nvCxnSpPr>
        <p:spPr>
          <a:xfrm flipV="1">
            <a:off x="5618480" y="1107040"/>
            <a:ext cx="3645520" cy="548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1E9B58-94AD-DBEA-425F-332ECA28E7A1}"/>
              </a:ext>
            </a:extLst>
          </p:cNvPr>
          <p:cNvSpPr txBox="1"/>
          <p:nvPr/>
        </p:nvSpPr>
        <p:spPr>
          <a:xfrm>
            <a:off x="9103179" y="45000"/>
            <a:ext cx="6177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/>
              <a:t>α  = 0.05</a:t>
            </a:r>
            <a:endParaRPr lang="en-GB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A7A59-81C3-CF7F-5A7E-7BF54962B466}"/>
              </a:ext>
            </a:extLst>
          </p:cNvPr>
          <p:cNvSpPr/>
          <p:nvPr/>
        </p:nvSpPr>
        <p:spPr>
          <a:xfrm>
            <a:off x="9306559" y="954417"/>
            <a:ext cx="535783" cy="15302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GB" sz="16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CEDE88-DA9D-8249-2A19-6873886E78CC}"/>
              </a:ext>
            </a:extLst>
          </p:cNvPr>
          <p:cNvCxnSpPr>
            <a:cxnSpLocks/>
          </p:cNvCxnSpPr>
          <p:nvPr/>
        </p:nvCxnSpPr>
        <p:spPr>
          <a:xfrm>
            <a:off x="9768000" y="621000"/>
            <a:ext cx="0" cy="286874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0434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0C35F-5A4D-4A76-277A-A843FC5F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9AD193-3C75-9591-F8F3-FE93CE1F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Chi²-Tests: But how Strong is the Association?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68B04B-1218-8EA4-C1B2-18F4543C64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325" y="1485000"/>
                <a:ext cx="8280676" cy="4535265"/>
              </a:xfrm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𝜒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 when independence = 0 (observed = expected)</a:t>
                </a:r>
              </a:p>
              <a:p>
                <a:pPr lvl="1"/>
                <a:r>
                  <a:rPr lang="en-GB" sz="2400" dirty="0"/>
                  <a:t>Can </a:t>
                </a:r>
                <a:r>
                  <a:rPr lang="en-GB" sz="2400" dirty="0" err="1"/>
                  <a:t>be</a:t>
                </a:r>
                <a:r>
                  <a:rPr lang="en-GB" sz="2400" dirty="0"/>
                  <a:t> </a:t>
                </a:r>
                <a:r>
                  <a:rPr lang="en-GB" sz="2400" dirty="0" err="1"/>
                  <a:t>arbitrarily</a:t>
                </a:r>
                <a:r>
                  <a:rPr lang="en-GB" sz="2400" dirty="0"/>
                  <a:t> large</a:t>
                </a:r>
              </a:p>
              <a:p>
                <a:pPr lvl="1"/>
                <a:r>
                  <a:rPr lang="en-GB" sz="2400" b="1" dirty="0"/>
                  <a:t>👉 </a:t>
                </a:r>
                <a:r>
                  <a:rPr lang="en-GB" sz="2400" b="1" dirty="0" err="1"/>
                  <a:t>Standardisation</a:t>
                </a:r>
                <a:r>
                  <a:rPr lang="en-GB" sz="2400" b="1" dirty="0"/>
                  <a:t> [range from 0 to +1] necessary to make a statement about the strength of the association</a:t>
                </a:r>
                <a:endParaRPr lang="en-GB" sz="1400" b="1" dirty="0"/>
              </a:p>
              <a:p>
                <a:r>
                  <a:rPr lang="en-GB" sz="2400" b="1" dirty="0">
                    <a:solidFill>
                      <a:srgbClr val="E37823"/>
                    </a:solidFill>
                  </a:rPr>
                  <a:t>Cramers V [0; +1]: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68B04B-1218-8EA4-C1B2-18F4543C6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325" y="1485000"/>
                <a:ext cx="8280676" cy="4535265"/>
              </a:xfrm>
              <a:blipFill>
                <a:blip r:embed="rId2"/>
                <a:stretch>
                  <a:fillRect l="-1178" t="-4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D7E2B-1B67-02E5-5F37-23828310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(Quatember 2007:66)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6BF9E-14C8-DF41-B49E-A9AAE833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7" name="Grafik 5">
            <a:extLst>
              <a:ext uri="{FF2B5EF4-FFF2-40B4-BE49-F238E27FC236}">
                <a16:creationId xmlns:a16="http://schemas.microsoft.com/office/drawing/2014/main" id="{04191907-0E8C-A14E-7675-CF6F47332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479" y="3849467"/>
            <a:ext cx="7864522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0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61A476-A079-1FDB-8DF8-AE7D3AAD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58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70C34A-6DD5-3F3A-FC89-6374267A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Chi²-Tests: But how Strong is the Association?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DAADB-A011-17C1-96C8-47C8AD596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GB" b="1" dirty="0" err="1">
                <a:solidFill>
                  <a:srgbClr val="E37823"/>
                </a:solidFill>
              </a:rPr>
              <a:t>Cramers</a:t>
            </a:r>
            <a:r>
              <a:rPr lang="en-GB" b="1" dirty="0">
                <a:solidFill>
                  <a:srgbClr val="E37823"/>
                </a:solidFill>
              </a:rPr>
              <a:t> V [0; +1]:</a:t>
            </a:r>
            <a:endParaRPr lang="en-GB" sz="3200" dirty="0"/>
          </a:p>
          <a:p>
            <a:pPr lvl="1"/>
            <a:r>
              <a:rPr lang="en-GB" dirty="0"/>
              <a:t>The greater V is, the stronger the </a:t>
            </a:r>
            <a:r>
              <a:rPr lang="en-GB"/>
              <a:t>statistical association.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1F8B4-E1CC-7C92-654A-1DC0040C5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(Quatember 2007:66)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0BFF3-4A36-DE6B-EC07-975A906A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6E659B3-9215-1328-C369-A40BF81D3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99" y="2853000"/>
            <a:ext cx="6897073" cy="30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2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BCB9-26AB-68A1-C0D1-7E133400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A7CAC13-3DA0-1AFC-D170-C94B6900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Correlation </a:t>
            </a:r>
            <a:br>
              <a:rPr lang="en-GB" dirty="0"/>
            </a:br>
            <a:r>
              <a:rPr lang="en-GB" dirty="0"/>
              <a:t>between</a:t>
            </a:r>
            <a:br>
              <a:rPr lang="en-GB" dirty="0"/>
            </a:br>
            <a:r>
              <a:rPr lang="en-GB" dirty="0"/>
              <a:t>Metric </a:t>
            </a:r>
            <a:br>
              <a:rPr lang="en-GB" dirty="0"/>
            </a:br>
            <a:r>
              <a:rPr lang="en-GB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15968272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7E79-F7A3-E765-BC5F-0C06EFC7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04010-0305-9959-B6E3-3277BA8F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60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200A0F-B777-685C-5D28-6F4CD56A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Look: Scatterplots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44587-7F12-E30A-F7E1-9C2D47CD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(Quatember 2007:66)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4594A-9E80-2971-59D6-9739FA94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638664-BA3D-2CEB-85F8-E6CBB94C1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GB"/>
              <a:t>A </a:t>
            </a:r>
            <a:r>
              <a:rPr lang="en-GB" b="1"/>
              <a:t>graphical display </a:t>
            </a:r>
            <a:r>
              <a:rPr lang="en-GB"/>
              <a:t>of the relationship between </a:t>
            </a:r>
            <a:r>
              <a:rPr lang="en-GB" b="1"/>
              <a:t>two metric variables</a:t>
            </a:r>
          </a:p>
          <a:p>
            <a:pPr>
              <a:spcAft>
                <a:spcPts val="1000"/>
              </a:spcAft>
            </a:pPr>
            <a:r>
              <a:rPr lang="en-GB" dirty="0"/>
              <a:t>Each </a:t>
            </a:r>
            <a:r>
              <a:rPr lang="en-GB" b="1" dirty="0"/>
              <a:t>point</a:t>
            </a:r>
            <a:r>
              <a:rPr lang="en-GB" dirty="0"/>
              <a:t> represents </a:t>
            </a:r>
            <a:r>
              <a:rPr lang="en-GB" b="1" dirty="0"/>
              <a:t>one observation </a:t>
            </a:r>
            <a:r>
              <a:rPr lang="en-GB" dirty="0"/>
              <a:t>with an x and a y value</a:t>
            </a:r>
          </a:p>
          <a:p>
            <a:pPr>
              <a:spcAft>
                <a:spcPts val="1000"/>
              </a:spcAft>
            </a:pPr>
            <a:r>
              <a:rPr lang="en-GB" dirty="0"/>
              <a:t>👉 </a:t>
            </a:r>
            <a:r>
              <a:rPr lang="en-GB" dirty="0">
                <a:solidFill>
                  <a:schemeClr val="accent2"/>
                </a:solidFill>
              </a:rPr>
              <a:t>Used to visualise patterns, trends and direction of association</a:t>
            </a:r>
          </a:p>
          <a:p>
            <a:pPr>
              <a:spcAft>
                <a:spcPts val="1000"/>
              </a:spcAft>
            </a:pPr>
            <a:r>
              <a:rPr lang="en-GB" dirty="0"/>
              <a:t>Helps identify positive, negative or no correlation</a:t>
            </a:r>
          </a:p>
          <a:p>
            <a:pPr>
              <a:spcAft>
                <a:spcPts val="1000"/>
              </a:spcAft>
            </a:pPr>
            <a:r>
              <a:rPr lang="en-GB" dirty="0"/>
              <a:t>Makes outliers and clusters visible</a:t>
            </a:r>
          </a:p>
          <a:p>
            <a:pPr>
              <a:spcAft>
                <a:spcPts val="1000"/>
              </a:spcAft>
            </a:pPr>
            <a:r>
              <a:rPr lang="en-GB" dirty="0"/>
              <a:t>Often used as a </a:t>
            </a:r>
            <a:r>
              <a:rPr lang="en-GB" b="1" dirty="0"/>
              <a:t>first step </a:t>
            </a:r>
            <a:r>
              <a:rPr lang="en-GB" dirty="0"/>
              <a:t>before calculating correlation or regression</a:t>
            </a:r>
          </a:p>
        </p:txBody>
      </p:sp>
    </p:spTree>
    <p:extLst>
      <p:ext uri="{BB962C8B-B14F-4D97-AF65-F5344CB8AC3E}">
        <p14:creationId xmlns:p14="http://schemas.microsoft.com/office/powerpoint/2010/main" val="34695875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8DE6-7796-5782-3975-7F33D0A0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99F730-1BCE-4E92-F824-E595B1E4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61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334E3A-A8CF-A853-28DF-574AEDA8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Look: Scatterplots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D7F41-B17A-E94F-2E74-8373F848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(Eigene Überarbeitung 2018 von: Quatember 2007:667)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150C1-56EB-637C-E16B-3BC024FF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8" name="Grafik 4">
            <a:extLst>
              <a:ext uri="{FF2B5EF4-FFF2-40B4-BE49-F238E27FC236}">
                <a16:creationId xmlns:a16="http://schemas.microsoft.com/office/drawing/2014/main" id="{2604A07D-D7C4-8A7E-A831-9CBBB6DE5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000" y="1629000"/>
            <a:ext cx="10640808" cy="43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019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21085-7DE1-786D-E0E5-E4BEB0A1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62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D9551D-8ABE-18CE-6169-8AD99FA8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Going beyond the Plot: Measuring Correlations with Pearson’s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67FA4-66FF-1A73-713D-4DCFCBD76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GB" b="1"/>
              <a:t>Determination of Pearson’s r:</a:t>
            </a:r>
          </a:p>
          <a:p>
            <a:r>
              <a:rPr lang="en-GB"/>
              <a:t>Calculating the covariance s</a:t>
            </a:r>
            <a:r>
              <a:rPr lang="en-GB" baseline="-25000"/>
              <a:t>xy</a:t>
            </a:r>
          </a:p>
          <a:p>
            <a:r>
              <a:rPr lang="en-GB"/>
              <a:t>covariance (like χ²-values) </a:t>
            </a:r>
            <a:r>
              <a:rPr lang="en-GB" sz="2000"/>
              <a:t>can be arbitrarily large</a:t>
            </a:r>
          </a:p>
          <a:p>
            <a:r>
              <a:rPr lang="en-GB" b="1">
                <a:solidFill>
                  <a:srgbClr val="E37823"/>
                </a:solidFill>
              </a:rPr>
              <a:t>👉 Standardisation to value range -1 to +1:</a:t>
            </a:r>
            <a:br>
              <a:rPr lang="en-GB" b="1">
                <a:solidFill>
                  <a:srgbClr val="E37823"/>
                </a:solidFill>
              </a:rPr>
            </a:br>
            <a:r>
              <a:rPr lang="en-GB" b="1">
                <a:solidFill>
                  <a:srgbClr val="E37823"/>
                </a:solidFill>
              </a:rPr>
              <a:t>       </a:t>
            </a:r>
            <a:r>
              <a:rPr lang="en-GB" b="1"/>
              <a:t>correlation coefficient r</a:t>
            </a:r>
            <a:r>
              <a:rPr lang="en-GB"/>
              <a:t> [-1; +1]</a:t>
            </a:r>
            <a:r>
              <a:rPr lang="en-GB" sz="1600" b="1"/>
              <a:t>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9159F-2DD4-284E-42CF-B3827E98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(Eigene Überarbeitung 2019 von: Quatember 2007:69)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5AD17-BA2B-0C4D-0355-40767811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7" name="Grafik 4">
            <a:extLst>
              <a:ext uri="{FF2B5EF4-FFF2-40B4-BE49-F238E27FC236}">
                <a16:creationId xmlns:a16="http://schemas.microsoft.com/office/drawing/2014/main" id="{E5A81D17-F02B-F312-27BF-89CC6220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000" y="3355704"/>
            <a:ext cx="6419644" cy="2828789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EF0B866-0702-F186-AD84-5B567C3A1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000" y="4561274"/>
            <a:ext cx="1518402" cy="883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hteck 12">
            <a:extLst>
              <a:ext uri="{FF2B5EF4-FFF2-40B4-BE49-F238E27FC236}">
                <a16:creationId xmlns:a16="http://schemas.microsoft.com/office/drawing/2014/main" id="{1A52BA1E-3452-D652-35AC-D5C9E80B4B2C}"/>
              </a:ext>
            </a:extLst>
          </p:cNvPr>
          <p:cNvSpPr/>
          <p:nvPr/>
        </p:nvSpPr>
        <p:spPr>
          <a:xfrm>
            <a:off x="1448074" y="5712713"/>
            <a:ext cx="2422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 err="1">
                <a:latin typeface="+mj-lt"/>
              </a:rPr>
              <a:t>s</a:t>
            </a:r>
            <a:r>
              <a:rPr lang="en-GB" sz="1200" baseline="-25000" dirty="0" err="1">
                <a:latin typeface="+mj-lt"/>
              </a:rPr>
              <a:t>x</a:t>
            </a:r>
            <a:r>
              <a:rPr lang="en-GB" sz="1200" dirty="0">
                <a:latin typeface="+mj-lt"/>
              </a:rPr>
              <a:t> … Standard deviation variable x</a:t>
            </a:r>
          </a:p>
          <a:p>
            <a:r>
              <a:rPr lang="en-GB" sz="1200" dirty="0" err="1">
                <a:solidFill>
                  <a:prstClr val="black"/>
                </a:solidFill>
                <a:latin typeface="Calibri"/>
              </a:rPr>
              <a:t>s</a:t>
            </a:r>
            <a:r>
              <a:rPr lang="en-GB" sz="1200" baseline="-25000" dirty="0" err="1">
                <a:solidFill>
                  <a:prstClr val="black"/>
                </a:solidFill>
                <a:latin typeface="Calibri"/>
              </a:rPr>
              <a:t>y</a:t>
            </a:r>
            <a:r>
              <a:rPr lang="en-GB" sz="1200" dirty="0">
                <a:solidFill>
                  <a:prstClr val="black"/>
                </a:solidFill>
                <a:latin typeface="Calibri"/>
              </a:rPr>
              <a:t> … </a:t>
            </a:r>
            <a:r>
              <a:rPr lang="en-GB" sz="1200" dirty="0"/>
              <a:t>Standard deviation variable </a:t>
            </a:r>
            <a:r>
              <a:rPr lang="en-GB" sz="1200" dirty="0">
                <a:solidFill>
                  <a:prstClr val="black"/>
                </a:solidFill>
                <a:latin typeface="Calibri"/>
              </a:rPr>
              <a:t>y</a:t>
            </a:r>
            <a:endParaRPr lang="en-GB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933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951BB9-3BA5-C82B-E200-20229FBE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63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6A4DF3-E0E1-B276-2DE0-C188A66F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549000"/>
            <a:ext cx="9864674" cy="792000"/>
          </a:xfrm>
        </p:spPr>
        <p:txBody>
          <a:bodyPr/>
          <a:lstStyle/>
          <a:p>
            <a:r>
              <a:rPr lang="en-GB" dirty="0"/>
              <a:t>How to Make Sense of Pearson’s Correlation Coefficient 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1B65C-2A55-98F4-3C38-754C91AE5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(Eigene Überarbeitung 2019 von: Quatember 2007:71)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11971-0449-863C-DBE4-6FDC1626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7" name="Grafik 4">
            <a:extLst>
              <a:ext uri="{FF2B5EF4-FFF2-40B4-BE49-F238E27FC236}">
                <a16:creationId xmlns:a16="http://schemas.microsoft.com/office/drawing/2014/main" id="{32EF0B57-23A5-5D00-F1A5-71830A6CF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787" y="1773000"/>
            <a:ext cx="10366426" cy="424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828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EACC-C2D9-A367-1E12-6C477CD1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73C88BE-C1CA-0E4B-D93C-6BB9330D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Bonus:</a:t>
            </a:r>
            <a:br>
              <a:rPr lang="en-GB" dirty="0"/>
            </a:br>
            <a:r>
              <a:rPr lang="en-GB" dirty="0"/>
              <a:t>Correlations </a:t>
            </a:r>
            <a:br>
              <a:rPr lang="en-GB" dirty="0"/>
            </a:br>
            <a:r>
              <a:rPr lang="en-GB" dirty="0"/>
              <a:t>between Ordinal </a:t>
            </a:r>
            <a:br>
              <a:rPr lang="en-GB" dirty="0"/>
            </a:br>
            <a:r>
              <a:rPr lang="en-GB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4239342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70A617-A9DD-54EC-7AFF-FBCF5E31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65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81E68E-BC98-BFE6-E922-FEDE2DF7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Spearmans</a:t>
            </a:r>
            <a:r>
              <a:rPr lang="en-GB" dirty="0"/>
              <a:t> ρ („rho“) as Ordinal Alternative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2C137-90AD-8ABF-2BA7-A777C8886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1200"/>
              </a:spcAft>
            </a:pPr>
            <a:r>
              <a:rPr lang="en-GB" sz="2400" b="1" dirty="0"/>
              <a:t>Measures monotonic relationships:</a:t>
            </a:r>
          </a:p>
          <a:p>
            <a:pPr lvl="1">
              <a:spcAft>
                <a:spcPts val="1200"/>
              </a:spcAft>
            </a:pPr>
            <a:r>
              <a:rPr lang="en-GB" sz="2400" dirty="0"/>
              <a:t>Value range: like Pearson's r (-1 to +1)</a:t>
            </a:r>
          </a:p>
          <a:p>
            <a:pPr lvl="1">
              <a:spcAft>
                <a:spcPts val="1200"/>
              </a:spcAft>
            </a:pPr>
            <a:r>
              <a:rPr lang="en-GB" sz="2400" dirty="0"/>
              <a:t>Basis: Difference in the ranks of a pair of values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74982-AB34-5F3F-E2E0-DA8427D4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46BE9-DD76-A587-2A9B-B7231AE9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4D6C120-7770-042E-7B6B-5B0560DEB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00" y="5429484"/>
            <a:ext cx="2603294" cy="466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8B0420-152D-6766-51CB-61C5E2D25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58" y="4435734"/>
            <a:ext cx="3539742" cy="10092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BE6313-53ED-8F4E-1B7E-50432158E28D}"/>
              </a:ext>
            </a:extLst>
          </p:cNvPr>
          <p:cNvSpPr txBox="1"/>
          <p:nvPr/>
        </p:nvSpPr>
        <p:spPr>
          <a:xfrm>
            <a:off x="6297150" y="4098383"/>
            <a:ext cx="5483742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GB" i="1" dirty="0"/>
              <a:t>n</a:t>
            </a:r>
            <a:r>
              <a:rPr lang="en-GB" dirty="0"/>
              <a:t> … Number of paired observations</a:t>
            </a:r>
          </a:p>
          <a:p>
            <a:pPr>
              <a:spcAft>
                <a:spcPts val="1000"/>
              </a:spcAft>
            </a:pPr>
            <a:r>
              <a:rPr lang="en-GB" dirty="0"/>
              <a:t>𝑑𝑖 … ​Difference between the rank of X</a:t>
            </a:r>
          </a:p>
          <a:p>
            <a:pPr>
              <a:spcAft>
                <a:spcPts val="1000"/>
              </a:spcAft>
            </a:pPr>
            <a:r>
              <a:rPr lang="en-GB" dirty="0"/>
              <a:t>         and the rank of Y for observation </a:t>
            </a:r>
            <a:r>
              <a:rPr lang="en-GB" dirty="0" err="1"/>
              <a:t>i</a:t>
            </a:r>
            <a:endParaRPr lang="en-GB" dirty="0"/>
          </a:p>
        </p:txBody>
      </p:sp>
      <p:pic>
        <p:nvPicPr>
          <p:cNvPr id="23" name="Picture 2" descr="Spearman's Rank-Order Correlation - A guide to when to use it, what it does  and what the assumptions are.">
            <a:hlinkClick r:id="rId4"/>
            <a:extLst>
              <a:ext uri="{FF2B5EF4-FFF2-40B4-BE49-F238E27FC236}">
                <a16:creationId xmlns:a16="http://schemas.microsoft.com/office/drawing/2014/main" id="{C3749051-F7F5-E5FA-E395-3F84D129E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48"/>
          <a:stretch>
            <a:fillRect/>
          </a:stretch>
        </p:blipFill>
        <p:spPr bwMode="auto">
          <a:xfrm>
            <a:off x="7680000" y="1313628"/>
            <a:ext cx="4068574" cy="231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7499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70DB-E7A1-CDED-4EEA-A4C67B4B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24FDA9-4FF1-D201-CF39-D8ED0E7A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962771-4926-308A-9005-F7616A7E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Spearmans ρ („rho“) as Ordinal Alternative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85C43-D1F4-9533-2F40-0CEF05B5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sz="2400" b="1"/>
              <a:t>Measures monotonic relationships:</a:t>
            </a:r>
          </a:p>
          <a:p>
            <a:pPr lvl="1">
              <a:spcAft>
                <a:spcPts val="1200"/>
              </a:spcAft>
            </a:pPr>
            <a:r>
              <a:rPr lang="en-GB" sz="2400"/>
              <a:t>Value range: like Pearson's r (-1 to +1)</a:t>
            </a:r>
          </a:p>
          <a:p>
            <a:pPr lvl="1">
              <a:spcAft>
                <a:spcPts val="1200"/>
              </a:spcAft>
            </a:pPr>
            <a:r>
              <a:rPr lang="en-GB" sz="2400"/>
              <a:t>Basis: Difference in the ranks of a pair of values</a:t>
            </a:r>
          </a:p>
          <a:p>
            <a:pPr lvl="1">
              <a:spcAft>
                <a:spcPts val="1200"/>
              </a:spcAft>
            </a:pPr>
            <a:r>
              <a:rPr lang="en-GB" sz="2400"/>
              <a:t>~ like Pearson’s r but based on </a:t>
            </a:r>
            <a:r>
              <a:rPr lang="en-GB" sz="2400" b="1"/>
              <a:t>ranks</a:t>
            </a:r>
            <a:br>
              <a:rPr lang="en-GB" sz="2400" b="1"/>
            </a:br>
            <a:endParaRPr lang="en-GB" sz="1600" b="1"/>
          </a:p>
          <a:p>
            <a:pPr>
              <a:spcAft>
                <a:spcPts val="1200"/>
              </a:spcAft>
            </a:pPr>
            <a:r>
              <a:rPr lang="en-GB" sz="2400" b="1"/>
              <a:t>Problem: </a:t>
            </a:r>
            <a:r>
              <a:rPr lang="en-GB" sz="2400"/>
              <a:t>Ties</a:t>
            </a:r>
          </a:p>
          <a:p>
            <a:pPr lvl="1">
              <a:spcAft>
                <a:spcPts val="1200"/>
              </a:spcAft>
            </a:pPr>
            <a:r>
              <a:rPr lang="en-GB" sz="2400"/>
              <a:t>Rule of thumb: less than ⅕ of all value pairs 👉 ranks via mean values</a:t>
            </a:r>
            <a:endParaRPr lang="en-GB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C265F-DCDA-2CAE-00CE-A89553F9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64008-C312-F8F0-16F3-BDC33D73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9BBA4F-54EA-2D37-6A72-99B416801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51" y="2277000"/>
            <a:ext cx="3539742" cy="100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11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68564-34C3-A0D7-9FEE-B9F633F5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0BB7E880-7A47-2EBC-5FE4-488A50CD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</a:t>
            </a:r>
            <a:br>
              <a:rPr lang="en-GB" dirty="0"/>
            </a:br>
            <a:r>
              <a:rPr lang="en-GB" dirty="0"/>
              <a:t>Pearson’s r</a:t>
            </a:r>
            <a:br>
              <a:rPr lang="en-GB" dirty="0"/>
            </a:br>
            <a:r>
              <a:rPr lang="en-GB" dirty="0"/>
              <a:t>and Spearman’s ρ </a:t>
            </a:r>
          </a:p>
        </p:txBody>
      </p:sp>
    </p:spTree>
    <p:extLst>
      <p:ext uri="{BB962C8B-B14F-4D97-AF65-F5344CB8AC3E}">
        <p14:creationId xmlns:p14="http://schemas.microsoft.com/office/powerpoint/2010/main" val="40430921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6A788B-A10E-75B7-DAD6-5DFC8DA5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046E74-A107-F5C9-D14C-BA574404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Limitations of Pearsons Correlation Coefficient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9D1E4-216C-0D18-02CF-0FD05D834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GB" sz="2400" b="1"/>
              <a:t>Pearson's problem: </a:t>
            </a:r>
            <a:r>
              <a:rPr lang="en-GB" sz="2400"/>
              <a:t>Assumes linear relationship</a:t>
            </a:r>
          </a:p>
          <a:p>
            <a:pPr lvl="1"/>
            <a:r>
              <a:rPr lang="en-GB" sz="2400"/>
              <a:t>Distortions: non-linear relationships &amp;  outliers</a:t>
            </a:r>
            <a:endParaRPr lang="en-GB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3DC2B-A542-0044-4F38-265610CB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(Laerd, n.d.)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AF036-400A-3B53-24BF-720C4A23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  <p:pic>
        <p:nvPicPr>
          <p:cNvPr id="7" name="Picture 3">
            <a:hlinkClick r:id="rId2"/>
            <a:extLst>
              <a:ext uri="{FF2B5EF4-FFF2-40B4-BE49-F238E27FC236}">
                <a16:creationId xmlns:a16="http://schemas.microsoft.com/office/drawing/2014/main" id="{32544BE5-0EF5-54D0-C541-59C9C0ECB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990" y="3326510"/>
            <a:ext cx="3383335" cy="247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 descr="Spearman's Rank-Order Correlation - A guide to when to use it, what it does  and what the assumptions are.">
            <a:hlinkClick r:id="rId4"/>
            <a:extLst>
              <a:ext uri="{FF2B5EF4-FFF2-40B4-BE49-F238E27FC236}">
                <a16:creationId xmlns:a16="http://schemas.microsoft.com/office/drawing/2014/main" id="{9402AEE1-1B28-5CE2-51A9-4EB1306DF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00" y="3136881"/>
            <a:ext cx="7106899" cy="266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Checkbox Checked with solid fill">
            <a:extLst>
              <a:ext uri="{FF2B5EF4-FFF2-40B4-BE49-F238E27FC236}">
                <a16:creationId xmlns:a16="http://schemas.microsoft.com/office/drawing/2014/main" id="{35318BBB-848C-6660-92F9-FA6F6F7BD1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24" y="4534052"/>
            <a:ext cx="914400" cy="914400"/>
          </a:xfrm>
          <a:prstGeom prst="rect">
            <a:avLst/>
          </a:prstGeom>
        </p:spPr>
      </p:pic>
      <p:pic>
        <p:nvPicPr>
          <p:cNvPr id="13" name="Graphic 12" descr="Badge Cross with solid fill">
            <a:extLst>
              <a:ext uri="{FF2B5EF4-FFF2-40B4-BE49-F238E27FC236}">
                <a16:creationId xmlns:a16="http://schemas.microsoft.com/office/drawing/2014/main" id="{5ED075BB-F3C3-0AF3-E10C-1791E3C713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15374" y="3864451"/>
            <a:ext cx="914400" cy="914400"/>
          </a:xfrm>
          <a:prstGeom prst="rect">
            <a:avLst/>
          </a:prstGeom>
        </p:spPr>
      </p:pic>
      <p:pic>
        <p:nvPicPr>
          <p:cNvPr id="14" name="Graphic 13" descr="Badge Cross with solid fill">
            <a:extLst>
              <a:ext uri="{FF2B5EF4-FFF2-40B4-BE49-F238E27FC236}">
                <a16:creationId xmlns:a16="http://schemas.microsoft.com/office/drawing/2014/main" id="{D8447E55-728E-3566-69B4-185107ED7F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6168" y="35565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324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7D28-C29A-91E6-48E5-94074D70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1858AA-F0F0-A843-7E66-5B3C7351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69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6F781F-4DB5-5970-3412-03F976B9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Limitations of Pearsons Correlation Coefficient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BF525-AF1C-B473-D4D4-3DBC70660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GB" sz="2400" b="1" dirty="0"/>
              <a:t>Pearson's problem: </a:t>
            </a:r>
            <a:r>
              <a:rPr lang="en-GB" sz="2400" dirty="0"/>
              <a:t>Assumes linear relationship </a:t>
            </a:r>
          </a:p>
          <a:p>
            <a:pPr lvl="1">
              <a:spcAft>
                <a:spcPts val="800"/>
              </a:spcAft>
            </a:pPr>
            <a:r>
              <a:rPr lang="en-GB" sz="2400" dirty="0"/>
              <a:t>Distortions: non-linear relationships &amp;  outliers</a:t>
            </a:r>
          </a:p>
          <a:p>
            <a:pPr>
              <a:spcAft>
                <a:spcPts val="800"/>
              </a:spcAft>
            </a:pPr>
            <a:r>
              <a:rPr lang="en-GB" sz="2400" b="1" dirty="0"/>
              <a:t>How to deal with it:</a:t>
            </a:r>
          </a:p>
          <a:p>
            <a:pPr lvl="1">
              <a:spcAft>
                <a:spcPts val="800"/>
              </a:spcAft>
            </a:pPr>
            <a:r>
              <a:rPr lang="en-GB" sz="2400" dirty="0"/>
              <a:t>First: Checking the </a:t>
            </a:r>
            <a:r>
              <a:rPr lang="en-GB" sz="2400" b="1" dirty="0"/>
              <a:t>normal distribution </a:t>
            </a:r>
            <a:r>
              <a:rPr lang="en-GB" sz="2400" dirty="0"/>
              <a:t>of the variables used</a:t>
            </a:r>
          </a:p>
          <a:p>
            <a:pPr lvl="1">
              <a:spcAft>
                <a:spcPts val="800"/>
              </a:spcAft>
            </a:pPr>
            <a:r>
              <a:rPr lang="en-GB" sz="2400" dirty="0"/>
              <a:t>Determine Pearson's r &amp; Spearman’s ρ</a:t>
            </a:r>
          </a:p>
          <a:p>
            <a:pPr lvl="1">
              <a:spcAft>
                <a:spcPts val="800"/>
              </a:spcAft>
            </a:pPr>
            <a:r>
              <a:rPr lang="en-GB" sz="2400" dirty="0"/>
              <a:t>👉 "significant" differences = outliers distort Pearson's r</a:t>
            </a:r>
          </a:p>
          <a:p>
            <a:pPr>
              <a:spcAft>
                <a:spcPts val="800"/>
              </a:spcAft>
            </a:pPr>
            <a:r>
              <a:rPr lang="en-GB" sz="2400" dirty="0"/>
              <a:t>If necessary, exclude outliers and recalculate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19AA0-B5CC-7E07-F1B3-F44F6C0D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B1703-E9B6-17A8-804D-CB58C0FF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KMH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80401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BAB5-3160-B597-935D-710AE005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97FB884-DD8F-2299-473D-6CF2E70B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Correlation</a:t>
            </a:r>
            <a:br>
              <a:rPr lang="en-GB" dirty="0"/>
            </a:br>
            <a:r>
              <a:rPr lang="en-GB" dirty="0"/>
              <a:t>to</a:t>
            </a:r>
            <a:br>
              <a:rPr lang="en-GB" dirty="0"/>
            </a:br>
            <a:r>
              <a:rPr lang="en-GB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38288027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C5BF-38B9-698E-E457-67599E25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EFB8A5-9967-0CD0-3660-CABE4BB0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Analysis: </a:t>
            </a:r>
            <a:br>
              <a:rPr lang="en-GB" dirty="0"/>
            </a:br>
            <a:r>
              <a:rPr lang="en-GB" dirty="0"/>
              <a:t>The Relationship between Two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9783E-B969-4177-224C-DF541A0B8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GB" sz="2400" b="1" dirty="0"/>
              <a:t>Correlation:</a:t>
            </a:r>
            <a:endParaRPr lang="en-GB" sz="2400" dirty="0"/>
          </a:p>
          <a:p>
            <a:pPr>
              <a:spcAft>
                <a:spcPts val="1000"/>
              </a:spcAft>
            </a:pPr>
            <a:r>
              <a:rPr lang="en-GB" sz="2400" dirty="0"/>
              <a:t>strength and direction of association between two variables</a:t>
            </a:r>
          </a:p>
          <a:p>
            <a:pPr>
              <a:spcAft>
                <a:spcPts val="1000"/>
              </a:spcAft>
            </a:pPr>
            <a:r>
              <a:rPr lang="en-GB" sz="2400" dirty="0"/>
              <a:t>how variables move together</a:t>
            </a:r>
          </a:p>
          <a:p>
            <a:pPr>
              <a:spcAft>
                <a:spcPts val="1000"/>
              </a:spcAft>
            </a:pPr>
            <a:r>
              <a:rPr lang="en-GB" sz="2400" dirty="0"/>
              <a:t>Often quantified by the correlation coefficient r</a:t>
            </a:r>
          </a:p>
          <a:p>
            <a:pPr>
              <a:spcAft>
                <a:spcPts val="1000"/>
              </a:spcAft>
            </a:pPr>
            <a:r>
              <a:rPr lang="en-GB" sz="2400" dirty="0"/>
              <a:t>👉 Does </a:t>
            </a:r>
            <a:r>
              <a:rPr lang="en-GB" sz="2400" b="1" dirty="0"/>
              <a:t>not imply a cause-effect </a:t>
            </a:r>
            <a:r>
              <a:rPr lang="en-GB" sz="2400" dirty="0"/>
              <a:t>relationship</a:t>
            </a:r>
          </a:p>
        </p:txBody>
      </p:sp>
      <p:pic>
        <p:nvPicPr>
          <p:cNvPr id="5122" name="Picture 2" descr="Book Burning - TV Tropes">
            <a:hlinkClick r:id="rId2"/>
            <a:extLst>
              <a:ext uri="{FF2B5EF4-FFF2-40B4-BE49-F238E27FC236}">
                <a16:creationId xmlns:a16="http://schemas.microsoft.com/office/drawing/2014/main" id="{9F0532B0-32BE-5DF0-ABE2-D532C990F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000" y="2565000"/>
            <a:ext cx="2447999" cy="2988233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254000" dist="107763" dir="2699994" algn="tl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428D9-093E-A884-1E40-26D0C327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tvtropes</a:t>
            </a:r>
            <a:r>
              <a:rPr lang="en-GB" dirty="0"/>
              <a:t>, n.d.)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F544E-4E8B-C02C-9D27-F97E2B823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B0265-113A-4F56-C40C-EEEFA0FE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71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3197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0B35F-D526-4635-C1F7-062C174D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E61752-C7FC-0589-F79B-F500F2C3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Bivariate Analysis: </a:t>
            </a:r>
            <a:br>
              <a:rPr lang="en-GB" dirty="0"/>
            </a:br>
            <a:r>
              <a:rPr lang="en-GB" dirty="0"/>
              <a:t>The Relationship between Two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D0574-92BC-8858-9E49-E301A911F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770467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Causation:</a:t>
            </a:r>
            <a:endParaRPr lang="en-GB" sz="2400" dirty="0"/>
          </a:p>
          <a:p>
            <a:r>
              <a:rPr lang="en-GB" sz="2400" dirty="0"/>
              <a:t>A relationship in which one variable directly influences or produces a change in another</a:t>
            </a:r>
          </a:p>
          <a:p>
            <a:r>
              <a:rPr lang="en-GB" sz="2400" dirty="0"/>
              <a:t>Implies a cause-effect mechanism</a:t>
            </a:r>
          </a:p>
          <a:p>
            <a:r>
              <a:rPr lang="en-GB" sz="2400" dirty="0"/>
              <a:t>Requires stronger evidence such as experimental control or robust causal design</a:t>
            </a:r>
          </a:p>
          <a:p>
            <a:r>
              <a:rPr lang="en-GB" sz="2400" b="1" dirty="0"/>
              <a:t>👉 Cannot be concluded from correlation alone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157DA-0F72-43EC-2308-FA29F44A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8A356-B94D-EE97-76F8-9E7C594F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D7506-CEB7-115B-E802-D96A03F6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12168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C13314-9EDB-D470-1BF7-457D17AC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73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10BFE5-5868-53FF-51A1-BAC91178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Main Goal of Regression Analysis?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3BF67-68D1-F747-F871-7329ECEA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chemeClr val="accent2"/>
                </a:solidFill>
              </a:rPr>
              <a:t>Examine the relationship between one independent variable &amp; </a:t>
            </a:r>
            <a:br>
              <a:rPr lang="en-US" sz="2400" b="1" dirty="0">
                <a:solidFill>
                  <a:schemeClr val="accent2"/>
                </a:solidFill>
              </a:rPr>
            </a:br>
            <a:r>
              <a:rPr lang="en-US" sz="2400" b="1" dirty="0">
                <a:solidFill>
                  <a:schemeClr val="accent2"/>
                </a:solidFill>
              </a:rPr>
              <a:t>one dependent variable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Cause 👉 effect relationship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model how changes in the independent variable affect the dependent variable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estimate the </a:t>
            </a:r>
            <a:r>
              <a:rPr lang="en-US" sz="2400" b="1" dirty="0"/>
              <a:t>direction and strength </a:t>
            </a:r>
            <a:r>
              <a:rPr lang="en-US" sz="2400" dirty="0"/>
              <a:t>of this relationship</a:t>
            </a:r>
          </a:p>
          <a:p>
            <a:pPr>
              <a:spcAft>
                <a:spcPts val="1200"/>
              </a:spcAft>
            </a:pPr>
            <a:r>
              <a:rPr lang="en-US" sz="2400" b="1" dirty="0"/>
              <a:t>predict values </a:t>
            </a:r>
            <a:r>
              <a:rPr lang="en-US" sz="2400" dirty="0"/>
              <a:t>of the dependent variable based on the independent variable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test whether the relationship is statistically </a:t>
            </a:r>
            <a:r>
              <a:rPr lang="en-US" sz="2400" b="1" dirty="0"/>
              <a:t>significant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2573-6D01-4AAA-5923-3491D633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277F5-A45C-25AD-430F-D2F4A6E7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56601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Linear Regression in Detail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1" dirty="0" err="1"/>
              <a:t>Dependent</a:t>
            </a:r>
            <a:r>
              <a:rPr lang="de-AT" b="1" dirty="0"/>
              <a:t> variable </a:t>
            </a:r>
            <a:r>
              <a:rPr lang="en-US" dirty="0"/>
              <a:t>(“</a:t>
            </a:r>
            <a:r>
              <a:rPr lang="en-US" dirty="0" err="1"/>
              <a:t>regressand</a:t>
            </a:r>
            <a:r>
              <a:rPr lang="en-US" dirty="0"/>
              <a:t>”): variable to be explained</a:t>
            </a:r>
            <a:endParaRPr lang="de-AT" dirty="0"/>
          </a:p>
          <a:p>
            <a:r>
              <a:rPr lang="de-AT" b="1" dirty="0"/>
              <a:t>Independent variable </a:t>
            </a:r>
            <a:r>
              <a:rPr lang="de-AT" dirty="0"/>
              <a:t>(“</a:t>
            </a:r>
            <a:r>
              <a:rPr lang="de-AT" dirty="0" err="1"/>
              <a:t>regressor</a:t>
            </a:r>
            <a:r>
              <a:rPr lang="de-AT" dirty="0"/>
              <a:t>”): </a:t>
            </a:r>
            <a:r>
              <a:rPr lang="de-AT" dirty="0" err="1"/>
              <a:t>explanatory</a:t>
            </a:r>
            <a:r>
              <a:rPr lang="de-AT" dirty="0"/>
              <a:t> variablen)</a:t>
            </a:r>
          </a:p>
          <a:p>
            <a:endParaRPr lang="de-AT" dirty="0"/>
          </a:p>
          <a:p>
            <a:r>
              <a:rPr lang="de-AT" dirty="0" err="1"/>
              <a:t>One</a:t>
            </a:r>
            <a:r>
              <a:rPr lang="de-AT" dirty="0"/>
              <a:t> Option: </a:t>
            </a:r>
            <a:r>
              <a:rPr lang="de-AT" dirty="0" err="1"/>
              <a:t>Conversion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b="1" dirty="0"/>
              <a:t>linear </a:t>
            </a:r>
            <a:r>
              <a:rPr lang="de-AT" b="1" dirty="0" err="1"/>
              <a:t>equation</a:t>
            </a:r>
            <a:endParaRPr lang="de-AT" b="1" dirty="0"/>
          </a:p>
          <a:p>
            <a:endParaRPr lang="de-AT" dirty="0"/>
          </a:p>
          <a:p>
            <a:endParaRPr lang="de-AT" sz="1400" dirty="0"/>
          </a:p>
          <a:p>
            <a:r>
              <a:rPr lang="de-AT" dirty="0"/>
              <a:t>Parameter </a:t>
            </a:r>
            <a:r>
              <a:rPr lang="de-AT" dirty="0" err="1"/>
              <a:t>estimation</a:t>
            </a:r>
            <a:r>
              <a:rPr lang="de-AT" dirty="0"/>
              <a:t> via </a:t>
            </a:r>
            <a:br>
              <a:rPr lang="de-AT" dirty="0"/>
            </a:br>
            <a:r>
              <a:rPr lang="de-AT" b="1" dirty="0"/>
              <a:t>least </a:t>
            </a:r>
            <a:r>
              <a:rPr lang="de-AT" b="1" dirty="0" err="1"/>
              <a:t>square</a:t>
            </a:r>
            <a:r>
              <a:rPr lang="de-AT" b="1" dirty="0"/>
              <a:t> </a:t>
            </a:r>
            <a:r>
              <a:rPr lang="de-AT" b="1" dirty="0" err="1"/>
              <a:t>minimum</a:t>
            </a:r>
            <a:r>
              <a:rPr lang="de-AT" b="1" dirty="0"/>
              <a:t>:</a:t>
            </a:r>
            <a:endParaRPr lang="de-AT" b="1" dirty="0">
              <a:solidFill>
                <a:srgbClr val="E37823"/>
              </a:solidFill>
            </a:endParaRPr>
          </a:p>
          <a:p>
            <a:endParaRPr lang="de-AT" dirty="0"/>
          </a:p>
        </p:txBody>
      </p:sp>
      <p:sp>
        <p:nvSpPr>
          <p:cNvPr id="8" name="AutoShape 2" descr="https://upload.wikimedia.org/wikipedia/commons/thumb/1/17/MDKQ1.svg/405px-MDKQ1.svg.png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00" y="3933000"/>
            <a:ext cx="2539919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673" y="4310334"/>
            <a:ext cx="2422326" cy="1531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6" y="4712088"/>
            <a:ext cx="1602428" cy="10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0000" y="2882477"/>
            <a:ext cx="2225815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4086249" y="462997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100" b="1" dirty="0">
                <a:latin typeface="+mj-lt"/>
              </a:rPr>
              <a:t>r1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14717305" y="4524748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100" b="1" dirty="0">
                <a:latin typeface="+mj-lt"/>
              </a:rPr>
              <a:t>r2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15100711" y="3890589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100" b="1" dirty="0">
                <a:latin typeface="+mj-lt"/>
              </a:rPr>
              <a:t>r3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15219277" y="3126570"/>
            <a:ext cx="504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100" b="1" dirty="0">
                <a:latin typeface="+mj-lt"/>
              </a:rPr>
              <a:t>r4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02E6F-DA38-7399-7EB1-CDCEF63E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7CA17-6C51-664B-7F6A-13AE1BD0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BEF3A-E5FE-E1F2-3AC8-1FEC6775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74</a:t>
            </a:fld>
            <a:endParaRPr lang="de-D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C15123-CF42-C98C-CADC-C89D1A2CC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2703" y="390865"/>
            <a:ext cx="2984537" cy="376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799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Linear Regression in Detail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2829521"/>
            <a:ext cx="3578906" cy="1795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55" y="5061521"/>
            <a:ext cx="1974134" cy="382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" t="1828" r="1425" b="2467"/>
          <a:stretch/>
        </p:blipFill>
        <p:spPr bwMode="auto">
          <a:xfrm>
            <a:off x="5160000" y="1821512"/>
            <a:ext cx="6310598" cy="405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68" y="1989000"/>
            <a:ext cx="2559078" cy="435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D547DC-A30C-7439-CC1C-1CEF0115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BA8A6E8-F5E0-6BB2-66DA-8513E6DA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E6AFE-DBEB-0410-9643-8FD3A17C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01893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@ Güte einer gefunden Regressionslösung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de-AT" b="1" dirty="0" err="1"/>
              <a:t>Coefficient</a:t>
            </a:r>
            <a:r>
              <a:rPr lang="de-AT" b="1" dirty="0"/>
              <a:t> </a:t>
            </a:r>
            <a:r>
              <a:rPr lang="de-AT" b="1" dirty="0" err="1"/>
              <a:t>of</a:t>
            </a:r>
            <a:r>
              <a:rPr lang="de-AT" b="1" dirty="0"/>
              <a:t> </a:t>
            </a:r>
            <a:r>
              <a:rPr lang="de-AT" b="1" dirty="0" err="1"/>
              <a:t>determination</a:t>
            </a:r>
            <a:r>
              <a:rPr lang="de-AT" b="1" dirty="0"/>
              <a:t> R²:</a:t>
            </a:r>
          </a:p>
          <a:p>
            <a:pPr lvl="1"/>
            <a:r>
              <a:rPr lang="en-US" dirty="0"/>
              <a:t>Variance of the dependent variable explained by regression</a:t>
            </a:r>
          </a:p>
          <a:p>
            <a:pPr lvl="2"/>
            <a:r>
              <a:rPr lang="en-US" dirty="0"/>
              <a:t>Value range: 0 to 1 (= complete variance explanation)</a:t>
            </a:r>
            <a:endParaRPr lang="de-AT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012A7FC-7771-4F0A-BB17-34C354A53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446" y="428088"/>
            <a:ext cx="2375993" cy="30009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184C3-5A73-DA9D-C4F0-2D771B33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8CE61C-913A-1F2C-2707-BA95EDDA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A54CCD-0D78-3361-C222-42A602B9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76</a:t>
            </a:fld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928241-7D89-4D32-1252-B0CA77615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945" y="3442656"/>
            <a:ext cx="4774716" cy="1138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08C72-D664-D11B-F0E1-00E20EC7EF68}"/>
                  </a:ext>
                </a:extLst>
              </p:cNvPr>
              <p:cNvSpPr txBox="1"/>
              <p:nvPr/>
            </p:nvSpPr>
            <p:spPr>
              <a:xfrm>
                <a:off x="1378720" y="4963851"/>
                <a:ext cx="6179820" cy="1057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AT" i="1" dirty="0"/>
                  <a:t>Y</a:t>
                </a:r>
                <a:r>
                  <a:rPr lang="de-AT" i="1" baseline="-25000" dirty="0"/>
                  <a:t>i</a:t>
                </a:r>
                <a:r>
                  <a:rPr lang="de-AT" i="1" dirty="0"/>
                  <a:t>​</a:t>
                </a:r>
                <a:r>
                  <a:rPr lang="de-AT" b="1" dirty="0"/>
                  <a:t> … </a:t>
                </a:r>
                <a:r>
                  <a:rPr lang="de-AT" dirty="0" err="1"/>
                  <a:t>Observed</a:t>
                </a:r>
                <a:r>
                  <a:rPr lang="de-AT" dirty="0"/>
                  <a:t> </a:t>
                </a:r>
                <a:r>
                  <a:rPr lang="de-AT" dirty="0" err="1"/>
                  <a:t>value</a:t>
                </a:r>
                <a:r>
                  <a:rPr lang="de-AT" dirty="0"/>
                  <a:t> </a:t>
                </a:r>
                <a:r>
                  <a:rPr lang="de-AT" dirty="0" err="1"/>
                  <a:t>of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dependent</a:t>
                </a:r>
                <a:r>
                  <a:rPr lang="de-AT" dirty="0"/>
                  <a:t> variable </a:t>
                </a:r>
                <a:r>
                  <a:rPr lang="de-AT" dirty="0" err="1"/>
                  <a:t>for</a:t>
                </a:r>
                <a:r>
                  <a:rPr lang="de-AT" dirty="0"/>
                  <a:t> </a:t>
                </a:r>
                <a:r>
                  <a:rPr lang="de-AT" dirty="0" err="1"/>
                  <a:t>observation</a:t>
                </a:r>
                <a:r>
                  <a:rPr lang="de-AT" dirty="0"/>
                  <a:t> i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AT" dirty="0"/>
                  <a:t> … Predicted </a:t>
                </a:r>
                <a:r>
                  <a:rPr lang="de-AT" dirty="0" err="1"/>
                  <a:t>value</a:t>
                </a:r>
                <a:r>
                  <a:rPr lang="de-AT" dirty="0"/>
                  <a:t> </a:t>
                </a:r>
                <a:r>
                  <a:rPr lang="de-AT" dirty="0" err="1"/>
                  <a:t>from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regression</a:t>
                </a:r>
                <a:r>
                  <a:rPr lang="de-AT" dirty="0"/>
                  <a:t> </a:t>
                </a:r>
                <a:r>
                  <a:rPr lang="de-AT" dirty="0" err="1"/>
                  <a:t>model</a:t>
                </a:r>
                <a:r>
                  <a:rPr lang="de-AT" dirty="0"/>
                  <a:t> </a:t>
                </a:r>
                <a:r>
                  <a:rPr lang="de-AT" dirty="0" err="1"/>
                  <a:t>for</a:t>
                </a:r>
                <a:r>
                  <a:rPr lang="de-AT" dirty="0"/>
                  <a:t> </a:t>
                </a:r>
                <a:r>
                  <a:rPr lang="de-AT" dirty="0" err="1"/>
                  <a:t>observation</a:t>
                </a:r>
                <a:r>
                  <a:rPr lang="de-AT" dirty="0"/>
                  <a:t> i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lim>
                        <m:r>
                          <a:rPr lang="ar-AE" i="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de-AT" dirty="0"/>
                  <a:t> … Mean </a:t>
                </a:r>
                <a:r>
                  <a:rPr lang="de-AT" dirty="0" err="1"/>
                  <a:t>of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dependent</a:t>
                </a:r>
                <a:r>
                  <a:rPr lang="de-AT" dirty="0"/>
                  <a:t> variable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08C72-D664-D11B-F0E1-00E20EC7E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720" y="4963851"/>
                <a:ext cx="6179820" cy="1057149"/>
              </a:xfrm>
              <a:prstGeom prst="rect">
                <a:avLst/>
              </a:prstGeom>
              <a:blipFill>
                <a:blip r:embed="rId5"/>
                <a:stretch>
                  <a:fillRect l="-789" t="-2874" r="-493" b="-8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C9D468D-E872-79E1-F4F8-7EFF0F784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261" y="3561691"/>
            <a:ext cx="3468702" cy="90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635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3548-148A-28B2-C96D-0A399FD7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3B06E4B-D30C-7A6B-987C-8A979D24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Bonus:</a:t>
            </a:r>
            <a:br>
              <a:rPr lang="en-GB" dirty="0"/>
            </a:br>
            <a:r>
              <a:rPr lang="en-GB" dirty="0"/>
              <a:t>Is my Metric Variable </a:t>
            </a:r>
            <a:r>
              <a:rPr lang="en-GB"/>
              <a:t>Normally Distributed?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41486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475FE-CFD8-157C-46C7-22A66575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A2D55-51B9-8529-72F5-87E530FD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78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0686E-9736-A689-EE03-AF43D884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Look: </a:t>
            </a:r>
            <a:r>
              <a:rPr lang="en-GB" dirty="0" err="1"/>
              <a:t>Histogramm</a:t>
            </a:r>
            <a:r>
              <a:rPr lang="en-GB" dirty="0"/>
              <a:t> &amp; Density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29816-28F8-745C-A02E-6D4655D68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557000"/>
            <a:ext cx="6048676" cy="4535265"/>
          </a:xfrm>
        </p:spPr>
        <p:txBody>
          <a:bodyPr>
            <a:normAutofit/>
          </a:bodyPr>
          <a:lstStyle/>
          <a:p>
            <a:r>
              <a:rPr lang="en-US" sz="2400" dirty="0"/>
              <a:t>Look for a </a:t>
            </a:r>
            <a:r>
              <a:rPr lang="en-US" sz="2400" b="1" dirty="0"/>
              <a:t>bell-shaped curve</a:t>
            </a:r>
            <a:endParaRPr lang="en-US" sz="2400" dirty="0"/>
          </a:p>
          <a:p>
            <a:r>
              <a:rPr lang="en-US" sz="2400" dirty="0"/>
              <a:t>The curve should be </a:t>
            </a:r>
            <a:r>
              <a:rPr lang="en-US" sz="2400" b="1" dirty="0"/>
              <a:t>symmetrical</a:t>
            </a:r>
            <a:r>
              <a:rPr lang="en-US" sz="2400" dirty="0"/>
              <a:t> around the </a:t>
            </a:r>
            <a:r>
              <a:rPr lang="en-US" sz="2400" dirty="0" err="1"/>
              <a:t>centre</a:t>
            </a:r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dirty="0"/>
              <a:t>left and right tails</a:t>
            </a:r>
            <a:r>
              <a:rPr lang="en-US" sz="2400" dirty="0"/>
              <a:t> should look similar</a:t>
            </a:r>
          </a:p>
          <a:p>
            <a:pPr lvl="1"/>
            <a:r>
              <a:rPr lang="en-US" b="1" dirty="0"/>
              <a:t>skewness</a:t>
            </a:r>
            <a:r>
              <a:rPr lang="en-US" dirty="0"/>
              <a:t> = longer tail on one side</a:t>
            </a:r>
            <a:endParaRPr lang="en-US" sz="2200" dirty="0"/>
          </a:p>
          <a:p>
            <a:r>
              <a:rPr lang="en-US" sz="2400" dirty="0"/>
              <a:t>Most values should cluster around the </a:t>
            </a:r>
            <a:r>
              <a:rPr lang="en-US" sz="2400" b="1" dirty="0"/>
              <a:t>mean</a:t>
            </a:r>
            <a:endParaRPr lang="en-US" sz="2400" dirty="0"/>
          </a:p>
          <a:p>
            <a:r>
              <a:rPr lang="en-US" sz="2400" dirty="0"/>
              <a:t>The curve should have </a:t>
            </a:r>
            <a:r>
              <a:rPr lang="en-US" sz="2400" b="1" dirty="0"/>
              <a:t>one clear peak</a:t>
            </a:r>
            <a:endParaRPr lang="en-US" sz="2400" dirty="0"/>
          </a:p>
          <a:p>
            <a:pPr lvl="1"/>
            <a:r>
              <a:rPr lang="en-US" sz="2200" dirty="0"/>
              <a:t>NOT: Very </a:t>
            </a:r>
            <a:r>
              <a:rPr lang="en-US" sz="2200" b="1" dirty="0"/>
              <a:t>flat</a:t>
            </a:r>
            <a:r>
              <a:rPr lang="en-US" sz="2200" dirty="0"/>
              <a:t> or very </a:t>
            </a:r>
            <a:r>
              <a:rPr lang="en-US" sz="2200" b="1" dirty="0"/>
              <a:t>peaked</a:t>
            </a:r>
            <a:r>
              <a:rPr lang="en-US" sz="2200" dirty="0"/>
              <a:t> shape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C8584-8D53-EEE9-F425-FBB2CFDE2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BCA4-742B-F8E3-9D3D-FDBA066D3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93498B5-562A-1826-30F4-FC1505D5F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000" y="1989000"/>
            <a:ext cx="4238625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4477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70E7-2611-DC3A-973E-060321E09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7BE22-BD7A-EF4F-AF15-1B068D94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79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6607F8-5009-9102-D072-CEAED03F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Detailed Look: </a:t>
            </a:r>
            <a:br>
              <a:rPr lang="en-GB" dirty="0"/>
            </a:br>
            <a:r>
              <a:rPr lang="en-GB" dirty="0"/>
              <a:t>Kurtosis &amp; Skewness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D658E-35B0-DFE2-DA73-ECC3BA4D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F919E-82F0-ADA4-41EE-BC8C3B7AC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20B2F-7411-719E-6C14-86F817CA5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57735"/>
            <a:ext cx="6768676" cy="4535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/>
              <a:t>Skewness:</a:t>
            </a:r>
          </a:p>
          <a:p>
            <a:r>
              <a:rPr lang="en-US" sz="2800" dirty="0">
                <a:solidFill>
                  <a:schemeClr val="accent2"/>
                </a:solidFill>
              </a:rPr>
              <a:t>👉 symmetry of a distribution</a:t>
            </a:r>
          </a:p>
          <a:p>
            <a:r>
              <a:rPr lang="en-US" sz="2800" dirty="0"/>
              <a:t>Indicates values are more spread out </a:t>
            </a:r>
            <a:br>
              <a:rPr lang="en-US" sz="2800" dirty="0"/>
            </a:br>
            <a:r>
              <a:rPr lang="en-US" sz="2800" dirty="0"/>
              <a:t>on one side</a:t>
            </a:r>
          </a:p>
          <a:p>
            <a:r>
              <a:rPr lang="en-US" sz="2800" dirty="0"/>
              <a:t>Skewness = 0 means perfectly symmetric</a:t>
            </a:r>
          </a:p>
          <a:p>
            <a:r>
              <a:rPr lang="en-US" sz="2800" dirty="0"/>
              <a:t>Positive skew =  a longer tail on the right</a:t>
            </a:r>
          </a:p>
          <a:p>
            <a:r>
              <a:rPr lang="en-US" sz="2800" dirty="0"/>
              <a:t>Negative skew =  a longer tail on the left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39B015DB-05CA-E67A-C8AA-B5B02469B2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494114"/>
              </p:ext>
            </p:extLst>
          </p:nvPr>
        </p:nvGraphicFramePr>
        <p:xfrm>
          <a:off x="7613343" y="459234"/>
          <a:ext cx="4020166" cy="26834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60621">
                  <a:extLst>
                    <a:ext uri="{9D8B030D-6E8A-4147-A177-3AD203B41FA5}">
                      <a16:colId xmlns:a16="http://schemas.microsoft.com/office/drawing/2014/main" val="2273665332"/>
                    </a:ext>
                  </a:extLst>
                </a:gridCol>
                <a:gridCol w="1359545">
                  <a:extLst>
                    <a:ext uri="{9D8B030D-6E8A-4147-A177-3AD203B41FA5}">
                      <a16:colId xmlns:a16="http://schemas.microsoft.com/office/drawing/2014/main" val="1651044406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N</a:t>
                      </a:r>
                    </a:p>
                  </a:txBody>
                  <a:tcPr marL="54317" marR="54317" marT="54317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1450</a:t>
                      </a:r>
                    </a:p>
                  </a:txBody>
                  <a:tcPr marL="54317" marR="135793" marT="54317" marB="13579"/>
                </a:tc>
                <a:extLst>
                  <a:ext uri="{0D108BD9-81ED-4DB2-BD59-A6C34878D82A}">
                    <a16:rowId xmlns:a16="http://schemas.microsoft.com/office/drawing/2014/main" val="1916765925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 err="1">
                          <a:effectLst/>
                        </a:rPr>
                        <a:t>Missing</a:t>
                      </a:r>
                      <a:endParaRPr lang="de-AT" sz="1800" dirty="0">
                        <a:effectLst/>
                      </a:endParaRP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27072273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0.653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2069158651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Median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>
                          <a:effectLst/>
                        </a:rPr>
                        <a:t>0.750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63002734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 err="1">
                          <a:effectLst/>
                        </a:rPr>
                        <a:t>Skewness</a:t>
                      </a:r>
                      <a:endParaRPr lang="de-AT" sz="1800" dirty="0">
                        <a:effectLst/>
                      </a:endParaRP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-0.787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071683468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Kurtosis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0.410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54147709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Shapiro-Wilk W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0.949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3293845628"/>
                  </a:ext>
                </a:extLst>
              </a:tr>
              <a:tr h="325903">
                <a:tc>
                  <a:txBody>
                    <a:bodyPr/>
                    <a:lstStyle/>
                    <a:p>
                      <a:pPr algn="l" defTabSz="993775" fontAlgn="t">
                        <a:buNone/>
                        <a:tabLst/>
                      </a:pPr>
                      <a:r>
                        <a:rPr lang="de-AT" sz="1800" dirty="0">
                          <a:effectLst/>
                        </a:rPr>
                        <a:t>Shapiro-Wilk p</a:t>
                      </a:r>
                    </a:p>
                  </a:txBody>
                  <a:tcPr marL="54317" marR="54317" marT="27159" marB="54317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&lt;.001</a:t>
                      </a:r>
                    </a:p>
                  </a:txBody>
                  <a:tcPr marL="54317" marR="135793" marT="13579" marB="54317"/>
                </a:tc>
                <a:extLst>
                  <a:ext uri="{0D108BD9-81ED-4DB2-BD59-A6C34878D82A}">
                    <a16:rowId xmlns:a16="http://schemas.microsoft.com/office/drawing/2014/main" val="33631487"/>
                  </a:ext>
                </a:extLst>
              </a:tr>
            </a:tbl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D33EA4D9-6C78-6819-5A63-7D745C4D9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9" y="3429000"/>
            <a:ext cx="3217063" cy="315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9596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B7C4-D2A2-E124-722B-71C2BB4C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F11D59-8C00-DEF3-5460-0FB07201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80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AA323B-BF98-8E16-4BF7-C19FE97A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Detailed Look: </a:t>
            </a:r>
            <a:br>
              <a:rPr lang="en-GB" dirty="0"/>
            </a:br>
            <a:r>
              <a:rPr lang="en-GB" dirty="0"/>
              <a:t>Kurtosis &amp; Skewness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7E8EC-186D-54AB-2F42-AE2B5F9A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ACA71-BAB2-FB16-0B87-5C232AD7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AD596-9CBF-3F2D-ADFA-B37000895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57735"/>
            <a:ext cx="6768676" cy="45352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Kurtosis:</a:t>
            </a:r>
            <a:endParaRPr lang="en-US" sz="2400" dirty="0"/>
          </a:p>
          <a:p>
            <a:r>
              <a:rPr lang="en-US" sz="2400" dirty="0">
                <a:solidFill>
                  <a:schemeClr val="accent2"/>
                </a:solidFill>
              </a:rPr>
              <a:t>👉 shape and tail thickness</a:t>
            </a:r>
          </a:p>
          <a:p>
            <a:pPr lvl="1"/>
            <a:r>
              <a:rPr lang="en-US" sz="2400" dirty="0"/>
              <a:t>Indicates how heavy or light the tails are</a:t>
            </a:r>
            <a:br>
              <a:rPr lang="en-US" sz="2400" dirty="0"/>
            </a:br>
            <a:r>
              <a:rPr lang="en-US" sz="2400" dirty="0"/>
              <a:t>compared to a normal distribution</a:t>
            </a:r>
          </a:p>
          <a:p>
            <a:pPr lvl="1"/>
            <a:r>
              <a:rPr lang="en-US" sz="2400" dirty="0"/>
              <a:t>Normal distribution has a kurtosis value </a:t>
            </a:r>
            <a:br>
              <a:rPr lang="en-US" sz="2400" dirty="0"/>
            </a:br>
            <a:r>
              <a:rPr lang="en-US" sz="2400" dirty="0"/>
              <a:t>close to zero</a:t>
            </a:r>
          </a:p>
          <a:p>
            <a:r>
              <a:rPr lang="en-US" sz="2400" dirty="0"/>
              <a:t>High kurtosis = more extreme values &amp; </a:t>
            </a:r>
            <a:br>
              <a:rPr lang="en-US" sz="2400" dirty="0"/>
            </a:br>
            <a:r>
              <a:rPr lang="en-US" sz="2400" dirty="0"/>
              <a:t>heavier tails</a:t>
            </a:r>
          </a:p>
          <a:p>
            <a:r>
              <a:rPr lang="en-US" sz="2400" dirty="0"/>
              <a:t>Low kurtosis = fewer extreme values &amp; lighter tails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B180C576-F47F-FD12-53FF-879AE79856F7}"/>
              </a:ext>
            </a:extLst>
          </p:cNvPr>
          <p:cNvGraphicFramePr>
            <a:graphicFrameLocks/>
          </p:cNvGraphicFramePr>
          <p:nvPr/>
        </p:nvGraphicFramePr>
        <p:xfrm>
          <a:off x="7613343" y="459234"/>
          <a:ext cx="4020166" cy="26834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60621">
                  <a:extLst>
                    <a:ext uri="{9D8B030D-6E8A-4147-A177-3AD203B41FA5}">
                      <a16:colId xmlns:a16="http://schemas.microsoft.com/office/drawing/2014/main" val="2273665332"/>
                    </a:ext>
                  </a:extLst>
                </a:gridCol>
                <a:gridCol w="1359545">
                  <a:extLst>
                    <a:ext uri="{9D8B030D-6E8A-4147-A177-3AD203B41FA5}">
                      <a16:colId xmlns:a16="http://schemas.microsoft.com/office/drawing/2014/main" val="1651044406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N</a:t>
                      </a:r>
                    </a:p>
                  </a:txBody>
                  <a:tcPr marL="54317" marR="54317" marT="54317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1450</a:t>
                      </a:r>
                    </a:p>
                  </a:txBody>
                  <a:tcPr marL="54317" marR="135793" marT="54317" marB="13579"/>
                </a:tc>
                <a:extLst>
                  <a:ext uri="{0D108BD9-81ED-4DB2-BD59-A6C34878D82A}">
                    <a16:rowId xmlns:a16="http://schemas.microsoft.com/office/drawing/2014/main" val="1916765925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 err="1">
                          <a:effectLst/>
                        </a:rPr>
                        <a:t>Missing</a:t>
                      </a:r>
                      <a:endParaRPr lang="de-AT" sz="1800" dirty="0">
                        <a:effectLst/>
                      </a:endParaRP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27072273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0.653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2069158651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Median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>
                          <a:effectLst/>
                        </a:rPr>
                        <a:t>0.750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63002734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Skewness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-0.787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071683468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Kurtosis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0.410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54147709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Shapiro-Wilk W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0.949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3293845628"/>
                  </a:ext>
                </a:extLst>
              </a:tr>
              <a:tr h="325903">
                <a:tc>
                  <a:txBody>
                    <a:bodyPr/>
                    <a:lstStyle/>
                    <a:p>
                      <a:pPr algn="l" defTabSz="993775" fontAlgn="t">
                        <a:buNone/>
                        <a:tabLst/>
                      </a:pPr>
                      <a:r>
                        <a:rPr lang="de-AT" sz="1800" dirty="0">
                          <a:effectLst/>
                        </a:rPr>
                        <a:t>Shapiro-Wilk p</a:t>
                      </a:r>
                    </a:p>
                  </a:txBody>
                  <a:tcPr marL="54317" marR="54317" marT="27159" marB="54317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&lt;.001</a:t>
                      </a:r>
                    </a:p>
                  </a:txBody>
                  <a:tcPr marL="54317" marR="135793" marT="13579" marB="54317"/>
                </a:tc>
                <a:extLst>
                  <a:ext uri="{0D108BD9-81ED-4DB2-BD59-A6C34878D82A}">
                    <a16:rowId xmlns:a16="http://schemas.microsoft.com/office/drawing/2014/main" val="33631487"/>
                  </a:ext>
                </a:extLst>
              </a:tr>
            </a:tbl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FA1B9EBB-A8EB-A82B-F9E2-8C39DB9FB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9" y="3429000"/>
            <a:ext cx="3217063" cy="315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6042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8B438F-A5EA-0CBB-D315-BAA72826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81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5B11A3-4F50-D0E8-20A5-7F5EF615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Detailed Look: </a:t>
            </a:r>
            <a:br>
              <a:rPr lang="en-GB" dirty="0"/>
            </a:br>
            <a:r>
              <a:rPr lang="en-GB" dirty="0"/>
              <a:t>Kurtosis &amp; Skewness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39BBEE-E198-423D-3F4F-3485B9E7B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-96000" y="2401865"/>
            <a:ext cx="5721939" cy="300061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58B16-0674-B7DF-180D-09B6D3C2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(Navarro &amp; Foxcroft, 2025:75)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AB199-AA21-2624-C2E6-4E7A6163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A074311F-E62B-00F4-73B0-29C87E7DB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638" y="2508836"/>
            <a:ext cx="6037039" cy="29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978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66C25-F280-B2C6-A3BA-23CF9D6B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82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C11954-783E-0933-5879-85789D2E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Lazy Way: The Shapiro-Wilk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743E6-EC78-ABCC-1273-32CA626E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sz="2400" b="1" dirty="0"/>
              <a:t>Tests if dataset = approximately normally distributed</a:t>
            </a:r>
          </a:p>
          <a:p>
            <a:pPr lvl="1">
              <a:spcAft>
                <a:spcPts val="800"/>
              </a:spcAft>
            </a:pPr>
            <a:r>
              <a:rPr lang="en-US" sz="2400" dirty="0"/>
              <a:t>Compares the observed data distribution to a theoretical normal distribution</a:t>
            </a:r>
          </a:p>
          <a:p>
            <a:pPr>
              <a:spcAft>
                <a:spcPts val="800"/>
              </a:spcAft>
            </a:pPr>
            <a:r>
              <a:rPr lang="en-US" sz="2400" b="1" dirty="0"/>
              <a:t>Null hypothesis H0: </a:t>
            </a:r>
            <a:r>
              <a:rPr lang="en-US" sz="2400" dirty="0"/>
              <a:t>data is normally distributed</a:t>
            </a:r>
          </a:p>
          <a:p>
            <a:pPr>
              <a:spcAft>
                <a:spcPts val="800"/>
              </a:spcAft>
            </a:pPr>
            <a:r>
              <a:rPr lang="en-US" sz="2400" b="1" dirty="0"/>
              <a:t>Alternative hypothesis H1: </a:t>
            </a:r>
            <a:r>
              <a:rPr lang="en-US" sz="2400" dirty="0"/>
              <a:t>data is not normally distributed</a:t>
            </a:r>
          </a:p>
          <a:p>
            <a:pPr>
              <a:spcAft>
                <a:spcPts val="800"/>
              </a:spcAft>
            </a:pPr>
            <a:r>
              <a:rPr lang="en-US" sz="2400" b="1" dirty="0">
                <a:solidFill>
                  <a:schemeClr val="accent2"/>
                </a:solidFill>
              </a:rPr>
              <a:t>👉 p-value:</a:t>
            </a:r>
          </a:p>
          <a:p>
            <a:pPr lvl="1">
              <a:spcAft>
                <a:spcPts val="800"/>
              </a:spcAft>
            </a:pPr>
            <a:r>
              <a:rPr lang="en-US" sz="2400" dirty="0"/>
              <a:t>p ≥ α → no evidence against normality</a:t>
            </a:r>
          </a:p>
          <a:p>
            <a:pPr lvl="1">
              <a:spcAft>
                <a:spcPts val="800"/>
              </a:spcAft>
              <a:tabLst>
                <a:tab pos="5202238" algn="l"/>
              </a:tabLst>
            </a:pPr>
            <a:r>
              <a:rPr lang="en-US" sz="2400" dirty="0"/>
              <a:t>p &lt; α → significant deviation from normality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73395-B7FE-B28B-F0F0-13507906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BDE4B-58D4-3005-D29A-7ACECB7A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422824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AC30-EFD4-7BA8-8E40-CC8D13DD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B9691A-A271-B6AD-63CE-399C902D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de-DE" smtClean="0"/>
              <a:t>83</a:t>
            </a:fld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85B6E6-4D26-8EC5-CFEA-A07A6C18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Lazy Way: The Shapiro-Wilk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FF766-C7D3-A4D2-54BB-8951EA34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6048676" cy="4535265"/>
          </a:xfrm>
        </p:spPr>
        <p:txBody>
          <a:bodyPr>
            <a:normAutofit fontScale="92500"/>
          </a:bodyPr>
          <a:lstStyle/>
          <a:p>
            <a:pPr>
              <a:spcAft>
                <a:spcPts val="800"/>
              </a:spcAft>
            </a:pPr>
            <a:r>
              <a:rPr lang="en-US" sz="2800" b="1" dirty="0">
                <a:solidFill>
                  <a:schemeClr val="accent2"/>
                </a:solidFill>
              </a:rPr>
              <a:t>p-value:</a:t>
            </a:r>
          </a:p>
          <a:p>
            <a:pPr lvl="1">
              <a:spcAft>
                <a:spcPts val="800"/>
              </a:spcAft>
            </a:pPr>
            <a:r>
              <a:rPr lang="en-US" sz="2800" dirty="0"/>
              <a:t>p ≥ α → no evidence against normality</a:t>
            </a:r>
          </a:p>
          <a:p>
            <a:pPr lvl="1">
              <a:spcAft>
                <a:spcPts val="1400"/>
              </a:spcAft>
              <a:tabLst>
                <a:tab pos="5202238" algn="l"/>
              </a:tabLst>
            </a:pPr>
            <a:r>
              <a:rPr lang="en-US" sz="2800" dirty="0"/>
              <a:t>p &lt; α → significant deviation from normality</a:t>
            </a:r>
          </a:p>
          <a:p>
            <a:pPr>
              <a:spcAft>
                <a:spcPts val="800"/>
              </a:spcAft>
              <a:tabLst>
                <a:tab pos="5202238" algn="l"/>
              </a:tabLst>
            </a:pPr>
            <a:r>
              <a:rPr lang="en-US" sz="2800" dirty="0"/>
              <a:t>P = &lt; 0.001 👉</a:t>
            </a:r>
          </a:p>
          <a:p>
            <a:pPr lvl="1">
              <a:spcAft>
                <a:spcPts val="800"/>
              </a:spcAft>
              <a:tabLst>
                <a:tab pos="5202238" algn="l"/>
              </a:tabLst>
            </a:pPr>
            <a:r>
              <a:rPr lang="en-US" sz="2800" dirty="0"/>
              <a:t>Drop Null Hypothesis H0</a:t>
            </a:r>
          </a:p>
          <a:p>
            <a:pPr lvl="1">
              <a:spcAft>
                <a:spcPts val="800"/>
              </a:spcAft>
              <a:tabLst>
                <a:tab pos="5202238" algn="l"/>
              </a:tabLst>
            </a:pPr>
            <a:r>
              <a:rPr lang="en-US" sz="2800" dirty="0"/>
              <a:t>Data is </a:t>
            </a:r>
            <a:r>
              <a:rPr lang="en-US" sz="2800" b="1" dirty="0"/>
              <a:t>not normally </a:t>
            </a:r>
            <a:r>
              <a:rPr lang="en-US" sz="2800" dirty="0"/>
              <a:t>distributed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70D8-F190-9F38-A249-B33B6452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7D90A-D1C6-0F40-3826-601B393A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KMH</a:t>
            </a:r>
            <a:endParaRPr lang="de-DE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7C6BCB7-D296-584D-EB28-2B458B3868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309892"/>
              </p:ext>
            </p:extLst>
          </p:nvPr>
        </p:nvGraphicFramePr>
        <p:xfrm>
          <a:off x="7613343" y="459234"/>
          <a:ext cx="4020166" cy="26834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60621">
                  <a:extLst>
                    <a:ext uri="{9D8B030D-6E8A-4147-A177-3AD203B41FA5}">
                      <a16:colId xmlns:a16="http://schemas.microsoft.com/office/drawing/2014/main" val="2273665332"/>
                    </a:ext>
                  </a:extLst>
                </a:gridCol>
                <a:gridCol w="1359545">
                  <a:extLst>
                    <a:ext uri="{9D8B030D-6E8A-4147-A177-3AD203B41FA5}">
                      <a16:colId xmlns:a16="http://schemas.microsoft.com/office/drawing/2014/main" val="1651044406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N</a:t>
                      </a:r>
                    </a:p>
                  </a:txBody>
                  <a:tcPr marL="54317" marR="54317" marT="54317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1450</a:t>
                      </a:r>
                    </a:p>
                  </a:txBody>
                  <a:tcPr marL="54317" marR="135793" marT="54317" marB="13579"/>
                </a:tc>
                <a:extLst>
                  <a:ext uri="{0D108BD9-81ED-4DB2-BD59-A6C34878D82A}">
                    <a16:rowId xmlns:a16="http://schemas.microsoft.com/office/drawing/2014/main" val="1916765925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 err="1">
                          <a:effectLst/>
                        </a:rPr>
                        <a:t>Missing</a:t>
                      </a:r>
                      <a:endParaRPr lang="de-AT" sz="1800" dirty="0">
                        <a:effectLst/>
                      </a:endParaRP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27072273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>
                          <a:effectLst/>
                        </a:rPr>
                        <a:t>Mean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0.653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2069158651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Median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>
                          <a:effectLst/>
                        </a:rPr>
                        <a:t>0.750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63002734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 dirty="0" err="1">
                          <a:effectLst/>
                        </a:rPr>
                        <a:t>Skewness</a:t>
                      </a:r>
                      <a:endParaRPr lang="de-AT" sz="1800" dirty="0">
                        <a:effectLst/>
                      </a:endParaRP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-0.787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4071683468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Kurtosis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0.410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854147709"/>
                  </a:ext>
                </a:extLst>
              </a:tr>
              <a:tr h="2987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1800">
                          <a:effectLst/>
                        </a:rPr>
                        <a:t>Shapiro-Wilk W</a:t>
                      </a:r>
                    </a:p>
                  </a:txBody>
                  <a:tcPr marL="54317" marR="54317" marT="27159" marB="2715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0.949</a:t>
                      </a:r>
                    </a:p>
                  </a:txBody>
                  <a:tcPr marL="54317" marR="135793" marT="13579" marB="13579"/>
                </a:tc>
                <a:extLst>
                  <a:ext uri="{0D108BD9-81ED-4DB2-BD59-A6C34878D82A}">
                    <a16:rowId xmlns:a16="http://schemas.microsoft.com/office/drawing/2014/main" val="3293845628"/>
                  </a:ext>
                </a:extLst>
              </a:tr>
              <a:tr h="325903">
                <a:tc>
                  <a:txBody>
                    <a:bodyPr/>
                    <a:lstStyle/>
                    <a:p>
                      <a:pPr algn="l" defTabSz="993775" fontAlgn="t">
                        <a:buNone/>
                        <a:tabLst/>
                      </a:pPr>
                      <a:r>
                        <a:rPr lang="de-AT" sz="1800" dirty="0">
                          <a:effectLst/>
                        </a:rPr>
                        <a:t>Shapiro-Wilk p</a:t>
                      </a:r>
                    </a:p>
                  </a:txBody>
                  <a:tcPr marL="54317" marR="54317" marT="27159" marB="54317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de-AT" sz="1800" dirty="0">
                          <a:effectLst/>
                        </a:rPr>
                        <a:t>&lt;.001</a:t>
                      </a:r>
                    </a:p>
                  </a:txBody>
                  <a:tcPr marL="54317" marR="135793" marT="13579" marB="54317"/>
                </a:tc>
                <a:extLst>
                  <a:ext uri="{0D108BD9-81ED-4DB2-BD59-A6C34878D82A}">
                    <a16:rowId xmlns:a16="http://schemas.microsoft.com/office/drawing/2014/main" val="33631487"/>
                  </a:ext>
                </a:extLst>
              </a:tr>
            </a:tbl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E1FE83A2-322E-0502-46F7-6D1F2A8FA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9" y="3429000"/>
            <a:ext cx="3217063" cy="315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8553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D48265A-96F2-9C87-84B5-596060FF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EB3363A-D7B1-3A7A-DB8C-E2BF875193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7175" y="6438900"/>
            <a:ext cx="504825" cy="144463"/>
          </a:xfrm>
        </p:spPr>
        <p:txBody>
          <a:bodyPr/>
          <a:lstStyle/>
          <a:p>
            <a:fld id="{D836C0FE-70CA-4950-82D6-CF602CC2B770}" type="slidenum">
              <a:rPr lang="en-GB" smtClean="0"/>
              <a:t>84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4232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DED73BE-4E25-CCB5-9A2E-1BF56404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6C0FE-70CA-4950-82D6-CF602CC2B770}" type="slidenum">
              <a:rPr lang="en-GB" smtClean="0"/>
              <a:t>85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4E91D2C-1A92-6B6A-F797-B1885D76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B20038-F742-A10A-233F-F413BB56F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999"/>
            <a:ext cx="4032676" cy="4535265"/>
          </a:xfrm>
        </p:spPr>
        <p:txBody>
          <a:bodyPr>
            <a:normAutofit/>
          </a:bodyPr>
          <a:lstStyle/>
          <a:p>
            <a:r>
              <a:rPr lang="en-GB" sz="2800" b="1" dirty="0"/>
              <a:t>XXX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67C216-F648-2CEB-F916-C0140D7E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DC14DE-67DF-FEBB-53AD-86AD35A7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KMH</a:t>
            </a:r>
          </a:p>
        </p:txBody>
      </p:sp>
    </p:spTree>
    <p:extLst>
      <p:ext uri="{BB962C8B-B14F-4D97-AF65-F5344CB8AC3E}">
        <p14:creationId xmlns:p14="http://schemas.microsoft.com/office/powerpoint/2010/main" val="2015343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268FE5F-26AC-C00D-E469-92E59064A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8000" y="3357000"/>
            <a:ext cx="4967326" cy="1440000"/>
          </a:xfrm>
        </p:spPr>
        <p:txBody>
          <a:bodyPr/>
          <a:lstStyle/>
          <a:p>
            <a:r>
              <a:rPr lang="en-GB" sz="7200" b="1" kern="1200" baseline="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Calibri" panose="020F0502020204030204" pitchFamily="34" charset="0"/>
              </a:rPr>
              <a:t>So long &amp; cheerio!</a:t>
            </a:r>
            <a:endParaRPr lang="en-GB" sz="7200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BA542F76-BA4F-CF65-9AC7-CED2BDE1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00" y="5949000"/>
            <a:ext cx="885714" cy="371429"/>
          </a:xfrm>
          <a:prstGeom prst="rect">
            <a:avLst/>
          </a:prstGeom>
        </p:spPr>
      </p:pic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D910FE55-AD78-2D7F-6F7C-3BFDF471D4E5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1" r="21481"/>
          <a:stretch/>
        </p:blipFill>
        <p:spPr/>
      </p:pic>
    </p:spTree>
    <p:extLst>
      <p:ext uri="{BB962C8B-B14F-4D97-AF65-F5344CB8AC3E}">
        <p14:creationId xmlns:p14="http://schemas.microsoft.com/office/powerpoint/2010/main" val="2537912681"/>
      </p:ext>
    </p:extLst>
  </p:cSld>
  <p:clrMapOvr>
    <a:masterClrMapping/>
  </p:clrMapOvr>
</p:sld>
</file>

<file path=ppt/theme/theme1.xml><?xml version="1.0" encoding="utf-8"?>
<a:theme xmlns:a="http://schemas.openxmlformats.org/drawingml/2006/main" name="IMC University of Applied Sciences">
  <a:themeElements>
    <a:clrScheme name="IMC Fachhochschule Krems">
      <a:dk1>
        <a:sysClr val="windowText" lastClr="000000"/>
      </a:dk1>
      <a:lt1>
        <a:sysClr val="window" lastClr="FFFFFF"/>
      </a:lt1>
      <a:dk2>
        <a:srgbClr val="FF9E1B"/>
      </a:dk2>
      <a:lt2>
        <a:srgbClr val="768692"/>
      </a:lt2>
      <a:accent1>
        <a:srgbClr val="768692"/>
      </a:accent1>
      <a:accent2>
        <a:srgbClr val="FF9E1B"/>
      </a:accent2>
      <a:accent3>
        <a:srgbClr val="9CA8B2"/>
      </a:accent3>
      <a:accent4>
        <a:srgbClr val="FFBF71"/>
      </a:accent4>
      <a:accent5>
        <a:srgbClr val="C7CED3"/>
      </a:accent5>
      <a:accent6>
        <a:srgbClr val="FFE3C1"/>
      </a:accent6>
      <a:hlink>
        <a:srgbClr val="000000"/>
      </a:hlink>
      <a:folHlink>
        <a:srgbClr val="FF9E1B"/>
      </a:folHlink>
    </a:clrScheme>
    <a:fontScheme name="kmh_1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4E7E9"/>
        </a:solidFill>
        <a:ln>
          <a:noFill/>
        </a:ln>
      </a:spPr>
      <a:bodyPr rtlCol="0" anchor="ctr"/>
      <a:lstStyle>
        <a:defPPr algn="ctr">
          <a:lnSpc>
            <a:spcPct val="120000"/>
          </a:lnSpc>
          <a:defRPr sz="16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lnSpc>
            <a:spcPct val="120000"/>
          </a:lnSpc>
          <a:spcBef>
            <a:spcPts val="800"/>
          </a:spcBef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custClrLst>
    <a:custClr name="Corporate 1">
      <a:srgbClr val="768692"/>
    </a:custClr>
    <a:custClr name="R 156, G 168, B 178">
      <a:srgbClr val="9CA8B2"/>
    </a:custClr>
    <a:custClr name="R 199, G 206, B 211">
      <a:srgbClr val="C7CED3"/>
    </a:custClr>
    <a:custClr name="R 228, G 231, B 233">
      <a:srgbClr val="E4E7E9"/>
    </a:custClr>
    <a:custClr name="Corporate 2">
      <a:srgbClr val="FF9E1B"/>
    </a:custClr>
    <a:custClr name="R 255, G 191, B 113">
      <a:srgbClr val="FFBF71"/>
    </a:custClr>
    <a:custClr name="R 255, G 227, B 193">
      <a:srgbClr val="FFE3C1"/>
    </a:custClr>
    <a:custClr name="Health">
      <a:srgbClr val="98D801"/>
    </a:custClr>
    <a:custClr name="Sciences Technology">
      <a:srgbClr val="F94868"/>
    </a:custClr>
    <a:custClr name="Business">
      <a:srgbClr val="608EE4"/>
    </a:custClr>
  </a:custClrLst>
  <a:extLst>
    <a:ext uri="{05A4C25C-085E-4340-85A3-A5531E510DB2}">
      <thm15:themeFamily xmlns:thm15="http://schemas.microsoft.com/office/thememl/2012/main" name="IMC_Master_kmh_DE_v1.potx" id="{79027A7D-8AA6-4FF1-9B83-2BF3E5D41B04}" vid="{87764EB5-24AE-4F71-AD43-557043AB0F05}"/>
    </a:ext>
  </a:extLst>
</a:theme>
</file>

<file path=ppt/theme/theme2.xml><?xml version="1.0" encoding="utf-8"?>
<a:theme xmlns:a="http://schemas.openxmlformats.org/drawingml/2006/main" name="Office">
  <a:themeElements>
    <a:clrScheme name="IMC Fachhochschule Krems">
      <a:dk1>
        <a:sysClr val="windowText" lastClr="000000"/>
      </a:dk1>
      <a:lt1>
        <a:sysClr val="window" lastClr="FFFFFF"/>
      </a:lt1>
      <a:dk2>
        <a:srgbClr val="FF9E1B"/>
      </a:dk2>
      <a:lt2>
        <a:srgbClr val="768692"/>
      </a:lt2>
      <a:accent1>
        <a:srgbClr val="768692"/>
      </a:accent1>
      <a:accent2>
        <a:srgbClr val="FF9E1B"/>
      </a:accent2>
      <a:accent3>
        <a:srgbClr val="9CA8B2"/>
      </a:accent3>
      <a:accent4>
        <a:srgbClr val="FFBF71"/>
      </a:accent4>
      <a:accent5>
        <a:srgbClr val="C7CED3"/>
      </a:accent5>
      <a:accent6>
        <a:srgbClr val="FFE3C1"/>
      </a:accent6>
      <a:hlink>
        <a:srgbClr val="000000"/>
      </a:hlink>
      <a:folHlink>
        <a:srgbClr val="FF9E1B"/>
      </a:folHlink>
    </a:clrScheme>
    <a:fontScheme name="IMC Fachhochschule Krems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IMC Fachhochschule Krems">
      <a:dk1>
        <a:sysClr val="windowText" lastClr="000000"/>
      </a:dk1>
      <a:lt1>
        <a:sysClr val="window" lastClr="FFFFFF"/>
      </a:lt1>
      <a:dk2>
        <a:srgbClr val="FF9E1B"/>
      </a:dk2>
      <a:lt2>
        <a:srgbClr val="768692"/>
      </a:lt2>
      <a:accent1>
        <a:srgbClr val="768692"/>
      </a:accent1>
      <a:accent2>
        <a:srgbClr val="FF9E1B"/>
      </a:accent2>
      <a:accent3>
        <a:srgbClr val="9CA8B2"/>
      </a:accent3>
      <a:accent4>
        <a:srgbClr val="FFBF71"/>
      </a:accent4>
      <a:accent5>
        <a:srgbClr val="C7CED3"/>
      </a:accent5>
      <a:accent6>
        <a:srgbClr val="FFE3C1"/>
      </a:accent6>
      <a:hlink>
        <a:srgbClr val="000000"/>
      </a:hlink>
      <a:folHlink>
        <a:srgbClr val="FF9E1B"/>
      </a:folHlink>
    </a:clrScheme>
    <a:fontScheme name="IMC Fachhochschule Krems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F2792C-8C3D-4AFB-91DE-8DCC0231744D}">
  <we:reference id="wa200007063" version="1.2.0.0" store="de-DE" storeType="OMEX"/>
  <we:alternateReferences>
    <we:reference id="wa200007063" version="1.2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D664516BE24469EECE7B1C74B4CED" ma:contentTypeVersion="13" ma:contentTypeDescription="Ein neues Dokument erstellen." ma:contentTypeScope="" ma:versionID="148feb6d18d1b98b58ea0b10f3866418">
  <xsd:schema xmlns:xsd="http://www.w3.org/2001/XMLSchema" xmlns:xs="http://www.w3.org/2001/XMLSchema" xmlns:p="http://schemas.microsoft.com/office/2006/metadata/properties" xmlns:ns3="0e1089ab-238d-4f34-8e8a-1e1e5907d4c8" targetNamespace="http://schemas.microsoft.com/office/2006/metadata/properties" ma:root="true" ma:fieldsID="73c7374de2ecd01200187277c5e0b593" ns3:_="">
    <xsd:import namespace="0e1089ab-238d-4f34-8e8a-1e1e5907d4c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1089ab-238d-4f34-8e8a-1e1e5907d4c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1089ab-238d-4f34-8e8a-1e1e5907d4c8" xsi:nil="true"/>
  </documentManagement>
</p:properties>
</file>

<file path=customXml/itemProps1.xml><?xml version="1.0" encoding="utf-8"?>
<ds:datastoreItem xmlns:ds="http://schemas.openxmlformats.org/officeDocument/2006/customXml" ds:itemID="{E173F5B9-CA92-4B94-AB61-4BBEAEC976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EB7167-61AD-41F1-A0C7-D8F1990BF1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1089ab-238d-4f34-8e8a-1e1e5907d4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5C4301-C29D-407B-9381-82889EE8729E}">
  <ds:schemaRefs>
    <ds:schemaRef ds:uri="0e1089ab-238d-4f34-8e8a-1e1e5907d4c8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3209</Words>
  <Application>Microsoft Office PowerPoint</Application>
  <PresentationFormat>Widescreen</PresentationFormat>
  <Paragraphs>693</Paragraphs>
  <Slides>86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Arial</vt:lpstr>
      <vt:lpstr>Bookman Old Style</vt:lpstr>
      <vt:lpstr>Calibri</vt:lpstr>
      <vt:lpstr>Cambria</vt:lpstr>
      <vt:lpstr>Cambria Math</vt:lpstr>
      <vt:lpstr>Symbol</vt:lpstr>
      <vt:lpstr>Wingdings</vt:lpstr>
      <vt:lpstr>IMC University of Applied Sciences</vt:lpstr>
      <vt:lpstr>Gaining Insights: Uni- &amp; Bivariate Analysis</vt:lpstr>
      <vt:lpstr>Overview</vt:lpstr>
      <vt:lpstr>Meet Jamovi</vt:lpstr>
      <vt:lpstr>Statistical Software</vt:lpstr>
      <vt:lpstr>Please: Stay Calm …</vt:lpstr>
      <vt:lpstr>An Example: jamovi</vt:lpstr>
      <vt:lpstr>A Recommendation:</vt:lpstr>
      <vt:lpstr>A typical Workflow</vt:lpstr>
      <vt:lpstr>Importing &amp; Validting Data</vt:lpstr>
      <vt:lpstr>The Codeplan</vt:lpstr>
      <vt:lpstr>The Codeplan</vt:lpstr>
      <vt:lpstr>Data Labels in Jamovi</vt:lpstr>
      <vt:lpstr>I don’t Know = Nothing?</vt:lpstr>
      <vt:lpstr>An Example</vt:lpstr>
      <vt:lpstr>An Example</vt:lpstr>
      <vt:lpstr>An Example</vt:lpstr>
      <vt:lpstr>An Example</vt:lpstr>
      <vt:lpstr>Uni-, Bi- or Multivariate?</vt:lpstr>
      <vt:lpstr>Uni-, bi- and multivariate Analysis</vt:lpstr>
      <vt:lpstr>Univariate Analysis in Action</vt:lpstr>
      <vt:lpstr>Uni-, bi- and multivariate Analysis</vt:lpstr>
      <vt:lpstr>Bivariate Analysis in Action</vt:lpstr>
      <vt:lpstr>Bivariate Analysis in Action</vt:lpstr>
      <vt:lpstr>Uni-, bi- and multivariate Analysis</vt:lpstr>
      <vt:lpstr>Multivariate Analysis in Action</vt:lpstr>
      <vt:lpstr>Multivariate Analysis in Action</vt:lpstr>
      <vt:lpstr>Univariate Analysis</vt:lpstr>
      <vt:lpstr>We Remember:</vt:lpstr>
      <vt:lpstr>Scale Types of Quantitative Data</vt:lpstr>
      <vt:lpstr>Possibilities for Describing Nominal Variables</vt:lpstr>
      <vt:lpstr>Possibilities for Describing Ordinal Variables</vt:lpstr>
      <vt:lpstr>Frequency Tables</vt:lpstr>
      <vt:lpstr>Frequency Tables</vt:lpstr>
      <vt:lpstr>From Frequency to Contingency Tables</vt:lpstr>
      <vt:lpstr>From Frequency to Contingency Tables</vt:lpstr>
      <vt:lpstr>… for Metric Variables</vt:lpstr>
      <vt:lpstr>Position Dimensions of Metric Variables</vt:lpstr>
      <vt:lpstr>Dispersion of Metric Variables</vt:lpstr>
      <vt:lpstr>Digression: The Significance of Standard Deviation</vt:lpstr>
      <vt:lpstr>Digression from the Digression: Normal Distribution?</vt:lpstr>
      <vt:lpstr>Digression from the Digression: Normal Distribution?</vt:lpstr>
      <vt:lpstr>Visualising Location &amp; Dispersion Measures of Metric Variables</vt:lpstr>
      <vt:lpstr>A well-known Alternative: The Box Plot</vt:lpstr>
      <vt:lpstr>Everythings hangs Together …</vt:lpstr>
      <vt:lpstr>Bivariate Analysis:  The Relationship between Two Variables</vt:lpstr>
      <vt:lpstr>Bivariate Analysis:  The Relationship between Two Variables</vt:lpstr>
      <vt:lpstr>Bivariate Analysis:  The Relationship between Two Variables</vt:lpstr>
      <vt:lpstr>An Overview of selected Correlation Measures</vt:lpstr>
      <vt:lpstr>Association  among Nominal  Variables</vt:lpstr>
      <vt:lpstr>Association between Two Nominal Variables</vt:lpstr>
      <vt:lpstr>Association between Two Nominal Variables: The Chi² Test</vt:lpstr>
      <vt:lpstr>Association between Two Nominal Variables: The Chi² Test</vt:lpstr>
      <vt:lpstr>Association between Two Nominal Variables: Chi²-Test the Old School Way</vt:lpstr>
      <vt:lpstr>Association between Two Nominal Variables: Chi²-Test the Old School Way</vt:lpstr>
      <vt:lpstr>And On More Thing: Alpha (α) and its Importance for Tests</vt:lpstr>
      <vt:lpstr>So: Back to Old School</vt:lpstr>
      <vt:lpstr>Chi²-Tests: But how Strong is the Association?</vt:lpstr>
      <vt:lpstr>Chi²-Tests: But how Strong is the Association?</vt:lpstr>
      <vt:lpstr>Correlation  between Metric  Variables</vt:lpstr>
      <vt:lpstr>Let’s have a Look: Scatterplots</vt:lpstr>
      <vt:lpstr>Let’s have a Look: Scatterplots</vt:lpstr>
      <vt:lpstr>Going beyond the Plot: Measuring Correlations with Pearson’s r</vt:lpstr>
      <vt:lpstr>How to Make Sense of Pearson’s Correlation Coefficient r</vt:lpstr>
      <vt:lpstr>Bonus: Correlations  between Ordinal  Variables</vt:lpstr>
      <vt:lpstr>Spearmans ρ („rho“) as Ordinal Alternative</vt:lpstr>
      <vt:lpstr>Spearmans ρ („rho“) as Ordinal Alternative</vt:lpstr>
      <vt:lpstr>Combining Pearson’s r and Spearman’s ρ </vt:lpstr>
      <vt:lpstr>Some Limitations of Pearsons Correlation Coefficient r</vt:lpstr>
      <vt:lpstr>Some Limitations of Pearsons Correlation Coefficient r</vt:lpstr>
      <vt:lpstr>From Correlation to Regression</vt:lpstr>
      <vt:lpstr>Bivariate Analysis:  The Relationship between Two Variables</vt:lpstr>
      <vt:lpstr>Bivariate Analysis:  The Relationship between Two Variables</vt:lpstr>
      <vt:lpstr>What is the Main Goal of Regression Analysis?</vt:lpstr>
      <vt:lpstr>Linear Regression in Detail</vt:lpstr>
      <vt:lpstr>Linear Regression in Detail</vt:lpstr>
      <vt:lpstr>@ Güte einer gefunden Regressionslösung</vt:lpstr>
      <vt:lpstr>Bonus: Is my Metric Variable Normally Distributed?</vt:lpstr>
      <vt:lpstr>Let’s have a Look: Histogramm &amp; Density</vt:lpstr>
      <vt:lpstr>Let’s have a Detailed Look:  Kurtosis &amp; Skewness</vt:lpstr>
      <vt:lpstr>Let’s have a Detailed Look:  Kurtosis &amp; Skewness</vt:lpstr>
      <vt:lpstr>Let’s have a Detailed Look:  Kurtosis &amp; Skewness</vt:lpstr>
      <vt:lpstr>The Lazy Way: The Shapiro-Wilk Test</vt:lpstr>
      <vt:lpstr>The Lazy Way: The Shapiro-Wilk Test</vt:lpstr>
      <vt:lpstr>Outlook</vt:lpstr>
      <vt:lpstr>Outlook</vt:lpstr>
      <vt:lpstr>So long &amp; cheerio!</vt:lpstr>
    </vt:vector>
  </TitlesOfParts>
  <Company>IMC University of Applied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Karl Michael Höferl</dc:creator>
  <cp:lastModifiedBy>Karl Michael Höferl</cp:lastModifiedBy>
  <cp:revision>242</cp:revision>
  <dcterms:created xsi:type="dcterms:W3CDTF">2023-06-26T10:57:31Z</dcterms:created>
  <dcterms:modified xsi:type="dcterms:W3CDTF">2026-02-26T07:03:19Z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0x010100C58D664516BE24469EECE7B1C74B4CED</vt:lpwstr>
  </property>
  <property fmtid="{D5CDD505-2E9C-101B-9397-08002B2CF9AE}" pid="3" name="MediaServiceImageTags">
    <vt:lpwstr/>
  </property>
</Properties>
</file>