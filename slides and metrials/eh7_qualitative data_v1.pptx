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03" r:id="rId4"/>
  </p:sldMasterIdLst>
  <p:notesMasterIdLst>
    <p:notesMasterId r:id="rId74"/>
  </p:notesMasterIdLst>
  <p:handoutMasterIdLst>
    <p:handoutMasterId r:id="rId75"/>
  </p:handoutMasterIdLst>
  <p:sldIdLst>
    <p:sldId id="274" r:id="rId5"/>
    <p:sldId id="278" r:id="rId6"/>
    <p:sldId id="1331" r:id="rId7"/>
    <p:sldId id="1330" r:id="rId8"/>
    <p:sldId id="297" r:id="rId9"/>
    <p:sldId id="1363" r:id="rId10"/>
    <p:sldId id="836" r:id="rId11"/>
    <p:sldId id="821" r:id="rId12"/>
    <p:sldId id="618" r:id="rId13"/>
    <p:sldId id="776" r:id="rId14"/>
    <p:sldId id="780" r:id="rId15"/>
    <p:sldId id="496" r:id="rId16"/>
    <p:sldId id="1367" r:id="rId17"/>
    <p:sldId id="1368" r:id="rId18"/>
    <p:sldId id="1347" r:id="rId19"/>
    <p:sldId id="1350" r:id="rId20"/>
    <p:sldId id="504" r:id="rId21"/>
    <p:sldId id="820" r:id="rId22"/>
    <p:sldId id="1354" r:id="rId23"/>
    <p:sldId id="1362" r:id="rId24"/>
    <p:sldId id="1355" r:id="rId25"/>
    <p:sldId id="1353" r:id="rId26"/>
    <p:sldId id="733" r:id="rId27"/>
    <p:sldId id="1349" r:id="rId28"/>
    <p:sldId id="1348" r:id="rId29"/>
    <p:sldId id="1351" r:id="rId30"/>
    <p:sldId id="1396" r:id="rId31"/>
    <p:sldId id="1352" r:id="rId32"/>
    <p:sldId id="824" r:id="rId33"/>
    <p:sldId id="1371" r:id="rId34"/>
    <p:sldId id="1372" r:id="rId35"/>
    <p:sldId id="1373" r:id="rId36"/>
    <p:sldId id="1374" r:id="rId37"/>
    <p:sldId id="825" r:id="rId38"/>
    <p:sldId id="1376" r:id="rId39"/>
    <p:sldId id="1375" r:id="rId40"/>
    <p:sldId id="1377" r:id="rId41"/>
    <p:sldId id="1379" r:id="rId42"/>
    <p:sldId id="1380" r:id="rId43"/>
    <p:sldId id="1381" r:id="rId44"/>
    <p:sldId id="1389" r:id="rId45"/>
    <p:sldId id="828" r:id="rId46"/>
    <p:sldId id="1382" r:id="rId47"/>
    <p:sldId id="1384" r:id="rId48"/>
    <p:sldId id="1388" r:id="rId49"/>
    <p:sldId id="1390" r:id="rId50"/>
    <p:sldId id="1383" r:id="rId51"/>
    <p:sldId id="1393" r:id="rId52"/>
    <p:sldId id="1394" r:id="rId53"/>
    <p:sldId id="1395" r:id="rId54"/>
    <p:sldId id="1385" r:id="rId55"/>
    <p:sldId id="1386" r:id="rId56"/>
    <p:sldId id="1391" r:id="rId57"/>
    <p:sldId id="1365" r:id="rId58"/>
    <p:sldId id="1364" r:id="rId59"/>
    <p:sldId id="1366" r:id="rId60"/>
    <p:sldId id="1387" r:id="rId61"/>
    <p:sldId id="1397" r:id="rId62"/>
    <p:sldId id="1399" r:id="rId63"/>
    <p:sldId id="1402" r:id="rId64"/>
    <p:sldId id="281" r:id="rId65"/>
    <p:sldId id="1398" r:id="rId66"/>
    <p:sldId id="1400" r:id="rId67"/>
    <p:sldId id="288" r:id="rId68"/>
    <p:sldId id="1401" r:id="rId69"/>
    <p:sldId id="1403" r:id="rId70"/>
    <p:sldId id="1113" r:id="rId71"/>
    <p:sldId id="1307" r:id="rId72"/>
    <p:sldId id="277" r:id="rId73"/>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49F72D9-D0FD-4FA6-A9BC-749821B702A6}">
          <p14:sldIdLst>
            <p14:sldId id="274"/>
            <p14:sldId id="278"/>
          </p14:sldIdLst>
        </p14:section>
        <p14:section name="qual analysis" id="{D73DA559-A0BD-4285-ABDB-A8C64FE6DFD0}">
          <p14:sldIdLst>
            <p14:sldId id="1331"/>
            <p14:sldId id="1330"/>
            <p14:sldId id="297"/>
            <p14:sldId id="1363"/>
            <p14:sldId id="836"/>
            <p14:sldId id="821"/>
            <p14:sldId id="618"/>
            <p14:sldId id="776"/>
            <p14:sldId id="780"/>
            <p14:sldId id="496"/>
            <p14:sldId id="1367"/>
            <p14:sldId id="1368"/>
            <p14:sldId id="1347"/>
          </p14:sldIdLst>
        </p14:section>
        <p14:section name="Transcription" id="{47D2F534-002F-4F1D-9EAE-6C816E3B3198}">
          <p14:sldIdLst>
            <p14:sldId id="1350"/>
            <p14:sldId id="504"/>
            <p14:sldId id="820"/>
            <p14:sldId id="1354"/>
            <p14:sldId id="1362"/>
            <p14:sldId id="1355"/>
          </p14:sldIdLst>
        </p14:section>
        <p14:section name="QCA" id="{A3B6E700-9C73-44C4-B16F-96631A666B03}">
          <p14:sldIdLst>
            <p14:sldId id="1353"/>
            <p14:sldId id="733"/>
            <p14:sldId id="1349"/>
            <p14:sldId id="1348"/>
            <p14:sldId id="1351"/>
          </p14:sldIdLst>
        </p14:section>
        <p14:section name="Contant Analysis a la hopf" id="{B7B4D333-8B70-44A3-B39E-9022ED1073F9}">
          <p14:sldIdLst>
            <p14:sldId id="1396"/>
            <p14:sldId id="1352"/>
          </p14:sldIdLst>
        </p14:section>
        <p14:section name="Categories" id="{8C0C5F22-374E-4567-A8CE-23B5CC1321F0}">
          <p14:sldIdLst>
            <p14:sldId id="824"/>
            <p14:sldId id="1371"/>
            <p14:sldId id="1372"/>
            <p14:sldId id="1373"/>
            <p14:sldId id="1374"/>
            <p14:sldId id="825"/>
            <p14:sldId id="1376"/>
            <p14:sldId id="1375"/>
            <p14:sldId id="1377"/>
            <p14:sldId id="1379"/>
            <p14:sldId id="1380"/>
            <p14:sldId id="1381"/>
          </p14:sldIdLst>
        </p14:section>
        <p14:section name="Coding the Material" id="{6C8F4432-5D5F-46E5-9E62-C0E959C05CD2}">
          <p14:sldIdLst>
            <p14:sldId id="1389"/>
            <p14:sldId id="828"/>
            <p14:sldId id="1382"/>
            <p14:sldId id="1384"/>
            <p14:sldId id="1388"/>
          </p14:sldIdLst>
        </p14:section>
        <p14:section name="Quantitative Material Overview" id="{0B5E5C47-26E9-4FB2-BC04-19118C320DF8}">
          <p14:sldIdLst>
            <p14:sldId id="1390"/>
            <p14:sldId id="1383"/>
            <p14:sldId id="1393"/>
            <p14:sldId id="1394"/>
            <p14:sldId id="1395"/>
            <p14:sldId id="1385"/>
            <p14:sldId id="1386"/>
          </p14:sldIdLst>
        </p14:section>
        <p14:section name="Individual Cases" id="{3C1717B7-BB00-4F79-9AA7-8DB09E121B11}">
          <p14:sldIdLst>
            <p14:sldId id="1391"/>
          </p14:sldIdLst>
        </p14:section>
        <p14:section name="Recommendations" id="{CF0E10A2-9BDD-4BC2-B3A7-7FE233024164}">
          <p14:sldIdLst>
            <p14:sldId id="1365"/>
            <p14:sldId id="1364"/>
            <p14:sldId id="1366"/>
            <p14:sldId id="1387"/>
          </p14:sldIdLst>
        </p14:section>
        <p14:section name="With AI" id="{3A712985-C567-474D-864A-A4D94976B055}">
          <p14:sldIdLst>
            <p14:sldId id="1397"/>
            <p14:sldId id="1399"/>
            <p14:sldId id="1402"/>
            <p14:sldId id="281"/>
            <p14:sldId id="1398"/>
            <p14:sldId id="1400"/>
            <p14:sldId id="288"/>
            <p14:sldId id="1401"/>
            <p14:sldId id="1403"/>
          </p14:sldIdLst>
        </p14:section>
        <p14:section name="Outlook" id="{1979E27D-F66C-4CF2-98F7-5F248326F51B}">
          <p14:sldIdLst>
            <p14:sldId id="1113"/>
            <p14:sldId id="1307"/>
            <p14:sldId id="27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AAFB3"/>
    <a:srgbClr val="EEEEEC"/>
    <a:srgbClr val="EDEEE9"/>
    <a:srgbClr val="95C31B"/>
    <a:srgbClr val="EA4764"/>
    <a:srgbClr val="6486C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EDA4C08-9990-43F7-8574-BF68F8021A62}" v="55" dt="2026-05-22T10:59:55.039"/>
  </p1510:revLst>
</p1510:revInfo>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2833802-FEF1-4C79-8D5D-14CF1EAF98D9}" styleName="Helle Formatvorlage 2 - Akz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073A0DAA-6AF3-43AB-8588-CEC1D06C72B9}" styleName="Mittlere Formatvorlag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592" autoAdjust="0"/>
    <p:restoredTop sz="79711" autoAdjust="0"/>
  </p:normalViewPr>
  <p:slideViewPr>
    <p:cSldViewPr showGuides="1">
      <p:cViewPr varScale="1">
        <p:scale>
          <a:sx n="80" d="100"/>
          <a:sy n="80" d="100"/>
        </p:scale>
        <p:origin x="101" y="322"/>
      </p:cViewPr>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 d="1"/>
        <a:sy n="1" d="1"/>
      </p:scale>
      <p:origin x="0" y="-15312"/>
    </p:cViewPr>
  </p:sorterViewPr>
  <p:notesViewPr>
    <p:cSldViewPr showGuides="1">
      <p:cViewPr>
        <p:scale>
          <a:sx n="66" d="100"/>
          <a:sy n="66" d="100"/>
        </p:scale>
        <p:origin x="3354" y="444"/>
      </p:cViewPr>
      <p:guideLst/>
    </p:cSldViewPr>
  </p:notesViewPr>
  <p:gridSpacing cx="72000" cy="720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notesMaster" Target="notesMasters/notesMaster1.xml"/><Relationship Id="rId79" Type="http://schemas.openxmlformats.org/officeDocument/2006/relationships/tableStyles" Target="tableStyle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theme" Target="theme/theme1.xml"/><Relationship Id="rId8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presProps" Target="presProps.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rl Michael Höferl" userId="544d2ce1-0a3b-4706-9dfd-c6d69d0e3c8e" providerId="ADAL" clId="{728816E0-0922-4745-AF12-C87F45E7DFA0}"/>
    <pc:docChg chg="custSel delSld modSld delSection modSection">
      <pc:chgData name="Karl Michael Höferl" userId="544d2ce1-0a3b-4706-9dfd-c6d69d0e3c8e" providerId="ADAL" clId="{728816E0-0922-4745-AF12-C87F45E7DFA0}" dt="2026-05-22T11:55:14.362" v="128" actId="20577"/>
      <pc:docMkLst>
        <pc:docMk/>
      </pc:docMkLst>
      <pc:sldChg chg="modSp mod">
        <pc:chgData name="Karl Michael Höferl" userId="544d2ce1-0a3b-4706-9dfd-c6d69d0e3c8e" providerId="ADAL" clId="{728816E0-0922-4745-AF12-C87F45E7DFA0}" dt="2026-05-20T12:57:59.045" v="31" actId="14100"/>
        <pc:sldMkLst>
          <pc:docMk/>
          <pc:sldMk cId="1714654990" sldId="274"/>
        </pc:sldMkLst>
        <pc:spChg chg="mod">
          <ac:chgData name="Karl Michael Höferl" userId="544d2ce1-0a3b-4706-9dfd-c6d69d0e3c8e" providerId="ADAL" clId="{728816E0-0922-4745-AF12-C87F45E7DFA0}" dt="2026-05-20T12:57:59.045" v="31" actId="14100"/>
          <ac:spMkLst>
            <pc:docMk/>
            <pc:sldMk cId="1714654990" sldId="274"/>
            <ac:spMk id="3" creationId="{78ECA2FC-8EBF-2FBC-EBF2-E347275417F5}"/>
          </ac:spMkLst>
        </pc:spChg>
      </pc:sldChg>
      <pc:sldChg chg="modSp mod">
        <pc:chgData name="Karl Michael Höferl" userId="544d2ce1-0a3b-4706-9dfd-c6d69d0e3c8e" providerId="ADAL" clId="{728816E0-0922-4745-AF12-C87F45E7DFA0}" dt="2026-05-20T13:01:47.385" v="40" actId="20577"/>
        <pc:sldMkLst>
          <pc:docMk/>
          <pc:sldMk cId="3966956599" sldId="278"/>
        </pc:sldMkLst>
        <pc:spChg chg="mod">
          <ac:chgData name="Karl Michael Höferl" userId="544d2ce1-0a3b-4706-9dfd-c6d69d0e3c8e" providerId="ADAL" clId="{728816E0-0922-4745-AF12-C87F45E7DFA0}" dt="2026-05-20T13:01:47.385" v="40" actId="20577"/>
          <ac:spMkLst>
            <pc:docMk/>
            <pc:sldMk cId="3966956599" sldId="278"/>
            <ac:spMk id="7" creationId="{099EF4D1-C3FA-6B89-E7F8-3935D779FF1D}"/>
          </ac:spMkLst>
        </pc:spChg>
      </pc:sldChg>
      <pc:sldChg chg="modSp mod">
        <pc:chgData name="Karl Michael Höferl" userId="544d2ce1-0a3b-4706-9dfd-c6d69d0e3c8e" providerId="ADAL" clId="{728816E0-0922-4745-AF12-C87F45E7DFA0}" dt="2026-05-22T11:54:37.833" v="125" actId="20577"/>
        <pc:sldMkLst>
          <pc:docMk/>
          <pc:sldMk cId="2704987943" sldId="281"/>
        </pc:sldMkLst>
        <pc:spChg chg="mod">
          <ac:chgData name="Karl Michael Höferl" userId="544d2ce1-0a3b-4706-9dfd-c6d69d0e3c8e" providerId="ADAL" clId="{728816E0-0922-4745-AF12-C87F45E7DFA0}" dt="2026-05-22T11:54:37.833" v="125" actId="20577"/>
          <ac:spMkLst>
            <pc:docMk/>
            <pc:sldMk cId="2704987943" sldId="281"/>
            <ac:spMk id="3" creationId="{7E45F3FA-EE8E-5D20-3DF9-76358289B439}"/>
          </ac:spMkLst>
        </pc:spChg>
      </pc:sldChg>
      <pc:sldChg chg="modSp mod">
        <pc:chgData name="Karl Michael Höferl" userId="544d2ce1-0a3b-4706-9dfd-c6d69d0e3c8e" providerId="ADAL" clId="{728816E0-0922-4745-AF12-C87F45E7DFA0}" dt="2026-05-20T13:06:11.735" v="42" actId="27636"/>
        <pc:sldMkLst>
          <pc:docMk/>
          <pc:sldMk cId="201534305" sldId="1307"/>
        </pc:sldMkLst>
        <pc:spChg chg="mod">
          <ac:chgData name="Karl Michael Höferl" userId="544d2ce1-0a3b-4706-9dfd-c6d69d0e3c8e" providerId="ADAL" clId="{728816E0-0922-4745-AF12-C87F45E7DFA0}" dt="2026-05-20T13:06:11.735" v="42" actId="27636"/>
          <ac:spMkLst>
            <pc:docMk/>
            <pc:sldMk cId="201534305" sldId="1307"/>
            <ac:spMk id="4" creationId="{B0B20038-F742-A10A-233F-F413BB56FB02}"/>
          </ac:spMkLst>
        </pc:spChg>
      </pc:sldChg>
      <pc:sldChg chg="modSp">
        <pc:chgData name="Karl Michael Höferl" userId="544d2ce1-0a3b-4706-9dfd-c6d69d0e3c8e" providerId="ADAL" clId="{728816E0-0922-4745-AF12-C87F45E7DFA0}" dt="2026-05-20T13:08:11.306" v="57"/>
        <pc:sldMkLst>
          <pc:docMk/>
          <pc:sldMk cId="3109820389" sldId="1348"/>
        </pc:sldMkLst>
        <pc:picChg chg="mod">
          <ac:chgData name="Karl Michael Höferl" userId="544d2ce1-0a3b-4706-9dfd-c6d69d0e3c8e" providerId="ADAL" clId="{728816E0-0922-4745-AF12-C87F45E7DFA0}" dt="2026-05-20T13:08:11.306" v="57"/>
          <ac:picMkLst>
            <pc:docMk/>
            <pc:sldMk cId="3109820389" sldId="1348"/>
            <ac:picMk id="1026" creationId="{E838BACD-4885-B34D-47C5-20FA7555FCA1}"/>
          </ac:picMkLst>
        </pc:picChg>
      </pc:sldChg>
      <pc:sldChg chg="modSp mod">
        <pc:chgData name="Karl Michael Höferl" userId="544d2ce1-0a3b-4706-9dfd-c6d69d0e3c8e" providerId="ADAL" clId="{728816E0-0922-4745-AF12-C87F45E7DFA0}" dt="2026-05-20T13:07:40.290" v="51" actId="313"/>
        <pc:sldMkLst>
          <pc:docMk/>
          <pc:sldMk cId="3068933068" sldId="1364"/>
        </pc:sldMkLst>
        <pc:spChg chg="mod">
          <ac:chgData name="Karl Michael Höferl" userId="544d2ce1-0a3b-4706-9dfd-c6d69d0e3c8e" providerId="ADAL" clId="{728816E0-0922-4745-AF12-C87F45E7DFA0}" dt="2026-05-20T13:07:40.290" v="51" actId="313"/>
          <ac:spMkLst>
            <pc:docMk/>
            <pc:sldMk cId="3068933068" sldId="1364"/>
            <ac:spMk id="4" creationId="{F0841BEE-8DAE-90F3-3D76-9A4F976560F3}"/>
          </ac:spMkLst>
        </pc:spChg>
      </pc:sldChg>
      <pc:sldChg chg="modSp mod">
        <pc:chgData name="Karl Michael Höferl" userId="544d2ce1-0a3b-4706-9dfd-c6d69d0e3c8e" providerId="ADAL" clId="{728816E0-0922-4745-AF12-C87F45E7DFA0}" dt="2026-05-20T13:07:34.321" v="50" actId="20577"/>
        <pc:sldMkLst>
          <pc:docMk/>
          <pc:sldMk cId="4178982616" sldId="1365"/>
        </pc:sldMkLst>
        <pc:spChg chg="mod">
          <ac:chgData name="Karl Michael Höferl" userId="544d2ce1-0a3b-4706-9dfd-c6d69d0e3c8e" providerId="ADAL" clId="{728816E0-0922-4745-AF12-C87F45E7DFA0}" dt="2026-05-20T13:07:34.321" v="50" actId="20577"/>
          <ac:spMkLst>
            <pc:docMk/>
            <pc:sldMk cId="4178982616" sldId="1365"/>
            <ac:spMk id="7" creationId="{5B6297EF-2DAE-6704-028A-53869A0F9D58}"/>
          </ac:spMkLst>
        </pc:spChg>
      </pc:sldChg>
      <pc:sldChg chg="addSp modSp mod">
        <pc:chgData name="Karl Michael Höferl" userId="544d2ce1-0a3b-4706-9dfd-c6d69d0e3c8e" providerId="ADAL" clId="{728816E0-0922-4745-AF12-C87F45E7DFA0}" dt="2026-05-22T10:59:55.036" v="104" actId="20577"/>
        <pc:sldMkLst>
          <pc:docMk/>
          <pc:sldMk cId="4275524988" sldId="1371"/>
        </pc:sldMkLst>
        <pc:spChg chg="mod">
          <ac:chgData name="Karl Michael Höferl" userId="544d2ce1-0a3b-4706-9dfd-c6d69d0e3c8e" providerId="ADAL" clId="{728816E0-0922-4745-AF12-C87F45E7DFA0}" dt="2026-05-22T10:59:55.036" v="104" actId="20577"/>
          <ac:spMkLst>
            <pc:docMk/>
            <pc:sldMk cId="4275524988" sldId="1371"/>
            <ac:spMk id="4" creationId="{B9906F47-6C27-76D4-39B1-A5DFBB9F65C0}"/>
          </ac:spMkLst>
        </pc:spChg>
        <pc:spChg chg="mod">
          <ac:chgData name="Karl Michael Höferl" userId="544d2ce1-0a3b-4706-9dfd-c6d69d0e3c8e" providerId="ADAL" clId="{728816E0-0922-4745-AF12-C87F45E7DFA0}" dt="2026-05-22T10:59:07.307" v="102" actId="14100"/>
          <ac:spMkLst>
            <pc:docMk/>
            <pc:sldMk cId="4275524988" sldId="1371"/>
            <ac:spMk id="5" creationId="{3DA950EC-B69D-8347-8CCF-4242A1882D7C}"/>
          </ac:spMkLst>
        </pc:spChg>
        <pc:picChg chg="add mod">
          <ac:chgData name="Karl Michael Höferl" userId="544d2ce1-0a3b-4706-9dfd-c6d69d0e3c8e" providerId="ADAL" clId="{728816E0-0922-4745-AF12-C87F45E7DFA0}" dt="2026-05-22T10:59:11.417" v="103" actId="1076"/>
          <ac:picMkLst>
            <pc:docMk/>
            <pc:sldMk cId="4275524988" sldId="1371"/>
            <ac:picMk id="1026" creationId="{A0E5C8EE-9688-396E-82D3-312B8BB7E455}"/>
          </ac:picMkLst>
        </pc:picChg>
      </pc:sldChg>
      <pc:sldChg chg="modSp mod">
        <pc:chgData name="Karl Michael Höferl" userId="544d2ce1-0a3b-4706-9dfd-c6d69d0e3c8e" providerId="ADAL" clId="{728816E0-0922-4745-AF12-C87F45E7DFA0}" dt="2026-05-22T11:01:17.560" v="106" actId="20577"/>
        <pc:sldMkLst>
          <pc:docMk/>
          <pc:sldMk cId="302211754" sldId="1379"/>
        </pc:sldMkLst>
        <pc:spChg chg="mod">
          <ac:chgData name="Karl Michael Höferl" userId="544d2ce1-0a3b-4706-9dfd-c6d69d0e3c8e" providerId="ADAL" clId="{728816E0-0922-4745-AF12-C87F45E7DFA0}" dt="2026-05-22T11:01:17.560" v="106" actId="20577"/>
          <ac:spMkLst>
            <pc:docMk/>
            <pc:sldMk cId="302211754" sldId="1379"/>
            <ac:spMk id="4" creationId="{6991EC68-1E8B-B64D-D416-DD520809C914}"/>
          </ac:spMkLst>
        </pc:spChg>
      </pc:sldChg>
      <pc:sldChg chg="modSp mod">
        <pc:chgData name="Karl Michael Höferl" userId="544d2ce1-0a3b-4706-9dfd-c6d69d0e3c8e" providerId="ADAL" clId="{728816E0-0922-4745-AF12-C87F45E7DFA0}" dt="2026-05-22T11:02:49.124" v="107" actId="20577"/>
        <pc:sldMkLst>
          <pc:docMk/>
          <pc:sldMk cId="3140916115" sldId="1381"/>
        </pc:sldMkLst>
        <pc:spChg chg="mod">
          <ac:chgData name="Karl Michael Höferl" userId="544d2ce1-0a3b-4706-9dfd-c6d69d0e3c8e" providerId="ADAL" clId="{728816E0-0922-4745-AF12-C87F45E7DFA0}" dt="2026-05-22T11:02:49.124" v="107" actId="20577"/>
          <ac:spMkLst>
            <pc:docMk/>
            <pc:sldMk cId="3140916115" sldId="1381"/>
            <ac:spMk id="4" creationId="{6B3DB7F7-A0EB-4D1D-9B98-D8F516708738}"/>
          </ac:spMkLst>
        </pc:spChg>
      </pc:sldChg>
      <pc:sldChg chg="modSp mod">
        <pc:chgData name="Karl Michael Höferl" userId="544d2ce1-0a3b-4706-9dfd-c6d69d0e3c8e" providerId="ADAL" clId="{728816E0-0922-4745-AF12-C87F45E7DFA0}" dt="2026-05-20T13:08:44.037" v="60" actId="207"/>
        <pc:sldMkLst>
          <pc:docMk/>
          <pc:sldMk cId="1154196153" sldId="1382"/>
        </pc:sldMkLst>
        <pc:spChg chg="mod">
          <ac:chgData name="Karl Michael Höferl" userId="544d2ce1-0a3b-4706-9dfd-c6d69d0e3c8e" providerId="ADAL" clId="{728816E0-0922-4745-AF12-C87F45E7DFA0}" dt="2026-05-20T13:08:44.037" v="60" actId="207"/>
          <ac:spMkLst>
            <pc:docMk/>
            <pc:sldMk cId="1154196153" sldId="1382"/>
            <ac:spMk id="4" creationId="{9B8E1C49-8BE4-4F06-CA1B-9278068E5F6F}"/>
          </ac:spMkLst>
        </pc:spChg>
      </pc:sldChg>
      <pc:sldChg chg="modSp mod">
        <pc:chgData name="Karl Michael Höferl" userId="544d2ce1-0a3b-4706-9dfd-c6d69d0e3c8e" providerId="ADAL" clId="{728816E0-0922-4745-AF12-C87F45E7DFA0}" dt="2026-05-22T11:10:04.748" v="122" actId="20577"/>
        <pc:sldMkLst>
          <pc:docMk/>
          <pc:sldMk cId="2002008610" sldId="1388"/>
        </pc:sldMkLst>
        <pc:spChg chg="mod">
          <ac:chgData name="Karl Michael Höferl" userId="544d2ce1-0a3b-4706-9dfd-c6d69d0e3c8e" providerId="ADAL" clId="{728816E0-0922-4745-AF12-C87F45E7DFA0}" dt="2026-05-22T11:10:04.748" v="122" actId="20577"/>
          <ac:spMkLst>
            <pc:docMk/>
            <pc:sldMk cId="2002008610" sldId="1388"/>
            <ac:spMk id="4" creationId="{0E8CD45A-E789-96BD-9B95-F6D6AB632C67}"/>
          </ac:spMkLst>
        </pc:spChg>
      </pc:sldChg>
      <pc:sldChg chg="modSp mod">
        <pc:chgData name="Karl Michael Höferl" userId="544d2ce1-0a3b-4706-9dfd-c6d69d0e3c8e" providerId="ADAL" clId="{728816E0-0922-4745-AF12-C87F45E7DFA0}" dt="2026-05-20T13:10:15.167" v="98" actId="20577"/>
        <pc:sldMkLst>
          <pc:docMk/>
          <pc:sldMk cId="1254232744" sldId="1397"/>
        </pc:sldMkLst>
        <pc:spChg chg="mod">
          <ac:chgData name="Karl Michael Höferl" userId="544d2ce1-0a3b-4706-9dfd-c6d69d0e3c8e" providerId="ADAL" clId="{728816E0-0922-4745-AF12-C87F45E7DFA0}" dt="2026-05-20T13:10:15.167" v="98" actId="20577"/>
          <ac:spMkLst>
            <pc:docMk/>
            <pc:sldMk cId="1254232744" sldId="1397"/>
            <ac:spMk id="7" creationId="{12705505-0ACB-0FD4-C972-F46AFAAB8EAC}"/>
          </ac:spMkLst>
        </pc:spChg>
      </pc:sldChg>
      <pc:sldChg chg="modSp mod">
        <pc:chgData name="Karl Michael Höferl" userId="544d2ce1-0a3b-4706-9dfd-c6d69d0e3c8e" providerId="ADAL" clId="{728816E0-0922-4745-AF12-C87F45E7DFA0}" dt="2026-05-22T11:55:14.362" v="128" actId="20577"/>
        <pc:sldMkLst>
          <pc:docMk/>
          <pc:sldMk cId="3285865292" sldId="1403"/>
        </pc:sldMkLst>
        <pc:spChg chg="mod">
          <ac:chgData name="Karl Michael Höferl" userId="544d2ce1-0a3b-4706-9dfd-c6d69d0e3c8e" providerId="ADAL" clId="{728816E0-0922-4745-AF12-C87F45E7DFA0}" dt="2026-05-22T11:55:14.362" v="128" actId="20577"/>
          <ac:spMkLst>
            <pc:docMk/>
            <pc:sldMk cId="3285865292" sldId="1403"/>
            <ac:spMk id="4" creationId="{323E3975-9940-3F09-A81F-6EE41D5CAD99}"/>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FF5A751-932C-4574-9153-CF13949DF279}" type="doc">
      <dgm:prSet loTypeId="urn:microsoft.com/office/officeart/2005/8/layout/radial1" loCatId="relationship" qsTypeId="urn:microsoft.com/office/officeart/2005/8/quickstyle/simple1" qsCatId="simple" csTypeId="urn:microsoft.com/office/officeart/2005/8/colors/colorful1" csCatId="colorful" phldr="1"/>
      <dgm:spPr/>
      <dgm:t>
        <a:bodyPr/>
        <a:lstStyle/>
        <a:p>
          <a:endParaRPr lang="en-GB"/>
        </a:p>
      </dgm:t>
    </dgm:pt>
    <dgm:pt modelId="{C31667BF-9A29-4894-AAF0-2E88964F9780}">
      <dgm:prSet phldrT="[Text]" custT="1"/>
      <dgm:spPr/>
      <dgm:t>
        <a:bodyPr/>
        <a:lstStyle/>
        <a:p>
          <a:r>
            <a:rPr lang="en-GB" sz="2400" b="1" dirty="0"/>
            <a:t>Quality Criteria</a:t>
          </a:r>
        </a:p>
      </dgm:t>
    </dgm:pt>
    <dgm:pt modelId="{780D9C4B-98F4-4439-AFA1-71444901995D}" type="parTrans" cxnId="{90160499-2DA4-4307-96C8-537FB7375886}">
      <dgm:prSet/>
      <dgm:spPr/>
      <dgm:t>
        <a:bodyPr/>
        <a:lstStyle/>
        <a:p>
          <a:endParaRPr lang="en-GB" sz="5400" b="1"/>
        </a:p>
      </dgm:t>
    </dgm:pt>
    <dgm:pt modelId="{916CD9FD-FA91-48B2-8E48-F9C1934685A9}" type="sibTrans" cxnId="{90160499-2DA4-4307-96C8-537FB7375886}">
      <dgm:prSet/>
      <dgm:spPr/>
      <dgm:t>
        <a:bodyPr/>
        <a:lstStyle/>
        <a:p>
          <a:endParaRPr lang="en-GB" sz="5400" b="1"/>
        </a:p>
      </dgm:t>
    </dgm:pt>
    <dgm:pt modelId="{42C0612C-34D4-4C45-B2DA-0F1D48EE7673}">
      <dgm:prSet phldrT="[Text]" custT="1"/>
      <dgm:spPr>
        <a:ln>
          <a:solidFill>
            <a:schemeClr val="tx1"/>
          </a:solidFill>
        </a:ln>
      </dgm:spPr>
      <dgm:t>
        <a:bodyPr/>
        <a:lstStyle/>
        <a:p>
          <a:r>
            <a:rPr lang="en-GB" sz="1400" b="1" dirty="0">
              <a:solidFill>
                <a:schemeClr val="tx1"/>
              </a:solidFill>
            </a:rPr>
            <a:t>Objectivity</a:t>
          </a:r>
        </a:p>
      </dgm:t>
    </dgm:pt>
    <dgm:pt modelId="{8DD0BB45-914C-4A78-8943-A66FA70491B9}" type="parTrans" cxnId="{C701E1EB-E4FE-4B50-B47D-45C998F31EAD}">
      <dgm:prSet custT="1"/>
      <dgm:spPr/>
      <dgm:t>
        <a:bodyPr/>
        <a:lstStyle/>
        <a:p>
          <a:endParaRPr lang="en-GB" sz="1400" b="1"/>
        </a:p>
      </dgm:t>
    </dgm:pt>
    <dgm:pt modelId="{C224E2D3-CE20-4667-B12A-1B31263A5665}" type="sibTrans" cxnId="{C701E1EB-E4FE-4B50-B47D-45C998F31EAD}">
      <dgm:prSet/>
      <dgm:spPr/>
      <dgm:t>
        <a:bodyPr/>
        <a:lstStyle/>
        <a:p>
          <a:endParaRPr lang="en-GB" sz="5400" b="1"/>
        </a:p>
      </dgm:t>
    </dgm:pt>
    <dgm:pt modelId="{914EB1A2-F90E-48DD-B34C-778B39F3014B}">
      <dgm:prSet phldrT="[Text]" custT="1"/>
      <dgm:spPr>
        <a:ln>
          <a:solidFill>
            <a:schemeClr val="tx1"/>
          </a:solidFill>
        </a:ln>
      </dgm:spPr>
      <dgm:t>
        <a:bodyPr/>
        <a:lstStyle/>
        <a:p>
          <a:r>
            <a:rPr lang="en-GB" sz="1400" b="1" dirty="0">
              <a:solidFill>
                <a:schemeClr val="tx1"/>
              </a:solidFill>
            </a:rPr>
            <a:t>Honesty</a:t>
          </a:r>
        </a:p>
      </dgm:t>
    </dgm:pt>
    <dgm:pt modelId="{B9B5BA5E-FCD2-4C39-A390-75E13045B910}" type="parTrans" cxnId="{DD22D772-FA39-4DEB-9B74-645E2F307F16}">
      <dgm:prSet custT="1"/>
      <dgm:spPr/>
      <dgm:t>
        <a:bodyPr/>
        <a:lstStyle/>
        <a:p>
          <a:endParaRPr lang="en-GB" sz="1400" b="1"/>
        </a:p>
      </dgm:t>
    </dgm:pt>
    <dgm:pt modelId="{6ACAD2EE-6522-47D7-B371-D25BC485EE2C}" type="sibTrans" cxnId="{DD22D772-FA39-4DEB-9B74-645E2F307F16}">
      <dgm:prSet/>
      <dgm:spPr/>
      <dgm:t>
        <a:bodyPr/>
        <a:lstStyle/>
        <a:p>
          <a:endParaRPr lang="en-GB" sz="5400" b="1"/>
        </a:p>
      </dgm:t>
    </dgm:pt>
    <dgm:pt modelId="{97594200-765F-4E66-A7DC-8D9B2644E9B5}">
      <dgm:prSet phldrT="[Text]"/>
      <dgm:spPr/>
      <dgm:t>
        <a:bodyPr/>
        <a:lstStyle/>
        <a:p>
          <a:endParaRPr lang="en-GB" sz="5400" b="1"/>
        </a:p>
      </dgm:t>
    </dgm:pt>
    <dgm:pt modelId="{15C8521A-1799-4F2F-9C9A-D4097D3CFDBE}" type="parTrans" cxnId="{82D1E66E-95CA-4F17-B62E-B7EB03F72B72}">
      <dgm:prSet/>
      <dgm:spPr/>
      <dgm:t>
        <a:bodyPr/>
        <a:lstStyle/>
        <a:p>
          <a:endParaRPr lang="en-GB" sz="5400" b="1"/>
        </a:p>
      </dgm:t>
    </dgm:pt>
    <dgm:pt modelId="{842980DC-5525-40FE-AF51-81EE1329812A}" type="sibTrans" cxnId="{82D1E66E-95CA-4F17-B62E-B7EB03F72B72}">
      <dgm:prSet/>
      <dgm:spPr/>
      <dgm:t>
        <a:bodyPr/>
        <a:lstStyle/>
        <a:p>
          <a:endParaRPr lang="en-GB" sz="5400" b="1"/>
        </a:p>
      </dgm:t>
    </dgm:pt>
    <dgm:pt modelId="{5FEC8615-73C0-4184-B094-B55D5D0EE2DA}">
      <dgm:prSet phldrT="[Text]" custT="1"/>
      <dgm:spPr>
        <a:ln>
          <a:solidFill>
            <a:schemeClr val="tx1"/>
          </a:solidFill>
        </a:ln>
      </dgm:spPr>
      <dgm:t>
        <a:bodyPr/>
        <a:lstStyle/>
        <a:p>
          <a:r>
            <a:rPr lang="en-GB" sz="1400" b="1" dirty="0">
              <a:solidFill>
                <a:schemeClr val="tx1"/>
              </a:solidFill>
            </a:rPr>
            <a:t>Verifiability</a:t>
          </a:r>
        </a:p>
      </dgm:t>
    </dgm:pt>
    <dgm:pt modelId="{71CA5A88-39C1-48B1-B77A-146A005C6F5E}" type="parTrans" cxnId="{13B5F8CC-3684-4028-BED7-AEFCFF26B8C7}">
      <dgm:prSet custT="1"/>
      <dgm:spPr/>
      <dgm:t>
        <a:bodyPr/>
        <a:lstStyle/>
        <a:p>
          <a:endParaRPr lang="en-GB" sz="1400" b="1"/>
        </a:p>
      </dgm:t>
    </dgm:pt>
    <dgm:pt modelId="{6523EDC8-8EEC-4F6A-A287-88CF7EA8AB91}" type="sibTrans" cxnId="{13B5F8CC-3684-4028-BED7-AEFCFF26B8C7}">
      <dgm:prSet/>
      <dgm:spPr/>
      <dgm:t>
        <a:bodyPr/>
        <a:lstStyle/>
        <a:p>
          <a:endParaRPr lang="en-GB" sz="5400" b="1"/>
        </a:p>
      </dgm:t>
    </dgm:pt>
    <dgm:pt modelId="{985D238E-2203-4AD4-9644-7E0669B40E61}">
      <dgm:prSet phldrT="[Text]" custT="1"/>
      <dgm:spPr>
        <a:ln>
          <a:solidFill>
            <a:schemeClr val="tx1"/>
          </a:solidFill>
        </a:ln>
      </dgm:spPr>
      <dgm:t>
        <a:bodyPr/>
        <a:lstStyle/>
        <a:p>
          <a:r>
            <a:rPr lang="en-GB" sz="1400" b="1" dirty="0">
              <a:solidFill>
                <a:schemeClr val="tx1"/>
              </a:solidFill>
            </a:rPr>
            <a:t>Reliability</a:t>
          </a:r>
        </a:p>
      </dgm:t>
    </dgm:pt>
    <dgm:pt modelId="{C34A82A5-9FC8-458E-89D2-E25FE0F3663C}" type="parTrans" cxnId="{63A17423-B1CA-4DB2-AA81-2D54D75F94F6}">
      <dgm:prSet custT="1"/>
      <dgm:spPr/>
      <dgm:t>
        <a:bodyPr/>
        <a:lstStyle/>
        <a:p>
          <a:endParaRPr lang="en-GB" sz="1400" b="1"/>
        </a:p>
      </dgm:t>
    </dgm:pt>
    <dgm:pt modelId="{F5A2B04D-D787-468D-AB8F-C2414B7FAA18}" type="sibTrans" cxnId="{63A17423-B1CA-4DB2-AA81-2D54D75F94F6}">
      <dgm:prSet/>
      <dgm:spPr/>
      <dgm:t>
        <a:bodyPr/>
        <a:lstStyle/>
        <a:p>
          <a:endParaRPr lang="en-GB" sz="5400" b="1"/>
        </a:p>
      </dgm:t>
    </dgm:pt>
    <dgm:pt modelId="{65BD09ED-345C-4FDB-AE82-AD58764392D8}">
      <dgm:prSet phldrT="[Text]" custT="1"/>
      <dgm:spPr>
        <a:ln>
          <a:solidFill>
            <a:schemeClr val="tx1"/>
          </a:solidFill>
        </a:ln>
      </dgm:spPr>
      <dgm:t>
        <a:bodyPr/>
        <a:lstStyle/>
        <a:p>
          <a:r>
            <a:rPr lang="en-GB" sz="1400" b="1" dirty="0">
              <a:solidFill>
                <a:schemeClr val="tx1"/>
              </a:solidFill>
            </a:rPr>
            <a:t>Validity</a:t>
          </a:r>
        </a:p>
      </dgm:t>
    </dgm:pt>
    <dgm:pt modelId="{FE1DAD2A-E30F-4302-BFA8-ABFD58FC147F}" type="parTrans" cxnId="{3D39D65F-ABC3-408C-A8FF-B3244F7B4825}">
      <dgm:prSet custT="1"/>
      <dgm:spPr/>
      <dgm:t>
        <a:bodyPr/>
        <a:lstStyle/>
        <a:p>
          <a:endParaRPr lang="en-GB" sz="1400" b="1"/>
        </a:p>
      </dgm:t>
    </dgm:pt>
    <dgm:pt modelId="{1824E7D8-0D60-4B47-9E10-929B83291E3F}" type="sibTrans" cxnId="{3D39D65F-ABC3-408C-A8FF-B3244F7B4825}">
      <dgm:prSet/>
      <dgm:spPr/>
      <dgm:t>
        <a:bodyPr/>
        <a:lstStyle/>
        <a:p>
          <a:endParaRPr lang="en-GB" sz="5400" b="1"/>
        </a:p>
      </dgm:t>
    </dgm:pt>
    <dgm:pt modelId="{6EABABBA-9F66-4DBB-BD7E-E22CA996C342}">
      <dgm:prSet phldrT="[Text]" custT="1"/>
      <dgm:spPr>
        <a:ln>
          <a:solidFill>
            <a:schemeClr val="tx1"/>
          </a:solidFill>
        </a:ln>
      </dgm:spPr>
      <dgm:t>
        <a:bodyPr/>
        <a:lstStyle/>
        <a:p>
          <a:r>
            <a:rPr lang="en-GB" sz="1400" b="1" dirty="0">
              <a:solidFill>
                <a:schemeClr val="tx1"/>
              </a:solidFill>
            </a:rPr>
            <a:t>Comprehen-sibility</a:t>
          </a:r>
        </a:p>
      </dgm:t>
    </dgm:pt>
    <dgm:pt modelId="{3EBC7704-4B5D-4062-A83E-4DBC06725ACE}" type="parTrans" cxnId="{5B530681-118E-44E7-A1EF-07D32CFE8848}">
      <dgm:prSet custT="1"/>
      <dgm:spPr/>
      <dgm:t>
        <a:bodyPr/>
        <a:lstStyle/>
        <a:p>
          <a:endParaRPr lang="en-GB" sz="1400" b="1"/>
        </a:p>
      </dgm:t>
    </dgm:pt>
    <dgm:pt modelId="{E4082210-6375-48EE-B364-7B3C1B5E368D}" type="sibTrans" cxnId="{5B530681-118E-44E7-A1EF-07D32CFE8848}">
      <dgm:prSet/>
      <dgm:spPr/>
      <dgm:t>
        <a:bodyPr/>
        <a:lstStyle/>
        <a:p>
          <a:endParaRPr lang="en-GB" sz="5400" b="1"/>
        </a:p>
      </dgm:t>
    </dgm:pt>
    <dgm:pt modelId="{A8493F91-0A13-4E10-93C0-47EA23FE6606}">
      <dgm:prSet phldrT="[Text]" custT="1"/>
      <dgm:spPr>
        <a:ln>
          <a:solidFill>
            <a:schemeClr val="tx1"/>
          </a:solidFill>
        </a:ln>
      </dgm:spPr>
      <dgm:t>
        <a:bodyPr/>
        <a:lstStyle/>
        <a:p>
          <a:r>
            <a:rPr lang="en-GB" sz="1400" b="1" dirty="0">
              <a:solidFill>
                <a:schemeClr val="tx1"/>
              </a:solidFill>
            </a:rPr>
            <a:t>Relevance</a:t>
          </a:r>
        </a:p>
      </dgm:t>
    </dgm:pt>
    <dgm:pt modelId="{27D70B32-6D42-4B58-974F-9B7836B21351}" type="parTrans" cxnId="{8D3402BE-E794-4B4C-A8D6-84F0E271BCF6}">
      <dgm:prSet custT="1"/>
      <dgm:spPr/>
      <dgm:t>
        <a:bodyPr/>
        <a:lstStyle/>
        <a:p>
          <a:endParaRPr lang="en-GB" sz="1400" b="1"/>
        </a:p>
      </dgm:t>
    </dgm:pt>
    <dgm:pt modelId="{6E8D1A1E-338A-4D49-9212-79CAB98A9695}" type="sibTrans" cxnId="{8D3402BE-E794-4B4C-A8D6-84F0E271BCF6}">
      <dgm:prSet/>
      <dgm:spPr/>
      <dgm:t>
        <a:bodyPr/>
        <a:lstStyle/>
        <a:p>
          <a:endParaRPr lang="en-GB" sz="5400" b="1"/>
        </a:p>
      </dgm:t>
    </dgm:pt>
    <dgm:pt modelId="{F002E1C6-84FD-426A-AA60-8E058769897C}">
      <dgm:prSet phldrT="[Text]" custT="1"/>
      <dgm:spPr>
        <a:ln>
          <a:solidFill>
            <a:schemeClr val="tx1"/>
          </a:solidFill>
        </a:ln>
      </dgm:spPr>
      <dgm:t>
        <a:bodyPr/>
        <a:lstStyle/>
        <a:p>
          <a:r>
            <a:rPr lang="en-GB" sz="1400" b="1" dirty="0">
              <a:solidFill>
                <a:schemeClr val="tx1"/>
              </a:solidFill>
            </a:rPr>
            <a:t>Logical Argumen-tation</a:t>
          </a:r>
        </a:p>
      </dgm:t>
    </dgm:pt>
    <dgm:pt modelId="{392428BC-B4B0-4C46-82E3-B52BAD008C0C}" type="parTrans" cxnId="{F2C8CC4D-22C0-41A1-9DAC-FEA125C76221}">
      <dgm:prSet custT="1"/>
      <dgm:spPr/>
      <dgm:t>
        <a:bodyPr/>
        <a:lstStyle/>
        <a:p>
          <a:endParaRPr lang="en-GB" sz="1400" b="1"/>
        </a:p>
      </dgm:t>
    </dgm:pt>
    <dgm:pt modelId="{BEAC18D5-CD88-43B7-AEBB-85397D4B2D5D}" type="sibTrans" cxnId="{F2C8CC4D-22C0-41A1-9DAC-FEA125C76221}">
      <dgm:prSet/>
      <dgm:spPr/>
      <dgm:t>
        <a:bodyPr/>
        <a:lstStyle/>
        <a:p>
          <a:endParaRPr lang="en-GB" sz="5400" b="1"/>
        </a:p>
      </dgm:t>
    </dgm:pt>
    <dgm:pt modelId="{A77B809F-96EC-43AB-A58F-837BA50FA04D}">
      <dgm:prSet phldrT="[Text]" custT="1"/>
      <dgm:spPr>
        <a:ln>
          <a:solidFill>
            <a:schemeClr val="tx1"/>
          </a:solidFill>
        </a:ln>
      </dgm:spPr>
      <dgm:t>
        <a:bodyPr/>
        <a:lstStyle/>
        <a:p>
          <a:r>
            <a:rPr lang="en-GB" sz="1400" b="1" dirty="0">
              <a:solidFill>
                <a:schemeClr val="tx1"/>
              </a:solidFill>
            </a:rPr>
            <a:t>Originality</a:t>
          </a:r>
        </a:p>
      </dgm:t>
    </dgm:pt>
    <dgm:pt modelId="{45A08EC3-28C2-4B6C-BD35-27C2431F0E20}" type="parTrans" cxnId="{3A665ACB-C97A-44A9-9243-73CA2A7EA74B}">
      <dgm:prSet custT="1"/>
      <dgm:spPr/>
      <dgm:t>
        <a:bodyPr/>
        <a:lstStyle/>
        <a:p>
          <a:endParaRPr lang="en-GB" sz="1400" b="1"/>
        </a:p>
      </dgm:t>
    </dgm:pt>
    <dgm:pt modelId="{479772A2-7FD2-4FE9-AFB3-6A1579AA4466}" type="sibTrans" cxnId="{3A665ACB-C97A-44A9-9243-73CA2A7EA74B}">
      <dgm:prSet/>
      <dgm:spPr/>
      <dgm:t>
        <a:bodyPr/>
        <a:lstStyle/>
        <a:p>
          <a:endParaRPr lang="en-GB" sz="5400" b="1"/>
        </a:p>
      </dgm:t>
    </dgm:pt>
    <dgm:pt modelId="{5D56919B-FB85-4476-B4AA-288210AA56F9}">
      <dgm:prSet phldrT="[Text]" custT="1"/>
      <dgm:spPr>
        <a:ln>
          <a:solidFill>
            <a:schemeClr val="tx1"/>
          </a:solidFill>
        </a:ln>
      </dgm:spPr>
      <dgm:t>
        <a:bodyPr/>
        <a:lstStyle/>
        <a:p>
          <a:r>
            <a:rPr lang="en-GB" sz="1400" b="1" dirty="0">
              <a:solidFill>
                <a:schemeClr val="tx1"/>
              </a:solidFill>
            </a:rPr>
            <a:t>Reproduci-bility</a:t>
          </a:r>
        </a:p>
      </dgm:t>
    </dgm:pt>
    <dgm:pt modelId="{AECB1A0B-5804-4DEB-9118-289B46DD59AA}" type="parTrans" cxnId="{047E7D8C-3803-414E-A76E-85D9D2F128DC}">
      <dgm:prSet custT="1"/>
      <dgm:spPr/>
      <dgm:t>
        <a:bodyPr/>
        <a:lstStyle/>
        <a:p>
          <a:endParaRPr lang="en-GB" sz="1400" b="1"/>
        </a:p>
      </dgm:t>
    </dgm:pt>
    <dgm:pt modelId="{257F6081-82CF-40F3-8533-6980BD5AD4FC}" type="sibTrans" cxnId="{047E7D8C-3803-414E-A76E-85D9D2F128DC}">
      <dgm:prSet/>
      <dgm:spPr/>
      <dgm:t>
        <a:bodyPr/>
        <a:lstStyle/>
        <a:p>
          <a:endParaRPr lang="en-GB" sz="5400" b="1"/>
        </a:p>
      </dgm:t>
    </dgm:pt>
    <dgm:pt modelId="{69B696DD-2425-42BA-9521-46ED0DAF87D3}" type="pres">
      <dgm:prSet presAssocID="{9FF5A751-932C-4574-9153-CF13949DF279}" presName="cycle" presStyleCnt="0">
        <dgm:presLayoutVars>
          <dgm:chMax val="1"/>
          <dgm:dir/>
          <dgm:animLvl val="ctr"/>
          <dgm:resizeHandles val="exact"/>
        </dgm:presLayoutVars>
      </dgm:prSet>
      <dgm:spPr/>
    </dgm:pt>
    <dgm:pt modelId="{087D2DD7-5CF7-4AD0-AD6A-2F199C21A09B}" type="pres">
      <dgm:prSet presAssocID="{C31667BF-9A29-4894-AAF0-2E88964F9780}" presName="centerShape" presStyleLbl="node0" presStyleIdx="0" presStyleCnt="1" custScaleX="143716" custScaleY="143716"/>
      <dgm:spPr/>
    </dgm:pt>
    <dgm:pt modelId="{901CB465-E8F6-4A31-B354-A5D857022FF6}" type="pres">
      <dgm:prSet presAssocID="{8DD0BB45-914C-4A78-8943-A66FA70491B9}" presName="Name9" presStyleLbl="parChTrans1D2" presStyleIdx="0" presStyleCnt="10"/>
      <dgm:spPr/>
    </dgm:pt>
    <dgm:pt modelId="{B637B404-D515-4ED2-8DC3-20133A89AD1D}" type="pres">
      <dgm:prSet presAssocID="{8DD0BB45-914C-4A78-8943-A66FA70491B9}" presName="connTx" presStyleLbl="parChTrans1D2" presStyleIdx="0" presStyleCnt="10"/>
      <dgm:spPr/>
    </dgm:pt>
    <dgm:pt modelId="{1417F119-6E98-4816-867E-2B74F54C1104}" type="pres">
      <dgm:prSet presAssocID="{42C0612C-34D4-4C45-B2DA-0F1D48EE7673}" presName="node" presStyleLbl="node1" presStyleIdx="0" presStyleCnt="10" custScaleX="123321" custScaleY="123321" custRadScaleRad="102133">
        <dgm:presLayoutVars>
          <dgm:bulletEnabled val="1"/>
        </dgm:presLayoutVars>
      </dgm:prSet>
      <dgm:spPr/>
    </dgm:pt>
    <dgm:pt modelId="{6C6E580C-8880-40B5-935E-DBFAC1F4EBF0}" type="pres">
      <dgm:prSet presAssocID="{B9B5BA5E-FCD2-4C39-A390-75E13045B910}" presName="Name9" presStyleLbl="parChTrans1D2" presStyleIdx="1" presStyleCnt="10"/>
      <dgm:spPr/>
    </dgm:pt>
    <dgm:pt modelId="{D6A44462-C833-4EE6-90EF-B7EA56E34633}" type="pres">
      <dgm:prSet presAssocID="{B9B5BA5E-FCD2-4C39-A390-75E13045B910}" presName="connTx" presStyleLbl="parChTrans1D2" presStyleIdx="1" presStyleCnt="10"/>
      <dgm:spPr/>
    </dgm:pt>
    <dgm:pt modelId="{54061174-5DE8-4BD1-8704-E00008438472}" type="pres">
      <dgm:prSet presAssocID="{914EB1A2-F90E-48DD-B34C-778B39F3014B}" presName="node" presStyleLbl="node1" presStyleIdx="1" presStyleCnt="10" custScaleX="123321" custScaleY="123321">
        <dgm:presLayoutVars>
          <dgm:bulletEnabled val="1"/>
        </dgm:presLayoutVars>
      </dgm:prSet>
      <dgm:spPr/>
    </dgm:pt>
    <dgm:pt modelId="{292BC453-F564-49E9-85BB-442602A6D03F}" type="pres">
      <dgm:prSet presAssocID="{C34A82A5-9FC8-458E-89D2-E25FE0F3663C}" presName="Name9" presStyleLbl="parChTrans1D2" presStyleIdx="2" presStyleCnt="10"/>
      <dgm:spPr/>
    </dgm:pt>
    <dgm:pt modelId="{C1ACB35C-B79E-40FF-BB1D-1C703751F1BE}" type="pres">
      <dgm:prSet presAssocID="{C34A82A5-9FC8-458E-89D2-E25FE0F3663C}" presName="connTx" presStyleLbl="parChTrans1D2" presStyleIdx="2" presStyleCnt="10"/>
      <dgm:spPr/>
    </dgm:pt>
    <dgm:pt modelId="{A11B108C-2686-44F8-B625-15F7C7A48B66}" type="pres">
      <dgm:prSet presAssocID="{985D238E-2203-4AD4-9644-7E0669B40E61}" presName="node" presStyleLbl="node1" presStyleIdx="2" presStyleCnt="10" custScaleX="123321" custScaleY="123321">
        <dgm:presLayoutVars>
          <dgm:bulletEnabled val="1"/>
        </dgm:presLayoutVars>
      </dgm:prSet>
      <dgm:spPr/>
    </dgm:pt>
    <dgm:pt modelId="{DB921123-ECD4-47C0-BBF9-BF4A8733AA90}" type="pres">
      <dgm:prSet presAssocID="{AECB1A0B-5804-4DEB-9118-289B46DD59AA}" presName="Name9" presStyleLbl="parChTrans1D2" presStyleIdx="3" presStyleCnt="10"/>
      <dgm:spPr/>
    </dgm:pt>
    <dgm:pt modelId="{DE1B4531-806D-457E-B07E-D82703816D7C}" type="pres">
      <dgm:prSet presAssocID="{AECB1A0B-5804-4DEB-9118-289B46DD59AA}" presName="connTx" presStyleLbl="parChTrans1D2" presStyleIdx="3" presStyleCnt="10"/>
      <dgm:spPr/>
    </dgm:pt>
    <dgm:pt modelId="{7B8D4627-62CD-464A-A2E7-154483A3AD5B}" type="pres">
      <dgm:prSet presAssocID="{5D56919B-FB85-4476-B4AA-288210AA56F9}" presName="node" presStyleLbl="node1" presStyleIdx="3" presStyleCnt="10" custScaleX="123321" custScaleY="123321">
        <dgm:presLayoutVars>
          <dgm:bulletEnabled val="1"/>
        </dgm:presLayoutVars>
      </dgm:prSet>
      <dgm:spPr/>
    </dgm:pt>
    <dgm:pt modelId="{754DA195-457B-4E96-B01F-30A5B1A40D10}" type="pres">
      <dgm:prSet presAssocID="{FE1DAD2A-E30F-4302-BFA8-ABFD58FC147F}" presName="Name9" presStyleLbl="parChTrans1D2" presStyleIdx="4" presStyleCnt="10"/>
      <dgm:spPr/>
    </dgm:pt>
    <dgm:pt modelId="{1FCF0716-02AA-40EB-AB5D-51358C1F41EE}" type="pres">
      <dgm:prSet presAssocID="{FE1DAD2A-E30F-4302-BFA8-ABFD58FC147F}" presName="connTx" presStyleLbl="parChTrans1D2" presStyleIdx="4" presStyleCnt="10"/>
      <dgm:spPr/>
    </dgm:pt>
    <dgm:pt modelId="{D4B6ECCF-325F-439F-B971-7F5EC5BFAB00}" type="pres">
      <dgm:prSet presAssocID="{65BD09ED-345C-4FDB-AE82-AD58764392D8}" presName="node" presStyleLbl="node1" presStyleIdx="4" presStyleCnt="10" custScaleX="123321" custScaleY="123321">
        <dgm:presLayoutVars>
          <dgm:bulletEnabled val="1"/>
        </dgm:presLayoutVars>
      </dgm:prSet>
      <dgm:spPr/>
    </dgm:pt>
    <dgm:pt modelId="{E0DC4CB1-0E01-4284-B5DF-87675E0BCD1F}" type="pres">
      <dgm:prSet presAssocID="{3EBC7704-4B5D-4062-A83E-4DBC06725ACE}" presName="Name9" presStyleLbl="parChTrans1D2" presStyleIdx="5" presStyleCnt="10"/>
      <dgm:spPr/>
    </dgm:pt>
    <dgm:pt modelId="{AAC80902-C714-4DA6-BF61-761EE78D19A6}" type="pres">
      <dgm:prSet presAssocID="{3EBC7704-4B5D-4062-A83E-4DBC06725ACE}" presName="connTx" presStyleLbl="parChTrans1D2" presStyleIdx="5" presStyleCnt="10"/>
      <dgm:spPr/>
    </dgm:pt>
    <dgm:pt modelId="{567B0538-5751-471D-9C51-3A2F20C7B277}" type="pres">
      <dgm:prSet presAssocID="{6EABABBA-9F66-4DBB-BD7E-E22CA996C342}" presName="node" presStyleLbl="node1" presStyleIdx="5" presStyleCnt="10" custScaleX="123321" custScaleY="123321">
        <dgm:presLayoutVars>
          <dgm:bulletEnabled val="1"/>
        </dgm:presLayoutVars>
      </dgm:prSet>
      <dgm:spPr/>
    </dgm:pt>
    <dgm:pt modelId="{7EFDED20-D12C-4C0A-9AB0-5F72DF85DDDC}" type="pres">
      <dgm:prSet presAssocID="{71CA5A88-39C1-48B1-B77A-146A005C6F5E}" presName="Name9" presStyleLbl="parChTrans1D2" presStyleIdx="6" presStyleCnt="10"/>
      <dgm:spPr/>
    </dgm:pt>
    <dgm:pt modelId="{1E485977-9C4A-4DAC-A664-7E90F5FEBCD3}" type="pres">
      <dgm:prSet presAssocID="{71CA5A88-39C1-48B1-B77A-146A005C6F5E}" presName="connTx" presStyleLbl="parChTrans1D2" presStyleIdx="6" presStyleCnt="10"/>
      <dgm:spPr/>
    </dgm:pt>
    <dgm:pt modelId="{894E25EF-0C06-4F48-9969-32D5D9DAFC29}" type="pres">
      <dgm:prSet presAssocID="{5FEC8615-73C0-4184-B094-B55D5D0EE2DA}" presName="node" presStyleLbl="node1" presStyleIdx="6" presStyleCnt="10" custScaleX="123321" custScaleY="123321">
        <dgm:presLayoutVars>
          <dgm:bulletEnabled val="1"/>
        </dgm:presLayoutVars>
      </dgm:prSet>
      <dgm:spPr/>
    </dgm:pt>
    <dgm:pt modelId="{35AE8791-9B38-41EB-9B2D-A2EE36C94AB8}" type="pres">
      <dgm:prSet presAssocID="{27D70B32-6D42-4B58-974F-9B7836B21351}" presName="Name9" presStyleLbl="parChTrans1D2" presStyleIdx="7" presStyleCnt="10"/>
      <dgm:spPr/>
    </dgm:pt>
    <dgm:pt modelId="{82F1C963-74D3-40A9-884A-4FBD01EE0EF6}" type="pres">
      <dgm:prSet presAssocID="{27D70B32-6D42-4B58-974F-9B7836B21351}" presName="connTx" presStyleLbl="parChTrans1D2" presStyleIdx="7" presStyleCnt="10"/>
      <dgm:spPr/>
    </dgm:pt>
    <dgm:pt modelId="{A4442A3B-4C35-4367-8286-2E9C7FC9880C}" type="pres">
      <dgm:prSet presAssocID="{A8493F91-0A13-4E10-93C0-47EA23FE6606}" presName="node" presStyleLbl="node1" presStyleIdx="7" presStyleCnt="10" custScaleX="123321" custScaleY="123321">
        <dgm:presLayoutVars>
          <dgm:bulletEnabled val="1"/>
        </dgm:presLayoutVars>
      </dgm:prSet>
      <dgm:spPr/>
    </dgm:pt>
    <dgm:pt modelId="{C7D6D5FB-E30A-423C-87A4-9374854F4879}" type="pres">
      <dgm:prSet presAssocID="{392428BC-B4B0-4C46-82E3-B52BAD008C0C}" presName="Name9" presStyleLbl="parChTrans1D2" presStyleIdx="8" presStyleCnt="10"/>
      <dgm:spPr/>
    </dgm:pt>
    <dgm:pt modelId="{1D8B01B0-55D4-4903-B6D0-2E77096A5737}" type="pres">
      <dgm:prSet presAssocID="{392428BC-B4B0-4C46-82E3-B52BAD008C0C}" presName="connTx" presStyleLbl="parChTrans1D2" presStyleIdx="8" presStyleCnt="10"/>
      <dgm:spPr/>
    </dgm:pt>
    <dgm:pt modelId="{C4B5C1A0-0A2C-4F9A-9F90-0B8BECFBC13B}" type="pres">
      <dgm:prSet presAssocID="{F002E1C6-84FD-426A-AA60-8E058769897C}" presName="node" presStyleLbl="node1" presStyleIdx="8" presStyleCnt="10" custScaleX="123321" custScaleY="123321">
        <dgm:presLayoutVars>
          <dgm:bulletEnabled val="1"/>
        </dgm:presLayoutVars>
      </dgm:prSet>
      <dgm:spPr/>
    </dgm:pt>
    <dgm:pt modelId="{330E906F-D2AE-46D2-9958-9F5AD993BEEA}" type="pres">
      <dgm:prSet presAssocID="{45A08EC3-28C2-4B6C-BD35-27C2431F0E20}" presName="Name9" presStyleLbl="parChTrans1D2" presStyleIdx="9" presStyleCnt="10"/>
      <dgm:spPr/>
    </dgm:pt>
    <dgm:pt modelId="{69DE3BD1-7A6B-4E6F-8279-1A4BE3203245}" type="pres">
      <dgm:prSet presAssocID="{45A08EC3-28C2-4B6C-BD35-27C2431F0E20}" presName="connTx" presStyleLbl="parChTrans1D2" presStyleIdx="9" presStyleCnt="10"/>
      <dgm:spPr/>
    </dgm:pt>
    <dgm:pt modelId="{3E1332D3-958C-46F8-BFCE-4E05BFF419EF}" type="pres">
      <dgm:prSet presAssocID="{A77B809F-96EC-43AB-A58F-837BA50FA04D}" presName="node" presStyleLbl="node1" presStyleIdx="9" presStyleCnt="10" custScaleX="123321" custScaleY="123321">
        <dgm:presLayoutVars>
          <dgm:bulletEnabled val="1"/>
        </dgm:presLayoutVars>
      </dgm:prSet>
      <dgm:spPr/>
    </dgm:pt>
  </dgm:ptLst>
  <dgm:cxnLst>
    <dgm:cxn modelId="{E95C3A0A-30EC-48E3-9FF4-1BFFC70FE411}" type="presOf" srcId="{3EBC7704-4B5D-4062-A83E-4DBC06725ACE}" destId="{AAC80902-C714-4DA6-BF61-761EE78D19A6}" srcOrd="1" destOrd="0" presId="urn:microsoft.com/office/officeart/2005/8/layout/radial1"/>
    <dgm:cxn modelId="{76DE830C-3F8C-4E02-A3AA-7F5B3BBE05F0}" type="presOf" srcId="{392428BC-B4B0-4C46-82E3-B52BAD008C0C}" destId="{C7D6D5FB-E30A-423C-87A4-9374854F4879}" srcOrd="0" destOrd="0" presId="urn:microsoft.com/office/officeart/2005/8/layout/radial1"/>
    <dgm:cxn modelId="{95FEDD21-E3F8-455B-ABF1-32E0B17739C5}" type="presOf" srcId="{C34A82A5-9FC8-458E-89D2-E25FE0F3663C}" destId="{292BC453-F564-49E9-85BB-442602A6D03F}" srcOrd="0" destOrd="0" presId="urn:microsoft.com/office/officeart/2005/8/layout/radial1"/>
    <dgm:cxn modelId="{63A17423-B1CA-4DB2-AA81-2D54D75F94F6}" srcId="{C31667BF-9A29-4894-AAF0-2E88964F9780}" destId="{985D238E-2203-4AD4-9644-7E0669B40E61}" srcOrd="2" destOrd="0" parTransId="{C34A82A5-9FC8-458E-89D2-E25FE0F3663C}" sibTransId="{F5A2B04D-D787-468D-AB8F-C2414B7FAA18}"/>
    <dgm:cxn modelId="{4ECE5735-7079-48D7-82D3-B7A5FF65A9A3}" type="presOf" srcId="{392428BC-B4B0-4C46-82E3-B52BAD008C0C}" destId="{1D8B01B0-55D4-4903-B6D0-2E77096A5737}" srcOrd="1" destOrd="0" presId="urn:microsoft.com/office/officeart/2005/8/layout/radial1"/>
    <dgm:cxn modelId="{7BE5643C-4819-4E6E-A6A4-14F7DE7ABD98}" type="presOf" srcId="{9FF5A751-932C-4574-9153-CF13949DF279}" destId="{69B696DD-2425-42BA-9521-46ED0DAF87D3}" srcOrd="0" destOrd="0" presId="urn:microsoft.com/office/officeart/2005/8/layout/radial1"/>
    <dgm:cxn modelId="{17E31D5E-717C-4FCA-8867-764C411A6E0B}" type="presOf" srcId="{A77B809F-96EC-43AB-A58F-837BA50FA04D}" destId="{3E1332D3-958C-46F8-BFCE-4E05BFF419EF}" srcOrd="0" destOrd="0" presId="urn:microsoft.com/office/officeart/2005/8/layout/radial1"/>
    <dgm:cxn modelId="{3D39D65F-ABC3-408C-A8FF-B3244F7B4825}" srcId="{C31667BF-9A29-4894-AAF0-2E88964F9780}" destId="{65BD09ED-345C-4FDB-AE82-AD58764392D8}" srcOrd="4" destOrd="0" parTransId="{FE1DAD2A-E30F-4302-BFA8-ABFD58FC147F}" sibTransId="{1824E7D8-0D60-4B47-9E10-929B83291E3F}"/>
    <dgm:cxn modelId="{0009AB47-A809-4261-9029-B86872A1DEA1}" type="presOf" srcId="{FE1DAD2A-E30F-4302-BFA8-ABFD58FC147F}" destId="{754DA195-457B-4E96-B01F-30A5B1A40D10}" srcOrd="0" destOrd="0" presId="urn:microsoft.com/office/officeart/2005/8/layout/radial1"/>
    <dgm:cxn modelId="{F2C8CC4D-22C0-41A1-9DAC-FEA125C76221}" srcId="{C31667BF-9A29-4894-AAF0-2E88964F9780}" destId="{F002E1C6-84FD-426A-AA60-8E058769897C}" srcOrd="8" destOrd="0" parTransId="{392428BC-B4B0-4C46-82E3-B52BAD008C0C}" sibTransId="{BEAC18D5-CD88-43B7-AEBB-85397D4B2D5D}"/>
    <dgm:cxn modelId="{82D1E66E-95CA-4F17-B62E-B7EB03F72B72}" srcId="{9FF5A751-932C-4574-9153-CF13949DF279}" destId="{97594200-765F-4E66-A7DC-8D9B2644E9B5}" srcOrd="1" destOrd="0" parTransId="{15C8521A-1799-4F2F-9C9A-D4097D3CFDBE}" sibTransId="{842980DC-5525-40FE-AF51-81EE1329812A}"/>
    <dgm:cxn modelId="{DD22D772-FA39-4DEB-9B74-645E2F307F16}" srcId="{C31667BF-9A29-4894-AAF0-2E88964F9780}" destId="{914EB1A2-F90E-48DD-B34C-778B39F3014B}" srcOrd="1" destOrd="0" parTransId="{B9B5BA5E-FCD2-4C39-A390-75E13045B910}" sibTransId="{6ACAD2EE-6522-47D7-B371-D25BC485EE2C}"/>
    <dgm:cxn modelId="{B38B3454-249C-4140-ADC1-770F8960272E}" type="presOf" srcId="{8DD0BB45-914C-4A78-8943-A66FA70491B9}" destId="{B637B404-D515-4ED2-8DC3-20133A89AD1D}" srcOrd="1" destOrd="0" presId="urn:microsoft.com/office/officeart/2005/8/layout/radial1"/>
    <dgm:cxn modelId="{63CFB655-B37E-4C8D-92CB-679D8D4170D9}" type="presOf" srcId="{27D70B32-6D42-4B58-974F-9B7836B21351}" destId="{82F1C963-74D3-40A9-884A-4FBD01EE0EF6}" srcOrd="1" destOrd="0" presId="urn:microsoft.com/office/officeart/2005/8/layout/radial1"/>
    <dgm:cxn modelId="{3CED2756-371B-4229-92FC-FD595D7D3498}" type="presOf" srcId="{AECB1A0B-5804-4DEB-9118-289B46DD59AA}" destId="{DB921123-ECD4-47C0-BBF9-BF4A8733AA90}" srcOrd="0" destOrd="0" presId="urn:microsoft.com/office/officeart/2005/8/layout/radial1"/>
    <dgm:cxn modelId="{7E071978-EC38-4BFD-9AEF-CE1BB6395991}" type="presOf" srcId="{3EBC7704-4B5D-4062-A83E-4DBC06725ACE}" destId="{E0DC4CB1-0E01-4284-B5DF-87675E0BCD1F}" srcOrd="0" destOrd="0" presId="urn:microsoft.com/office/officeart/2005/8/layout/radial1"/>
    <dgm:cxn modelId="{1C814E7E-81F5-4141-914B-15B1435B4F63}" type="presOf" srcId="{B9B5BA5E-FCD2-4C39-A390-75E13045B910}" destId="{D6A44462-C833-4EE6-90EF-B7EA56E34633}" srcOrd="1" destOrd="0" presId="urn:microsoft.com/office/officeart/2005/8/layout/radial1"/>
    <dgm:cxn modelId="{10C45A7E-C05F-410A-848E-83003FE5B162}" type="presOf" srcId="{42C0612C-34D4-4C45-B2DA-0F1D48EE7673}" destId="{1417F119-6E98-4816-867E-2B74F54C1104}" srcOrd="0" destOrd="0" presId="urn:microsoft.com/office/officeart/2005/8/layout/radial1"/>
    <dgm:cxn modelId="{2B855180-47E5-45A2-A168-4F93CAE38D1F}" type="presOf" srcId="{FE1DAD2A-E30F-4302-BFA8-ABFD58FC147F}" destId="{1FCF0716-02AA-40EB-AB5D-51358C1F41EE}" srcOrd="1" destOrd="0" presId="urn:microsoft.com/office/officeart/2005/8/layout/radial1"/>
    <dgm:cxn modelId="{5B530681-118E-44E7-A1EF-07D32CFE8848}" srcId="{C31667BF-9A29-4894-AAF0-2E88964F9780}" destId="{6EABABBA-9F66-4DBB-BD7E-E22CA996C342}" srcOrd="5" destOrd="0" parTransId="{3EBC7704-4B5D-4062-A83E-4DBC06725ACE}" sibTransId="{E4082210-6375-48EE-B364-7B3C1B5E368D}"/>
    <dgm:cxn modelId="{F5DE5285-E9E3-40FF-8348-1FADE800BCCC}" type="presOf" srcId="{B9B5BA5E-FCD2-4C39-A390-75E13045B910}" destId="{6C6E580C-8880-40B5-935E-DBFAC1F4EBF0}" srcOrd="0" destOrd="0" presId="urn:microsoft.com/office/officeart/2005/8/layout/radial1"/>
    <dgm:cxn modelId="{17327C85-5F6F-4186-ABF0-2DD8FB5D4BA1}" type="presOf" srcId="{45A08EC3-28C2-4B6C-BD35-27C2431F0E20}" destId="{69DE3BD1-7A6B-4E6F-8279-1A4BE3203245}" srcOrd="1" destOrd="0" presId="urn:microsoft.com/office/officeart/2005/8/layout/radial1"/>
    <dgm:cxn modelId="{047E7D8C-3803-414E-A76E-85D9D2F128DC}" srcId="{C31667BF-9A29-4894-AAF0-2E88964F9780}" destId="{5D56919B-FB85-4476-B4AA-288210AA56F9}" srcOrd="3" destOrd="0" parTransId="{AECB1A0B-5804-4DEB-9118-289B46DD59AA}" sibTransId="{257F6081-82CF-40F3-8533-6980BD5AD4FC}"/>
    <dgm:cxn modelId="{FF776E92-3682-45B7-98B4-5AE086BB4D73}" type="presOf" srcId="{6EABABBA-9F66-4DBB-BD7E-E22CA996C342}" destId="{567B0538-5751-471D-9C51-3A2F20C7B277}" srcOrd="0" destOrd="0" presId="urn:microsoft.com/office/officeart/2005/8/layout/radial1"/>
    <dgm:cxn modelId="{5C39FB97-9D13-4E9F-BF88-83A48462B41D}" type="presOf" srcId="{C34A82A5-9FC8-458E-89D2-E25FE0F3663C}" destId="{C1ACB35C-B79E-40FF-BB1D-1C703751F1BE}" srcOrd="1" destOrd="0" presId="urn:microsoft.com/office/officeart/2005/8/layout/radial1"/>
    <dgm:cxn modelId="{90160499-2DA4-4307-96C8-537FB7375886}" srcId="{9FF5A751-932C-4574-9153-CF13949DF279}" destId="{C31667BF-9A29-4894-AAF0-2E88964F9780}" srcOrd="0" destOrd="0" parTransId="{780D9C4B-98F4-4439-AFA1-71444901995D}" sibTransId="{916CD9FD-FA91-48B2-8E48-F9C1934685A9}"/>
    <dgm:cxn modelId="{EDEA9CA0-E020-473F-9A82-A5680571507D}" type="presOf" srcId="{A8493F91-0A13-4E10-93C0-47EA23FE6606}" destId="{A4442A3B-4C35-4367-8286-2E9C7FC9880C}" srcOrd="0" destOrd="0" presId="urn:microsoft.com/office/officeart/2005/8/layout/radial1"/>
    <dgm:cxn modelId="{81768EAA-C53B-459D-9A88-BD253A586F5B}" type="presOf" srcId="{8DD0BB45-914C-4A78-8943-A66FA70491B9}" destId="{901CB465-E8F6-4A31-B354-A5D857022FF6}" srcOrd="0" destOrd="0" presId="urn:microsoft.com/office/officeart/2005/8/layout/radial1"/>
    <dgm:cxn modelId="{8D3402BE-E794-4B4C-A8D6-84F0E271BCF6}" srcId="{C31667BF-9A29-4894-AAF0-2E88964F9780}" destId="{A8493F91-0A13-4E10-93C0-47EA23FE6606}" srcOrd="7" destOrd="0" parTransId="{27D70B32-6D42-4B58-974F-9B7836B21351}" sibTransId="{6E8D1A1E-338A-4D49-9212-79CAB98A9695}"/>
    <dgm:cxn modelId="{F36105CA-2ACD-412D-8C0A-ACE95623588C}" type="presOf" srcId="{C31667BF-9A29-4894-AAF0-2E88964F9780}" destId="{087D2DD7-5CF7-4AD0-AD6A-2F199C21A09B}" srcOrd="0" destOrd="0" presId="urn:microsoft.com/office/officeart/2005/8/layout/radial1"/>
    <dgm:cxn modelId="{3A665ACB-C97A-44A9-9243-73CA2A7EA74B}" srcId="{C31667BF-9A29-4894-AAF0-2E88964F9780}" destId="{A77B809F-96EC-43AB-A58F-837BA50FA04D}" srcOrd="9" destOrd="0" parTransId="{45A08EC3-28C2-4B6C-BD35-27C2431F0E20}" sibTransId="{479772A2-7FD2-4FE9-AFB3-6A1579AA4466}"/>
    <dgm:cxn modelId="{13B5F8CC-3684-4028-BED7-AEFCFF26B8C7}" srcId="{C31667BF-9A29-4894-AAF0-2E88964F9780}" destId="{5FEC8615-73C0-4184-B094-B55D5D0EE2DA}" srcOrd="6" destOrd="0" parTransId="{71CA5A88-39C1-48B1-B77A-146A005C6F5E}" sibTransId="{6523EDC8-8EEC-4F6A-A287-88CF7EA8AB91}"/>
    <dgm:cxn modelId="{6546ABD0-2498-45AF-BD5D-EB3BD463051E}" type="presOf" srcId="{45A08EC3-28C2-4B6C-BD35-27C2431F0E20}" destId="{330E906F-D2AE-46D2-9958-9F5AD993BEEA}" srcOrd="0" destOrd="0" presId="urn:microsoft.com/office/officeart/2005/8/layout/radial1"/>
    <dgm:cxn modelId="{A679CCD4-0DA9-47B3-8872-9D34B011D827}" type="presOf" srcId="{914EB1A2-F90E-48DD-B34C-778B39F3014B}" destId="{54061174-5DE8-4BD1-8704-E00008438472}" srcOrd="0" destOrd="0" presId="urn:microsoft.com/office/officeart/2005/8/layout/radial1"/>
    <dgm:cxn modelId="{8BB173D6-9783-4612-B28E-728ED05DB55A}" type="presOf" srcId="{71CA5A88-39C1-48B1-B77A-146A005C6F5E}" destId="{1E485977-9C4A-4DAC-A664-7E90F5FEBCD3}" srcOrd="1" destOrd="0" presId="urn:microsoft.com/office/officeart/2005/8/layout/radial1"/>
    <dgm:cxn modelId="{C701E1EB-E4FE-4B50-B47D-45C998F31EAD}" srcId="{C31667BF-9A29-4894-AAF0-2E88964F9780}" destId="{42C0612C-34D4-4C45-B2DA-0F1D48EE7673}" srcOrd="0" destOrd="0" parTransId="{8DD0BB45-914C-4A78-8943-A66FA70491B9}" sibTransId="{C224E2D3-CE20-4667-B12A-1B31263A5665}"/>
    <dgm:cxn modelId="{6D4171EE-7BBA-4916-84FF-E961BD147716}" type="presOf" srcId="{5FEC8615-73C0-4184-B094-B55D5D0EE2DA}" destId="{894E25EF-0C06-4F48-9969-32D5D9DAFC29}" srcOrd="0" destOrd="0" presId="urn:microsoft.com/office/officeart/2005/8/layout/radial1"/>
    <dgm:cxn modelId="{C1F9A9F0-1DC8-4BD7-B05D-908C07A306AA}" type="presOf" srcId="{5D56919B-FB85-4476-B4AA-288210AA56F9}" destId="{7B8D4627-62CD-464A-A2E7-154483A3AD5B}" srcOrd="0" destOrd="0" presId="urn:microsoft.com/office/officeart/2005/8/layout/radial1"/>
    <dgm:cxn modelId="{7BC6DAF4-4D07-4A23-AD8D-ECD9C970749B}" type="presOf" srcId="{27D70B32-6D42-4B58-974F-9B7836B21351}" destId="{35AE8791-9B38-41EB-9B2D-A2EE36C94AB8}" srcOrd="0" destOrd="0" presId="urn:microsoft.com/office/officeart/2005/8/layout/radial1"/>
    <dgm:cxn modelId="{45B784F5-7F03-4926-9F69-0C594752C647}" type="presOf" srcId="{71CA5A88-39C1-48B1-B77A-146A005C6F5E}" destId="{7EFDED20-D12C-4C0A-9AB0-5F72DF85DDDC}" srcOrd="0" destOrd="0" presId="urn:microsoft.com/office/officeart/2005/8/layout/radial1"/>
    <dgm:cxn modelId="{3B17DBF6-E424-4BF7-8970-638323F6206D}" type="presOf" srcId="{65BD09ED-345C-4FDB-AE82-AD58764392D8}" destId="{D4B6ECCF-325F-439F-B971-7F5EC5BFAB00}" srcOrd="0" destOrd="0" presId="urn:microsoft.com/office/officeart/2005/8/layout/radial1"/>
    <dgm:cxn modelId="{4B1477F9-D259-458D-8619-01A2AAEBC26C}" type="presOf" srcId="{F002E1C6-84FD-426A-AA60-8E058769897C}" destId="{C4B5C1A0-0A2C-4F9A-9F90-0B8BECFBC13B}" srcOrd="0" destOrd="0" presId="urn:microsoft.com/office/officeart/2005/8/layout/radial1"/>
    <dgm:cxn modelId="{883B44FB-903C-4BC5-93A6-165F86C4E967}" type="presOf" srcId="{985D238E-2203-4AD4-9644-7E0669B40E61}" destId="{A11B108C-2686-44F8-B625-15F7C7A48B66}" srcOrd="0" destOrd="0" presId="urn:microsoft.com/office/officeart/2005/8/layout/radial1"/>
    <dgm:cxn modelId="{C6CFEDFC-F478-47BA-890B-EEC58D77871E}" type="presOf" srcId="{AECB1A0B-5804-4DEB-9118-289B46DD59AA}" destId="{DE1B4531-806D-457E-B07E-D82703816D7C}" srcOrd="1" destOrd="0" presId="urn:microsoft.com/office/officeart/2005/8/layout/radial1"/>
    <dgm:cxn modelId="{D3387D92-EFF0-4705-9371-91DF08BC77FB}" type="presParOf" srcId="{69B696DD-2425-42BA-9521-46ED0DAF87D3}" destId="{087D2DD7-5CF7-4AD0-AD6A-2F199C21A09B}" srcOrd="0" destOrd="0" presId="urn:microsoft.com/office/officeart/2005/8/layout/radial1"/>
    <dgm:cxn modelId="{7263F7A6-B967-4FF8-96CF-A3F7F3D4E766}" type="presParOf" srcId="{69B696DD-2425-42BA-9521-46ED0DAF87D3}" destId="{901CB465-E8F6-4A31-B354-A5D857022FF6}" srcOrd="1" destOrd="0" presId="urn:microsoft.com/office/officeart/2005/8/layout/radial1"/>
    <dgm:cxn modelId="{FA61AAA5-4E8D-45C2-B24A-624BE1D6025B}" type="presParOf" srcId="{901CB465-E8F6-4A31-B354-A5D857022FF6}" destId="{B637B404-D515-4ED2-8DC3-20133A89AD1D}" srcOrd="0" destOrd="0" presId="urn:microsoft.com/office/officeart/2005/8/layout/radial1"/>
    <dgm:cxn modelId="{0B060831-F1DE-4555-BCBC-02B380DD3906}" type="presParOf" srcId="{69B696DD-2425-42BA-9521-46ED0DAF87D3}" destId="{1417F119-6E98-4816-867E-2B74F54C1104}" srcOrd="2" destOrd="0" presId="urn:microsoft.com/office/officeart/2005/8/layout/radial1"/>
    <dgm:cxn modelId="{B76CE911-9BE3-40B5-9060-87B0E664F6A8}" type="presParOf" srcId="{69B696DD-2425-42BA-9521-46ED0DAF87D3}" destId="{6C6E580C-8880-40B5-935E-DBFAC1F4EBF0}" srcOrd="3" destOrd="0" presId="urn:microsoft.com/office/officeart/2005/8/layout/radial1"/>
    <dgm:cxn modelId="{BCCBA099-D46E-4613-988B-7357954D19B8}" type="presParOf" srcId="{6C6E580C-8880-40B5-935E-DBFAC1F4EBF0}" destId="{D6A44462-C833-4EE6-90EF-B7EA56E34633}" srcOrd="0" destOrd="0" presId="urn:microsoft.com/office/officeart/2005/8/layout/radial1"/>
    <dgm:cxn modelId="{6283E495-5463-4402-BBAE-DCAA51B88EAF}" type="presParOf" srcId="{69B696DD-2425-42BA-9521-46ED0DAF87D3}" destId="{54061174-5DE8-4BD1-8704-E00008438472}" srcOrd="4" destOrd="0" presId="urn:microsoft.com/office/officeart/2005/8/layout/radial1"/>
    <dgm:cxn modelId="{0F8A2128-232E-4FF1-B250-06E1E04B81B0}" type="presParOf" srcId="{69B696DD-2425-42BA-9521-46ED0DAF87D3}" destId="{292BC453-F564-49E9-85BB-442602A6D03F}" srcOrd="5" destOrd="0" presId="urn:microsoft.com/office/officeart/2005/8/layout/radial1"/>
    <dgm:cxn modelId="{D21920DA-64BE-443A-9F67-82F5D4735233}" type="presParOf" srcId="{292BC453-F564-49E9-85BB-442602A6D03F}" destId="{C1ACB35C-B79E-40FF-BB1D-1C703751F1BE}" srcOrd="0" destOrd="0" presId="urn:microsoft.com/office/officeart/2005/8/layout/radial1"/>
    <dgm:cxn modelId="{F41BE731-D2DC-4B88-9826-0070C35E57DD}" type="presParOf" srcId="{69B696DD-2425-42BA-9521-46ED0DAF87D3}" destId="{A11B108C-2686-44F8-B625-15F7C7A48B66}" srcOrd="6" destOrd="0" presId="urn:microsoft.com/office/officeart/2005/8/layout/radial1"/>
    <dgm:cxn modelId="{0358C960-9F34-4F70-A83A-B759A104E6A9}" type="presParOf" srcId="{69B696DD-2425-42BA-9521-46ED0DAF87D3}" destId="{DB921123-ECD4-47C0-BBF9-BF4A8733AA90}" srcOrd="7" destOrd="0" presId="urn:microsoft.com/office/officeart/2005/8/layout/radial1"/>
    <dgm:cxn modelId="{B8489BB3-9485-47ED-8BC4-C4C32C6C20B6}" type="presParOf" srcId="{DB921123-ECD4-47C0-BBF9-BF4A8733AA90}" destId="{DE1B4531-806D-457E-B07E-D82703816D7C}" srcOrd="0" destOrd="0" presId="urn:microsoft.com/office/officeart/2005/8/layout/radial1"/>
    <dgm:cxn modelId="{362F8172-A9A6-4D26-AE4C-4B0E50FF16A0}" type="presParOf" srcId="{69B696DD-2425-42BA-9521-46ED0DAF87D3}" destId="{7B8D4627-62CD-464A-A2E7-154483A3AD5B}" srcOrd="8" destOrd="0" presId="urn:microsoft.com/office/officeart/2005/8/layout/radial1"/>
    <dgm:cxn modelId="{708060AB-404E-44E3-8994-BAAFF4ED71CB}" type="presParOf" srcId="{69B696DD-2425-42BA-9521-46ED0DAF87D3}" destId="{754DA195-457B-4E96-B01F-30A5B1A40D10}" srcOrd="9" destOrd="0" presId="urn:microsoft.com/office/officeart/2005/8/layout/radial1"/>
    <dgm:cxn modelId="{FEE8F71A-A974-4E3B-AF70-E3A3F027293E}" type="presParOf" srcId="{754DA195-457B-4E96-B01F-30A5B1A40D10}" destId="{1FCF0716-02AA-40EB-AB5D-51358C1F41EE}" srcOrd="0" destOrd="0" presId="urn:microsoft.com/office/officeart/2005/8/layout/radial1"/>
    <dgm:cxn modelId="{CD2E5081-4622-4F55-BAB1-CEF14530F300}" type="presParOf" srcId="{69B696DD-2425-42BA-9521-46ED0DAF87D3}" destId="{D4B6ECCF-325F-439F-B971-7F5EC5BFAB00}" srcOrd="10" destOrd="0" presId="urn:microsoft.com/office/officeart/2005/8/layout/radial1"/>
    <dgm:cxn modelId="{5BDFD272-7A23-454E-A5C3-7CBF16246D5C}" type="presParOf" srcId="{69B696DD-2425-42BA-9521-46ED0DAF87D3}" destId="{E0DC4CB1-0E01-4284-B5DF-87675E0BCD1F}" srcOrd="11" destOrd="0" presId="urn:microsoft.com/office/officeart/2005/8/layout/radial1"/>
    <dgm:cxn modelId="{32205678-D94A-4508-BBFF-9A027534BDFB}" type="presParOf" srcId="{E0DC4CB1-0E01-4284-B5DF-87675E0BCD1F}" destId="{AAC80902-C714-4DA6-BF61-761EE78D19A6}" srcOrd="0" destOrd="0" presId="urn:microsoft.com/office/officeart/2005/8/layout/radial1"/>
    <dgm:cxn modelId="{E79CE1D1-82A2-4E88-9228-6202AD7C128D}" type="presParOf" srcId="{69B696DD-2425-42BA-9521-46ED0DAF87D3}" destId="{567B0538-5751-471D-9C51-3A2F20C7B277}" srcOrd="12" destOrd="0" presId="urn:microsoft.com/office/officeart/2005/8/layout/radial1"/>
    <dgm:cxn modelId="{19E614BE-B649-4FBA-914A-84337C59100D}" type="presParOf" srcId="{69B696DD-2425-42BA-9521-46ED0DAF87D3}" destId="{7EFDED20-D12C-4C0A-9AB0-5F72DF85DDDC}" srcOrd="13" destOrd="0" presId="urn:microsoft.com/office/officeart/2005/8/layout/radial1"/>
    <dgm:cxn modelId="{F124887E-BA14-41C1-8F85-411AB823C796}" type="presParOf" srcId="{7EFDED20-D12C-4C0A-9AB0-5F72DF85DDDC}" destId="{1E485977-9C4A-4DAC-A664-7E90F5FEBCD3}" srcOrd="0" destOrd="0" presId="urn:microsoft.com/office/officeart/2005/8/layout/radial1"/>
    <dgm:cxn modelId="{2A089052-3707-48F3-8303-D720E828856B}" type="presParOf" srcId="{69B696DD-2425-42BA-9521-46ED0DAF87D3}" destId="{894E25EF-0C06-4F48-9969-32D5D9DAFC29}" srcOrd="14" destOrd="0" presId="urn:microsoft.com/office/officeart/2005/8/layout/radial1"/>
    <dgm:cxn modelId="{AFD1904C-DE9D-4BF5-A52E-82C75F0B2FC5}" type="presParOf" srcId="{69B696DD-2425-42BA-9521-46ED0DAF87D3}" destId="{35AE8791-9B38-41EB-9B2D-A2EE36C94AB8}" srcOrd="15" destOrd="0" presId="urn:microsoft.com/office/officeart/2005/8/layout/radial1"/>
    <dgm:cxn modelId="{47B61DC1-04E0-4C64-958E-5F1A3AEADC7F}" type="presParOf" srcId="{35AE8791-9B38-41EB-9B2D-A2EE36C94AB8}" destId="{82F1C963-74D3-40A9-884A-4FBD01EE0EF6}" srcOrd="0" destOrd="0" presId="urn:microsoft.com/office/officeart/2005/8/layout/radial1"/>
    <dgm:cxn modelId="{97E9D6FC-4F31-4A65-B9F7-A9F31986EF98}" type="presParOf" srcId="{69B696DD-2425-42BA-9521-46ED0DAF87D3}" destId="{A4442A3B-4C35-4367-8286-2E9C7FC9880C}" srcOrd="16" destOrd="0" presId="urn:microsoft.com/office/officeart/2005/8/layout/radial1"/>
    <dgm:cxn modelId="{831E0F00-2841-4D02-931D-9E74DD3F8960}" type="presParOf" srcId="{69B696DD-2425-42BA-9521-46ED0DAF87D3}" destId="{C7D6D5FB-E30A-423C-87A4-9374854F4879}" srcOrd="17" destOrd="0" presId="urn:microsoft.com/office/officeart/2005/8/layout/radial1"/>
    <dgm:cxn modelId="{6B715DCB-27F7-4E61-8CB4-2C67DF1548B1}" type="presParOf" srcId="{C7D6D5FB-E30A-423C-87A4-9374854F4879}" destId="{1D8B01B0-55D4-4903-B6D0-2E77096A5737}" srcOrd="0" destOrd="0" presId="urn:microsoft.com/office/officeart/2005/8/layout/radial1"/>
    <dgm:cxn modelId="{E5F99D0E-29E1-454C-A162-D05355F8082E}" type="presParOf" srcId="{69B696DD-2425-42BA-9521-46ED0DAF87D3}" destId="{C4B5C1A0-0A2C-4F9A-9F90-0B8BECFBC13B}" srcOrd="18" destOrd="0" presId="urn:microsoft.com/office/officeart/2005/8/layout/radial1"/>
    <dgm:cxn modelId="{6CE648E2-8B1A-4920-8C2B-135121ABA3EF}" type="presParOf" srcId="{69B696DD-2425-42BA-9521-46ED0DAF87D3}" destId="{330E906F-D2AE-46D2-9958-9F5AD993BEEA}" srcOrd="19" destOrd="0" presId="urn:microsoft.com/office/officeart/2005/8/layout/radial1"/>
    <dgm:cxn modelId="{2A965B87-6CB4-4F01-82DF-7D415A350E76}" type="presParOf" srcId="{330E906F-D2AE-46D2-9958-9F5AD993BEEA}" destId="{69DE3BD1-7A6B-4E6F-8279-1A4BE3203245}" srcOrd="0" destOrd="0" presId="urn:microsoft.com/office/officeart/2005/8/layout/radial1"/>
    <dgm:cxn modelId="{DBFB0E6A-4C16-4A6A-8E1D-508889F65F32}" type="presParOf" srcId="{69B696DD-2425-42BA-9521-46ED0DAF87D3}" destId="{3E1332D3-958C-46F8-BFCE-4E05BFF419EF}" srcOrd="20" destOrd="0" presId="urn:microsoft.com/office/officeart/2005/8/layout/radial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7D2DD7-5CF7-4AD0-AD6A-2F199C21A09B}">
      <dsp:nvSpPr>
        <dsp:cNvPr id="0" name=""/>
        <dsp:cNvSpPr/>
      </dsp:nvSpPr>
      <dsp:spPr>
        <a:xfrm>
          <a:off x="4026207" y="1931049"/>
          <a:ext cx="1452640" cy="1452640"/>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GB" sz="2400" b="1" kern="1200" dirty="0"/>
            <a:t>Quality Criteria</a:t>
          </a:r>
        </a:p>
      </dsp:txBody>
      <dsp:txXfrm>
        <a:off x="4238941" y="2143783"/>
        <a:ext cx="1027172" cy="1027172"/>
      </dsp:txXfrm>
    </dsp:sp>
    <dsp:sp modelId="{901CB465-E8F6-4A31-B354-A5D857022FF6}">
      <dsp:nvSpPr>
        <dsp:cNvPr id="0" name=""/>
        <dsp:cNvSpPr/>
      </dsp:nvSpPr>
      <dsp:spPr>
        <a:xfrm rot="16200000">
          <a:off x="4363090" y="1532041"/>
          <a:ext cx="778875" cy="19141"/>
        </a:xfrm>
        <a:custGeom>
          <a:avLst/>
          <a:gdLst/>
          <a:ahLst/>
          <a:cxnLst/>
          <a:rect l="0" t="0" r="0" b="0"/>
          <a:pathLst>
            <a:path>
              <a:moveTo>
                <a:pt x="0" y="9570"/>
              </a:moveTo>
              <a:lnTo>
                <a:pt x="778875" y="9570"/>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622300">
            <a:lnSpc>
              <a:spcPct val="90000"/>
            </a:lnSpc>
            <a:spcBef>
              <a:spcPct val="0"/>
            </a:spcBef>
            <a:spcAft>
              <a:spcPct val="35000"/>
            </a:spcAft>
            <a:buNone/>
          </a:pPr>
          <a:endParaRPr lang="en-GB" sz="1400" b="1" kern="1200"/>
        </a:p>
      </dsp:txBody>
      <dsp:txXfrm>
        <a:off x="4733056" y="1522140"/>
        <a:ext cx="38943" cy="38943"/>
      </dsp:txXfrm>
    </dsp:sp>
    <dsp:sp modelId="{1417F119-6E98-4816-867E-2B74F54C1104}">
      <dsp:nvSpPr>
        <dsp:cNvPr id="0" name=""/>
        <dsp:cNvSpPr/>
      </dsp:nvSpPr>
      <dsp:spPr>
        <a:xfrm>
          <a:off x="4129281" y="-94319"/>
          <a:ext cx="1246493" cy="1246493"/>
        </a:xfrm>
        <a:prstGeom prst="ellipse">
          <a:avLst/>
        </a:prstGeom>
        <a:solidFill>
          <a:schemeClr val="accent2">
            <a:hueOff val="0"/>
            <a:satOff val="0"/>
            <a:lumOff val="0"/>
            <a:alphaOff val="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GB" sz="1400" b="1" kern="1200" dirty="0">
              <a:solidFill>
                <a:schemeClr val="tx1"/>
              </a:solidFill>
            </a:rPr>
            <a:t>Objectivity</a:t>
          </a:r>
        </a:p>
      </dsp:txBody>
      <dsp:txXfrm>
        <a:off x="4311826" y="88226"/>
        <a:ext cx="881403" cy="881403"/>
      </dsp:txXfrm>
    </dsp:sp>
    <dsp:sp modelId="{6C6E580C-8880-40B5-935E-DBFAC1F4EBF0}">
      <dsp:nvSpPr>
        <dsp:cNvPr id="0" name=""/>
        <dsp:cNvSpPr/>
      </dsp:nvSpPr>
      <dsp:spPr>
        <a:xfrm rot="18360000">
          <a:off x="5018916" y="1745132"/>
          <a:ext cx="778875" cy="19141"/>
        </a:xfrm>
        <a:custGeom>
          <a:avLst/>
          <a:gdLst/>
          <a:ahLst/>
          <a:cxnLst/>
          <a:rect l="0" t="0" r="0" b="0"/>
          <a:pathLst>
            <a:path>
              <a:moveTo>
                <a:pt x="0" y="9570"/>
              </a:moveTo>
              <a:lnTo>
                <a:pt x="778875" y="9570"/>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622300">
            <a:lnSpc>
              <a:spcPct val="90000"/>
            </a:lnSpc>
            <a:spcBef>
              <a:spcPct val="0"/>
            </a:spcBef>
            <a:spcAft>
              <a:spcPct val="35000"/>
            </a:spcAft>
            <a:buNone/>
          </a:pPr>
          <a:endParaRPr lang="en-GB" sz="1400" b="1" kern="1200"/>
        </a:p>
      </dsp:txBody>
      <dsp:txXfrm>
        <a:off x="5388882" y="1735230"/>
        <a:ext cx="38943" cy="38943"/>
      </dsp:txXfrm>
    </dsp:sp>
    <dsp:sp modelId="{54061174-5DE8-4BD1-8704-E00008438472}">
      <dsp:nvSpPr>
        <dsp:cNvPr id="0" name=""/>
        <dsp:cNvSpPr/>
      </dsp:nvSpPr>
      <dsp:spPr>
        <a:xfrm>
          <a:off x="5380348" y="312176"/>
          <a:ext cx="1246493" cy="1246493"/>
        </a:xfrm>
        <a:prstGeom prst="ellipse">
          <a:avLst/>
        </a:prstGeom>
        <a:solidFill>
          <a:schemeClr val="accent3">
            <a:hueOff val="0"/>
            <a:satOff val="0"/>
            <a:lumOff val="0"/>
            <a:alphaOff val="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GB" sz="1400" b="1" kern="1200" dirty="0">
              <a:solidFill>
                <a:schemeClr val="tx1"/>
              </a:solidFill>
            </a:rPr>
            <a:t>Honesty</a:t>
          </a:r>
        </a:p>
      </dsp:txBody>
      <dsp:txXfrm>
        <a:off x="5562893" y="494721"/>
        <a:ext cx="881403" cy="881403"/>
      </dsp:txXfrm>
    </dsp:sp>
    <dsp:sp modelId="{292BC453-F564-49E9-85BB-442602A6D03F}">
      <dsp:nvSpPr>
        <dsp:cNvPr id="0" name=""/>
        <dsp:cNvSpPr/>
      </dsp:nvSpPr>
      <dsp:spPr>
        <a:xfrm rot="20520000">
          <a:off x="5424239" y="2303011"/>
          <a:ext cx="778875" cy="19141"/>
        </a:xfrm>
        <a:custGeom>
          <a:avLst/>
          <a:gdLst/>
          <a:ahLst/>
          <a:cxnLst/>
          <a:rect l="0" t="0" r="0" b="0"/>
          <a:pathLst>
            <a:path>
              <a:moveTo>
                <a:pt x="0" y="9570"/>
              </a:moveTo>
              <a:lnTo>
                <a:pt x="778875" y="9570"/>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622300">
            <a:lnSpc>
              <a:spcPct val="90000"/>
            </a:lnSpc>
            <a:spcBef>
              <a:spcPct val="0"/>
            </a:spcBef>
            <a:spcAft>
              <a:spcPct val="35000"/>
            </a:spcAft>
            <a:buNone/>
          </a:pPr>
          <a:endParaRPr lang="en-GB" sz="1400" b="1" kern="1200"/>
        </a:p>
      </dsp:txBody>
      <dsp:txXfrm>
        <a:off x="5794205" y="2293109"/>
        <a:ext cx="38943" cy="38943"/>
      </dsp:txXfrm>
    </dsp:sp>
    <dsp:sp modelId="{A11B108C-2686-44F8-B625-15F7C7A48B66}">
      <dsp:nvSpPr>
        <dsp:cNvPr id="0" name=""/>
        <dsp:cNvSpPr/>
      </dsp:nvSpPr>
      <dsp:spPr>
        <a:xfrm>
          <a:off x="6153550" y="1376398"/>
          <a:ext cx="1246493" cy="1246493"/>
        </a:xfrm>
        <a:prstGeom prst="ellipse">
          <a:avLst/>
        </a:prstGeom>
        <a:solidFill>
          <a:schemeClr val="accent4">
            <a:hueOff val="0"/>
            <a:satOff val="0"/>
            <a:lumOff val="0"/>
            <a:alphaOff val="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GB" sz="1400" b="1" kern="1200" dirty="0">
              <a:solidFill>
                <a:schemeClr val="tx1"/>
              </a:solidFill>
            </a:rPr>
            <a:t>Reliability</a:t>
          </a:r>
        </a:p>
      </dsp:txBody>
      <dsp:txXfrm>
        <a:off x="6336095" y="1558943"/>
        <a:ext cx="881403" cy="881403"/>
      </dsp:txXfrm>
    </dsp:sp>
    <dsp:sp modelId="{DB921123-ECD4-47C0-BBF9-BF4A8733AA90}">
      <dsp:nvSpPr>
        <dsp:cNvPr id="0" name=""/>
        <dsp:cNvSpPr/>
      </dsp:nvSpPr>
      <dsp:spPr>
        <a:xfrm rot="1080000">
          <a:off x="5424239" y="2992587"/>
          <a:ext cx="778875" cy="19141"/>
        </a:xfrm>
        <a:custGeom>
          <a:avLst/>
          <a:gdLst/>
          <a:ahLst/>
          <a:cxnLst/>
          <a:rect l="0" t="0" r="0" b="0"/>
          <a:pathLst>
            <a:path>
              <a:moveTo>
                <a:pt x="0" y="9570"/>
              </a:moveTo>
              <a:lnTo>
                <a:pt x="778875" y="9570"/>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622300">
            <a:lnSpc>
              <a:spcPct val="90000"/>
            </a:lnSpc>
            <a:spcBef>
              <a:spcPct val="0"/>
            </a:spcBef>
            <a:spcAft>
              <a:spcPct val="35000"/>
            </a:spcAft>
            <a:buNone/>
          </a:pPr>
          <a:endParaRPr lang="en-GB" sz="1400" b="1" kern="1200"/>
        </a:p>
      </dsp:txBody>
      <dsp:txXfrm>
        <a:off x="5794205" y="2982686"/>
        <a:ext cx="38943" cy="38943"/>
      </dsp:txXfrm>
    </dsp:sp>
    <dsp:sp modelId="{7B8D4627-62CD-464A-A2E7-154483A3AD5B}">
      <dsp:nvSpPr>
        <dsp:cNvPr id="0" name=""/>
        <dsp:cNvSpPr/>
      </dsp:nvSpPr>
      <dsp:spPr>
        <a:xfrm>
          <a:off x="6153550" y="2691848"/>
          <a:ext cx="1246493" cy="1246493"/>
        </a:xfrm>
        <a:prstGeom prst="ellipse">
          <a:avLst/>
        </a:prstGeom>
        <a:solidFill>
          <a:schemeClr val="accent5">
            <a:hueOff val="0"/>
            <a:satOff val="0"/>
            <a:lumOff val="0"/>
            <a:alphaOff val="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GB" sz="1400" b="1" kern="1200" dirty="0">
              <a:solidFill>
                <a:schemeClr val="tx1"/>
              </a:solidFill>
            </a:rPr>
            <a:t>Reproduci-bility</a:t>
          </a:r>
        </a:p>
      </dsp:txBody>
      <dsp:txXfrm>
        <a:off x="6336095" y="2874393"/>
        <a:ext cx="881403" cy="881403"/>
      </dsp:txXfrm>
    </dsp:sp>
    <dsp:sp modelId="{754DA195-457B-4E96-B01F-30A5B1A40D10}">
      <dsp:nvSpPr>
        <dsp:cNvPr id="0" name=""/>
        <dsp:cNvSpPr/>
      </dsp:nvSpPr>
      <dsp:spPr>
        <a:xfrm rot="3240000">
          <a:off x="5018916" y="3550466"/>
          <a:ext cx="778875" cy="19141"/>
        </a:xfrm>
        <a:custGeom>
          <a:avLst/>
          <a:gdLst/>
          <a:ahLst/>
          <a:cxnLst/>
          <a:rect l="0" t="0" r="0" b="0"/>
          <a:pathLst>
            <a:path>
              <a:moveTo>
                <a:pt x="0" y="9570"/>
              </a:moveTo>
              <a:lnTo>
                <a:pt x="778875" y="9570"/>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622300">
            <a:lnSpc>
              <a:spcPct val="90000"/>
            </a:lnSpc>
            <a:spcBef>
              <a:spcPct val="0"/>
            </a:spcBef>
            <a:spcAft>
              <a:spcPct val="35000"/>
            </a:spcAft>
            <a:buNone/>
          </a:pPr>
          <a:endParaRPr lang="en-GB" sz="1400" b="1" kern="1200"/>
        </a:p>
      </dsp:txBody>
      <dsp:txXfrm>
        <a:off x="5388882" y="3540565"/>
        <a:ext cx="38943" cy="38943"/>
      </dsp:txXfrm>
    </dsp:sp>
    <dsp:sp modelId="{D4B6ECCF-325F-439F-B971-7F5EC5BFAB00}">
      <dsp:nvSpPr>
        <dsp:cNvPr id="0" name=""/>
        <dsp:cNvSpPr/>
      </dsp:nvSpPr>
      <dsp:spPr>
        <a:xfrm>
          <a:off x="5380348" y="3756069"/>
          <a:ext cx="1246493" cy="1246493"/>
        </a:xfrm>
        <a:prstGeom prst="ellipse">
          <a:avLst/>
        </a:prstGeom>
        <a:solidFill>
          <a:schemeClr val="accent6">
            <a:hueOff val="0"/>
            <a:satOff val="0"/>
            <a:lumOff val="0"/>
            <a:alphaOff val="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GB" sz="1400" b="1" kern="1200" dirty="0">
              <a:solidFill>
                <a:schemeClr val="tx1"/>
              </a:solidFill>
            </a:rPr>
            <a:t>Validity</a:t>
          </a:r>
        </a:p>
      </dsp:txBody>
      <dsp:txXfrm>
        <a:off x="5562893" y="3938614"/>
        <a:ext cx="881403" cy="881403"/>
      </dsp:txXfrm>
    </dsp:sp>
    <dsp:sp modelId="{E0DC4CB1-0E01-4284-B5DF-87675E0BCD1F}">
      <dsp:nvSpPr>
        <dsp:cNvPr id="0" name=""/>
        <dsp:cNvSpPr/>
      </dsp:nvSpPr>
      <dsp:spPr>
        <a:xfrm rot="5400000">
          <a:off x="4363090" y="3763557"/>
          <a:ext cx="778875" cy="19141"/>
        </a:xfrm>
        <a:custGeom>
          <a:avLst/>
          <a:gdLst/>
          <a:ahLst/>
          <a:cxnLst/>
          <a:rect l="0" t="0" r="0" b="0"/>
          <a:pathLst>
            <a:path>
              <a:moveTo>
                <a:pt x="0" y="9570"/>
              </a:moveTo>
              <a:lnTo>
                <a:pt x="778875" y="9570"/>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622300">
            <a:lnSpc>
              <a:spcPct val="90000"/>
            </a:lnSpc>
            <a:spcBef>
              <a:spcPct val="0"/>
            </a:spcBef>
            <a:spcAft>
              <a:spcPct val="35000"/>
            </a:spcAft>
            <a:buNone/>
          </a:pPr>
          <a:endParaRPr lang="en-GB" sz="1400" b="1" kern="1200"/>
        </a:p>
      </dsp:txBody>
      <dsp:txXfrm>
        <a:off x="4733056" y="3753656"/>
        <a:ext cx="38943" cy="38943"/>
      </dsp:txXfrm>
    </dsp:sp>
    <dsp:sp modelId="{567B0538-5751-471D-9C51-3A2F20C7B277}">
      <dsp:nvSpPr>
        <dsp:cNvPr id="0" name=""/>
        <dsp:cNvSpPr/>
      </dsp:nvSpPr>
      <dsp:spPr>
        <a:xfrm>
          <a:off x="4129281" y="4162565"/>
          <a:ext cx="1246493" cy="1246493"/>
        </a:xfrm>
        <a:prstGeom prst="ellipse">
          <a:avLst/>
        </a:prstGeom>
        <a:solidFill>
          <a:schemeClr val="accent2">
            <a:hueOff val="0"/>
            <a:satOff val="0"/>
            <a:lumOff val="0"/>
            <a:alphaOff val="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GB" sz="1400" b="1" kern="1200" dirty="0">
              <a:solidFill>
                <a:schemeClr val="tx1"/>
              </a:solidFill>
            </a:rPr>
            <a:t>Comprehen-sibility</a:t>
          </a:r>
        </a:p>
      </dsp:txBody>
      <dsp:txXfrm>
        <a:off x="4311826" y="4345110"/>
        <a:ext cx="881403" cy="881403"/>
      </dsp:txXfrm>
    </dsp:sp>
    <dsp:sp modelId="{7EFDED20-D12C-4C0A-9AB0-5F72DF85DDDC}">
      <dsp:nvSpPr>
        <dsp:cNvPr id="0" name=""/>
        <dsp:cNvSpPr/>
      </dsp:nvSpPr>
      <dsp:spPr>
        <a:xfrm rot="7560000">
          <a:off x="3707263" y="3550466"/>
          <a:ext cx="778875" cy="19141"/>
        </a:xfrm>
        <a:custGeom>
          <a:avLst/>
          <a:gdLst/>
          <a:ahLst/>
          <a:cxnLst/>
          <a:rect l="0" t="0" r="0" b="0"/>
          <a:pathLst>
            <a:path>
              <a:moveTo>
                <a:pt x="0" y="9570"/>
              </a:moveTo>
              <a:lnTo>
                <a:pt x="778875" y="9570"/>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622300">
            <a:lnSpc>
              <a:spcPct val="90000"/>
            </a:lnSpc>
            <a:spcBef>
              <a:spcPct val="0"/>
            </a:spcBef>
            <a:spcAft>
              <a:spcPct val="35000"/>
            </a:spcAft>
            <a:buNone/>
          </a:pPr>
          <a:endParaRPr lang="en-GB" sz="1400" b="1" kern="1200"/>
        </a:p>
      </dsp:txBody>
      <dsp:txXfrm rot="10800000">
        <a:off x="4077229" y="3540565"/>
        <a:ext cx="38943" cy="38943"/>
      </dsp:txXfrm>
    </dsp:sp>
    <dsp:sp modelId="{894E25EF-0C06-4F48-9969-32D5D9DAFC29}">
      <dsp:nvSpPr>
        <dsp:cNvPr id="0" name=""/>
        <dsp:cNvSpPr/>
      </dsp:nvSpPr>
      <dsp:spPr>
        <a:xfrm>
          <a:off x="2878213" y="3756069"/>
          <a:ext cx="1246493" cy="1246493"/>
        </a:xfrm>
        <a:prstGeom prst="ellipse">
          <a:avLst/>
        </a:prstGeom>
        <a:solidFill>
          <a:schemeClr val="accent3">
            <a:hueOff val="0"/>
            <a:satOff val="0"/>
            <a:lumOff val="0"/>
            <a:alphaOff val="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GB" sz="1400" b="1" kern="1200" dirty="0">
              <a:solidFill>
                <a:schemeClr val="tx1"/>
              </a:solidFill>
            </a:rPr>
            <a:t>Verifiability</a:t>
          </a:r>
        </a:p>
      </dsp:txBody>
      <dsp:txXfrm>
        <a:off x="3060758" y="3938614"/>
        <a:ext cx="881403" cy="881403"/>
      </dsp:txXfrm>
    </dsp:sp>
    <dsp:sp modelId="{35AE8791-9B38-41EB-9B2D-A2EE36C94AB8}">
      <dsp:nvSpPr>
        <dsp:cNvPr id="0" name=""/>
        <dsp:cNvSpPr/>
      </dsp:nvSpPr>
      <dsp:spPr>
        <a:xfrm rot="9720000">
          <a:off x="3301941" y="2992587"/>
          <a:ext cx="778875" cy="19141"/>
        </a:xfrm>
        <a:custGeom>
          <a:avLst/>
          <a:gdLst/>
          <a:ahLst/>
          <a:cxnLst/>
          <a:rect l="0" t="0" r="0" b="0"/>
          <a:pathLst>
            <a:path>
              <a:moveTo>
                <a:pt x="0" y="9570"/>
              </a:moveTo>
              <a:lnTo>
                <a:pt x="778875" y="9570"/>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622300">
            <a:lnSpc>
              <a:spcPct val="90000"/>
            </a:lnSpc>
            <a:spcBef>
              <a:spcPct val="0"/>
            </a:spcBef>
            <a:spcAft>
              <a:spcPct val="35000"/>
            </a:spcAft>
            <a:buNone/>
          </a:pPr>
          <a:endParaRPr lang="en-GB" sz="1400" b="1" kern="1200"/>
        </a:p>
      </dsp:txBody>
      <dsp:txXfrm rot="10800000">
        <a:off x="3671907" y="2982686"/>
        <a:ext cx="38943" cy="38943"/>
      </dsp:txXfrm>
    </dsp:sp>
    <dsp:sp modelId="{A4442A3B-4C35-4367-8286-2E9C7FC9880C}">
      <dsp:nvSpPr>
        <dsp:cNvPr id="0" name=""/>
        <dsp:cNvSpPr/>
      </dsp:nvSpPr>
      <dsp:spPr>
        <a:xfrm>
          <a:off x="2105011" y="2691848"/>
          <a:ext cx="1246493" cy="1246493"/>
        </a:xfrm>
        <a:prstGeom prst="ellipse">
          <a:avLst/>
        </a:prstGeom>
        <a:solidFill>
          <a:schemeClr val="accent4">
            <a:hueOff val="0"/>
            <a:satOff val="0"/>
            <a:lumOff val="0"/>
            <a:alphaOff val="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GB" sz="1400" b="1" kern="1200" dirty="0">
              <a:solidFill>
                <a:schemeClr val="tx1"/>
              </a:solidFill>
            </a:rPr>
            <a:t>Relevance</a:t>
          </a:r>
        </a:p>
      </dsp:txBody>
      <dsp:txXfrm>
        <a:off x="2287556" y="2874393"/>
        <a:ext cx="881403" cy="881403"/>
      </dsp:txXfrm>
    </dsp:sp>
    <dsp:sp modelId="{C7D6D5FB-E30A-423C-87A4-9374854F4879}">
      <dsp:nvSpPr>
        <dsp:cNvPr id="0" name=""/>
        <dsp:cNvSpPr/>
      </dsp:nvSpPr>
      <dsp:spPr>
        <a:xfrm rot="11880000">
          <a:off x="3301941" y="2303011"/>
          <a:ext cx="778875" cy="19141"/>
        </a:xfrm>
        <a:custGeom>
          <a:avLst/>
          <a:gdLst/>
          <a:ahLst/>
          <a:cxnLst/>
          <a:rect l="0" t="0" r="0" b="0"/>
          <a:pathLst>
            <a:path>
              <a:moveTo>
                <a:pt x="0" y="9570"/>
              </a:moveTo>
              <a:lnTo>
                <a:pt x="778875" y="9570"/>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622300">
            <a:lnSpc>
              <a:spcPct val="90000"/>
            </a:lnSpc>
            <a:spcBef>
              <a:spcPct val="0"/>
            </a:spcBef>
            <a:spcAft>
              <a:spcPct val="35000"/>
            </a:spcAft>
            <a:buNone/>
          </a:pPr>
          <a:endParaRPr lang="en-GB" sz="1400" b="1" kern="1200"/>
        </a:p>
      </dsp:txBody>
      <dsp:txXfrm rot="10800000">
        <a:off x="3671907" y="2293109"/>
        <a:ext cx="38943" cy="38943"/>
      </dsp:txXfrm>
    </dsp:sp>
    <dsp:sp modelId="{C4B5C1A0-0A2C-4F9A-9F90-0B8BECFBC13B}">
      <dsp:nvSpPr>
        <dsp:cNvPr id="0" name=""/>
        <dsp:cNvSpPr/>
      </dsp:nvSpPr>
      <dsp:spPr>
        <a:xfrm>
          <a:off x="2105011" y="1376398"/>
          <a:ext cx="1246493" cy="1246493"/>
        </a:xfrm>
        <a:prstGeom prst="ellipse">
          <a:avLst/>
        </a:prstGeom>
        <a:solidFill>
          <a:schemeClr val="accent5">
            <a:hueOff val="0"/>
            <a:satOff val="0"/>
            <a:lumOff val="0"/>
            <a:alphaOff val="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GB" sz="1400" b="1" kern="1200" dirty="0">
              <a:solidFill>
                <a:schemeClr val="tx1"/>
              </a:solidFill>
            </a:rPr>
            <a:t>Logical Argumen-tation</a:t>
          </a:r>
        </a:p>
      </dsp:txBody>
      <dsp:txXfrm>
        <a:off x="2287556" y="1558943"/>
        <a:ext cx="881403" cy="881403"/>
      </dsp:txXfrm>
    </dsp:sp>
    <dsp:sp modelId="{330E906F-D2AE-46D2-9958-9F5AD993BEEA}">
      <dsp:nvSpPr>
        <dsp:cNvPr id="0" name=""/>
        <dsp:cNvSpPr/>
      </dsp:nvSpPr>
      <dsp:spPr>
        <a:xfrm rot="14040000">
          <a:off x="3707263" y="1745132"/>
          <a:ext cx="778875" cy="19141"/>
        </a:xfrm>
        <a:custGeom>
          <a:avLst/>
          <a:gdLst/>
          <a:ahLst/>
          <a:cxnLst/>
          <a:rect l="0" t="0" r="0" b="0"/>
          <a:pathLst>
            <a:path>
              <a:moveTo>
                <a:pt x="0" y="9570"/>
              </a:moveTo>
              <a:lnTo>
                <a:pt x="778875" y="9570"/>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622300">
            <a:lnSpc>
              <a:spcPct val="90000"/>
            </a:lnSpc>
            <a:spcBef>
              <a:spcPct val="0"/>
            </a:spcBef>
            <a:spcAft>
              <a:spcPct val="35000"/>
            </a:spcAft>
            <a:buNone/>
          </a:pPr>
          <a:endParaRPr lang="en-GB" sz="1400" b="1" kern="1200"/>
        </a:p>
      </dsp:txBody>
      <dsp:txXfrm rot="10800000">
        <a:off x="4077229" y="1735230"/>
        <a:ext cx="38943" cy="38943"/>
      </dsp:txXfrm>
    </dsp:sp>
    <dsp:sp modelId="{3E1332D3-958C-46F8-BFCE-4E05BFF419EF}">
      <dsp:nvSpPr>
        <dsp:cNvPr id="0" name=""/>
        <dsp:cNvSpPr/>
      </dsp:nvSpPr>
      <dsp:spPr>
        <a:xfrm>
          <a:off x="2878213" y="312176"/>
          <a:ext cx="1246493" cy="1246493"/>
        </a:xfrm>
        <a:prstGeom prst="ellipse">
          <a:avLst/>
        </a:prstGeom>
        <a:solidFill>
          <a:schemeClr val="accent6">
            <a:hueOff val="0"/>
            <a:satOff val="0"/>
            <a:lumOff val="0"/>
            <a:alphaOff val="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GB" sz="1400" b="1" kern="1200" dirty="0">
              <a:solidFill>
                <a:schemeClr val="tx1"/>
              </a:solidFill>
            </a:rPr>
            <a:t>Originality</a:t>
          </a:r>
        </a:p>
      </dsp:txBody>
      <dsp:txXfrm>
        <a:off x="3060758" y="494721"/>
        <a:ext cx="881403" cy="881403"/>
      </dsp:txXfrm>
    </dsp:sp>
  </dsp:spTree>
</dsp:drawing>
</file>

<file path=ppt/diagrams/layout1.xml><?xml version="1.0" encoding="utf-8"?>
<dgm:layoutDef xmlns:dgm="http://schemas.openxmlformats.org/drawingml/2006/diagram" xmlns:a="http://schemas.openxmlformats.org/drawingml/2006/main" uniqueId="urn:microsoft.com/office/officeart/2005/8/layout/radial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E15F8177-9F15-A215-F3C4-749F9F8A0EDF}"/>
              </a:ext>
            </a:extLst>
          </p:cNvPr>
          <p:cNvSpPr>
            <a:spLocks noGrp="1"/>
          </p:cNvSpPr>
          <p:nvPr>
            <p:ph type="hdr" sz="quarter"/>
          </p:nvPr>
        </p:nvSpPr>
        <p:spPr>
          <a:xfrm>
            <a:off x="477000" y="324000"/>
            <a:ext cx="2952000" cy="216000"/>
          </a:xfrm>
          <a:prstGeom prst="rect">
            <a:avLst/>
          </a:prstGeom>
        </p:spPr>
        <p:txBody>
          <a:bodyPr vert="horz" lIns="0" tIns="0" rIns="0" bIns="0" rtlCol="0"/>
          <a:lstStyle>
            <a:lvl1pPr algn="l">
              <a:defRPr sz="1200"/>
            </a:lvl1pPr>
          </a:lstStyle>
          <a:p>
            <a:endParaRPr lang="de-DE" dirty="0"/>
          </a:p>
        </p:txBody>
      </p:sp>
      <p:sp>
        <p:nvSpPr>
          <p:cNvPr id="4" name="Fußzeilenplatzhalter 3">
            <a:extLst>
              <a:ext uri="{FF2B5EF4-FFF2-40B4-BE49-F238E27FC236}">
                <a16:creationId xmlns:a16="http://schemas.microsoft.com/office/drawing/2014/main" id="{A63E3666-93B0-A358-FB9D-381E2C03CCBC}"/>
              </a:ext>
            </a:extLst>
          </p:cNvPr>
          <p:cNvSpPr>
            <a:spLocks noGrp="1"/>
          </p:cNvSpPr>
          <p:nvPr>
            <p:ph type="ftr" sz="quarter" idx="2"/>
          </p:nvPr>
        </p:nvSpPr>
        <p:spPr>
          <a:xfrm>
            <a:off x="479423" y="8676000"/>
            <a:ext cx="5112000" cy="144000"/>
          </a:xfrm>
          <a:prstGeom prst="rect">
            <a:avLst/>
          </a:prstGeom>
        </p:spPr>
        <p:txBody>
          <a:bodyPr vert="horz" lIns="0" tIns="0" rIns="0" bIns="0" rtlCol="0" anchor="ctr" anchorCtr="0"/>
          <a:lstStyle>
            <a:lvl1pPr algn="l">
              <a:defRPr sz="1200"/>
            </a:lvl1pPr>
          </a:lstStyle>
          <a:p>
            <a:endParaRPr lang="de-DE" sz="800" dirty="0"/>
          </a:p>
        </p:txBody>
      </p:sp>
      <p:sp>
        <p:nvSpPr>
          <p:cNvPr id="5" name="Foliennummernplatzhalter 4">
            <a:extLst>
              <a:ext uri="{FF2B5EF4-FFF2-40B4-BE49-F238E27FC236}">
                <a16:creationId xmlns:a16="http://schemas.microsoft.com/office/drawing/2014/main" id="{151CD7CC-0A62-7BB1-722B-C6E491D37056}"/>
              </a:ext>
            </a:extLst>
          </p:cNvPr>
          <p:cNvSpPr>
            <a:spLocks noGrp="1"/>
          </p:cNvSpPr>
          <p:nvPr>
            <p:ph type="sldNum" sz="quarter" idx="3"/>
          </p:nvPr>
        </p:nvSpPr>
        <p:spPr>
          <a:xfrm>
            <a:off x="5661000" y="8676000"/>
            <a:ext cx="720000" cy="144000"/>
          </a:xfrm>
          <a:prstGeom prst="rect">
            <a:avLst/>
          </a:prstGeom>
        </p:spPr>
        <p:txBody>
          <a:bodyPr vert="horz" lIns="0" tIns="0" rIns="0" bIns="0" rtlCol="0" anchor="ctr" anchorCtr="0"/>
          <a:lstStyle>
            <a:lvl1pPr algn="r">
              <a:defRPr sz="1200"/>
            </a:lvl1pPr>
          </a:lstStyle>
          <a:p>
            <a:fld id="{27294502-B475-4000-8BE3-099734D1677B}" type="slidenum">
              <a:rPr lang="de-DE" sz="800" smtClean="0"/>
              <a:t>‹Nr.›</a:t>
            </a:fld>
            <a:endParaRPr lang="de-DE" sz="800" dirty="0"/>
          </a:p>
        </p:txBody>
      </p:sp>
    </p:spTree>
    <p:extLst>
      <p:ext uri="{BB962C8B-B14F-4D97-AF65-F5344CB8AC3E}">
        <p14:creationId xmlns:p14="http://schemas.microsoft.com/office/powerpoint/2010/main" val="822996847"/>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302" userDrawn="1">
          <p15:clr>
            <a:srgbClr val="F26B43"/>
          </p15:clr>
        </p15:guide>
        <p15:guide id="3" pos="4021"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477000" y="324000"/>
            <a:ext cx="2952000" cy="216000"/>
          </a:xfrm>
          <a:prstGeom prst="rect">
            <a:avLst/>
          </a:prstGeom>
        </p:spPr>
        <p:txBody>
          <a:bodyPr vert="horz" lIns="0" tIns="0" rIns="0" bIns="0" rtlCol="0" anchor="ctr" anchorCtr="0"/>
          <a:lstStyle>
            <a:lvl1pPr algn="l">
              <a:defRPr sz="1200"/>
            </a:lvl1pPr>
          </a:lstStyle>
          <a:p>
            <a:endParaRPr lang="de-DE" dirty="0"/>
          </a:p>
        </p:txBody>
      </p:sp>
      <p:sp>
        <p:nvSpPr>
          <p:cNvPr id="4" name="Folienbildplatzhalter 3"/>
          <p:cNvSpPr>
            <a:spLocks noGrp="1" noRot="1" noChangeAspect="1"/>
          </p:cNvSpPr>
          <p:nvPr>
            <p:ph type="sldImg" idx="2"/>
          </p:nvPr>
        </p:nvSpPr>
        <p:spPr>
          <a:xfrm>
            <a:off x="479425" y="828000"/>
            <a:ext cx="5903913" cy="3320951"/>
          </a:xfrm>
          <a:prstGeom prst="rect">
            <a:avLst/>
          </a:prstGeom>
          <a:noFill/>
          <a:ln w="6350">
            <a:solidFill>
              <a:schemeClr val="bg2"/>
            </a:solidFill>
          </a:ln>
        </p:spPr>
        <p:txBody>
          <a:bodyPr vert="horz" lIns="91440" tIns="45720" rIns="91440" bIns="45720" rtlCol="0" anchor="ctr"/>
          <a:lstStyle/>
          <a:p>
            <a:endParaRPr lang="de-DE" dirty="0"/>
          </a:p>
        </p:txBody>
      </p:sp>
      <p:sp>
        <p:nvSpPr>
          <p:cNvPr id="5" name="Notizenplatzhalter 4"/>
          <p:cNvSpPr>
            <a:spLocks noGrp="1"/>
          </p:cNvSpPr>
          <p:nvPr>
            <p:ph type="body" sz="quarter" idx="3"/>
          </p:nvPr>
        </p:nvSpPr>
        <p:spPr>
          <a:xfrm>
            <a:off x="479425" y="4428000"/>
            <a:ext cx="5903913" cy="4032000"/>
          </a:xfrm>
          <a:prstGeom prst="rect">
            <a:avLst/>
          </a:prstGeom>
        </p:spPr>
        <p:txBody>
          <a:bodyPr vert="horz" lIns="0" tIns="0" rIns="0" bIns="0" rtlCol="0"/>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Siebte Ebene</a:t>
            </a:r>
          </a:p>
          <a:p>
            <a:pPr lvl="7"/>
            <a:r>
              <a:rPr lang="de-DE" dirty="0"/>
              <a:t>Achte Ebene</a:t>
            </a:r>
          </a:p>
          <a:p>
            <a:pPr lvl="8"/>
            <a:r>
              <a:rPr lang="de-DE" dirty="0"/>
              <a:t>Neunte Ebene</a:t>
            </a:r>
          </a:p>
        </p:txBody>
      </p:sp>
      <p:sp>
        <p:nvSpPr>
          <p:cNvPr id="6" name="Fußzeilenplatzhalter 5"/>
          <p:cNvSpPr>
            <a:spLocks noGrp="1"/>
          </p:cNvSpPr>
          <p:nvPr>
            <p:ph type="ftr" sz="quarter" idx="4"/>
          </p:nvPr>
        </p:nvSpPr>
        <p:spPr>
          <a:xfrm>
            <a:off x="477000" y="8685213"/>
            <a:ext cx="5112000" cy="144000"/>
          </a:xfrm>
          <a:prstGeom prst="rect">
            <a:avLst/>
          </a:prstGeom>
        </p:spPr>
        <p:txBody>
          <a:bodyPr vert="horz" lIns="0" tIns="0" rIns="0" bIns="0" rtlCol="0" anchor="ctr" anchorCtr="0"/>
          <a:lstStyle>
            <a:lvl1pPr algn="l">
              <a:defRPr sz="800"/>
            </a:lvl1pPr>
          </a:lstStyle>
          <a:p>
            <a:endParaRPr lang="de-DE" dirty="0"/>
          </a:p>
        </p:txBody>
      </p:sp>
      <p:sp>
        <p:nvSpPr>
          <p:cNvPr id="7" name="Foliennummernplatzhalter 6"/>
          <p:cNvSpPr>
            <a:spLocks noGrp="1"/>
          </p:cNvSpPr>
          <p:nvPr>
            <p:ph type="sldNum" sz="quarter" idx="5"/>
          </p:nvPr>
        </p:nvSpPr>
        <p:spPr>
          <a:xfrm>
            <a:off x="5661000" y="8685213"/>
            <a:ext cx="720000" cy="144000"/>
          </a:xfrm>
          <a:prstGeom prst="rect">
            <a:avLst/>
          </a:prstGeom>
        </p:spPr>
        <p:txBody>
          <a:bodyPr vert="horz" lIns="0" tIns="0" rIns="0" bIns="0" rtlCol="0" anchor="ctr" anchorCtr="0"/>
          <a:lstStyle>
            <a:lvl1pPr algn="r">
              <a:defRPr sz="800"/>
            </a:lvl1pPr>
          </a:lstStyle>
          <a:p>
            <a:fld id="{160CD836-151D-406C-BB8C-1AD153EDB684}" type="slidenum">
              <a:rPr lang="de-DE" smtClean="0"/>
              <a:pPr/>
              <a:t>‹Nr.›</a:t>
            </a:fld>
            <a:endParaRPr lang="de-DE" dirty="0"/>
          </a:p>
        </p:txBody>
      </p:sp>
    </p:spTree>
    <p:extLst>
      <p:ext uri="{BB962C8B-B14F-4D97-AF65-F5344CB8AC3E}">
        <p14:creationId xmlns:p14="http://schemas.microsoft.com/office/powerpoint/2010/main" val="2189108648"/>
      </p:ext>
    </p:extLst>
  </p:cSld>
  <p:clrMap bg1="lt1" tx1="dk1" bg2="lt2" tx2="dk2" accent1="accent1" accent2="accent2" accent3="accent3" accent4="accent4" accent5="accent5" accent6="accent6" hlink="hlink" folHlink="folHlink"/>
  <p:notesStyle>
    <a:lvl1pPr marL="0" algn="l" defTabSz="914400" rtl="0" eaLnBrk="1" latinLnBrk="0" hangingPunct="1">
      <a:lnSpc>
        <a:spcPct val="120000"/>
      </a:lnSpc>
      <a:spcBef>
        <a:spcPts val="600"/>
      </a:spcBef>
      <a:spcAft>
        <a:spcPts val="300"/>
      </a:spcAft>
      <a:defRPr sz="1200" kern="1200">
        <a:solidFill>
          <a:schemeClr val="tx1"/>
        </a:solidFill>
        <a:latin typeface="+mn-lt"/>
        <a:ea typeface="+mn-ea"/>
        <a:cs typeface="+mn-cs"/>
      </a:defRPr>
    </a:lvl1pPr>
    <a:lvl2pPr marL="0" indent="0" algn="l" defTabSz="914400" rtl="0" eaLnBrk="1" latinLnBrk="0" hangingPunct="1">
      <a:lnSpc>
        <a:spcPct val="120000"/>
      </a:lnSpc>
      <a:spcBef>
        <a:spcPts val="1200"/>
      </a:spcBef>
      <a:defRPr sz="1400" b="1" kern="1200">
        <a:solidFill>
          <a:schemeClr val="tx1"/>
        </a:solidFill>
        <a:latin typeface="+mj-lt"/>
        <a:ea typeface="+mn-ea"/>
        <a:cs typeface="+mn-cs"/>
      </a:defRPr>
    </a:lvl2pPr>
    <a:lvl3pPr marL="144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3pPr>
    <a:lvl4pPr marL="288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4pPr>
    <a:lvl5pPr marL="288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5pPr>
    <a:lvl6pPr marL="288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6pPr>
    <a:lvl7pPr marL="288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7pPr>
    <a:lvl8pPr marL="288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8pPr>
    <a:lvl9pPr marL="288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9pPr>
  </p:notesStyle>
  <p:extLst>
    <p:ext uri="{620B2872-D7B9-4A21-9093-7833F8D536E1}">
      <p15:sldGuideLst xmlns:p15="http://schemas.microsoft.com/office/powerpoint/2012/main">
        <p15:guide id="2" pos="302" userDrawn="1">
          <p15:clr>
            <a:srgbClr val="F26B43"/>
          </p15:clr>
        </p15:guide>
        <p15:guide id="3" pos="4021"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9425" y="828675"/>
            <a:ext cx="5903913" cy="3321050"/>
          </a:xfrm>
        </p:spPr>
        <p:txBody>
          <a:bodyPr/>
          <a:lstStyle/>
          <a:p>
            <a:endParaRPr lang="en-GB" dirty="0"/>
          </a:p>
        </p:txBody>
      </p:sp>
      <p:sp>
        <p:nvSpPr>
          <p:cNvPr id="3" name="Notizenplatzhalter 2"/>
          <p:cNvSpPr>
            <a:spLocks noGrp="1"/>
          </p:cNvSpPr>
          <p:nvPr>
            <p:ph type="body" idx="1"/>
          </p:nvPr>
        </p:nvSpPr>
        <p:spPr/>
        <p:txBody>
          <a:bodyPr/>
          <a:lstStyle/>
          <a:p>
            <a:endParaRPr lang="en-GB" dirty="0"/>
          </a:p>
        </p:txBody>
      </p:sp>
      <p:sp>
        <p:nvSpPr>
          <p:cNvPr id="4" name="Foliennummernplatzhalter 3"/>
          <p:cNvSpPr>
            <a:spLocks noGrp="1"/>
          </p:cNvSpPr>
          <p:nvPr>
            <p:ph type="sldNum" sz="quarter" idx="5"/>
          </p:nvPr>
        </p:nvSpPr>
        <p:spPr/>
        <p:txBody>
          <a:bodyPr/>
          <a:lstStyle/>
          <a:p>
            <a:fld id="{160CD836-151D-406C-BB8C-1AD153EDB684}" type="slidenum">
              <a:rPr lang="de-DE" smtClean="0"/>
              <a:pPr/>
              <a:t>1</a:t>
            </a:fld>
            <a:endParaRPr lang="de-DE" dirty="0"/>
          </a:p>
        </p:txBody>
      </p:sp>
    </p:spTree>
    <p:extLst>
      <p:ext uri="{BB962C8B-B14F-4D97-AF65-F5344CB8AC3E}">
        <p14:creationId xmlns:p14="http://schemas.microsoft.com/office/powerpoint/2010/main" val="15183178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9425" y="828675"/>
            <a:ext cx="5903913" cy="3321050"/>
          </a:xfrm>
        </p:spPr>
        <p:txBody>
          <a:bodyPr/>
          <a:lstStyle/>
          <a:p>
            <a:endParaRPr lang="en-GB" dirty="0"/>
          </a:p>
        </p:txBody>
      </p:sp>
      <p:sp>
        <p:nvSpPr>
          <p:cNvPr id="3" name="Notizenplatzhalter 2"/>
          <p:cNvSpPr>
            <a:spLocks noGrp="1"/>
          </p:cNvSpPr>
          <p:nvPr>
            <p:ph type="body" idx="1"/>
          </p:nvPr>
        </p:nvSpPr>
        <p:spPr/>
        <p:txBody>
          <a:bodyPr/>
          <a:lstStyle/>
          <a:p>
            <a:endParaRPr lang="de-AT" dirty="0"/>
          </a:p>
        </p:txBody>
      </p:sp>
      <p:sp>
        <p:nvSpPr>
          <p:cNvPr id="4" name="Foliennummernplatzhalter 3"/>
          <p:cNvSpPr>
            <a:spLocks noGrp="1"/>
          </p:cNvSpPr>
          <p:nvPr>
            <p:ph type="sldNum" sz="quarter" idx="10"/>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B134760B-3763-4458-991D-CD3579C771E2}" type="slidenum">
              <a:rPr kumimoji="0" lang="de-AT" sz="1200" b="0" i="0" u="none" strike="noStrike" kern="1200" cap="none" spc="0" normalizeH="0" baseline="0" noProof="0" smtClean="0">
                <a:ln>
                  <a:noFill/>
                </a:ln>
                <a:solidFill>
                  <a:prstClr val="black"/>
                </a:solidFill>
                <a:effectLst/>
                <a:uLnTx/>
                <a:uFillTx/>
                <a:latin typeface="Arial" charset="0"/>
                <a:ea typeface="ＭＳ Ｐゴシック" pitchFamily="-104"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9</a:t>
            </a:fld>
            <a:endParaRPr kumimoji="0" lang="de-AT" sz="1200" b="0" i="0" u="none" strike="noStrike" kern="1200" cap="none" spc="0" normalizeH="0" baseline="0" noProof="0" dirty="0">
              <a:ln>
                <a:noFill/>
              </a:ln>
              <a:solidFill>
                <a:prstClr val="black"/>
              </a:solidFill>
              <a:effectLst/>
              <a:uLnTx/>
              <a:uFillTx/>
              <a:latin typeface="Arial" charset="0"/>
              <a:ea typeface="ＭＳ Ｐゴシック" pitchFamily="-104" charset="-128"/>
              <a:cs typeface="+mn-cs"/>
            </a:endParaRPr>
          </a:p>
        </p:txBody>
      </p:sp>
    </p:spTree>
    <p:extLst>
      <p:ext uri="{BB962C8B-B14F-4D97-AF65-F5344CB8AC3E}">
        <p14:creationId xmlns:p14="http://schemas.microsoft.com/office/powerpoint/2010/main" val="9009356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9425" y="828675"/>
            <a:ext cx="5903913" cy="3321050"/>
          </a:xfrm>
        </p:spPr>
        <p:txBody>
          <a:bodyPr/>
          <a:lstStyle/>
          <a:p>
            <a:endParaRPr lang="en-GB" dirty="0"/>
          </a:p>
        </p:txBody>
      </p:sp>
      <p:sp>
        <p:nvSpPr>
          <p:cNvPr id="3" name="Notizenplatzhalter 2"/>
          <p:cNvSpPr>
            <a:spLocks noGrp="1"/>
          </p:cNvSpPr>
          <p:nvPr>
            <p:ph type="body" idx="1"/>
          </p:nvPr>
        </p:nvSpPr>
        <p:spPr/>
        <p:txBody>
          <a:bodyPr/>
          <a:lstStyle/>
          <a:p>
            <a:endParaRPr lang="en-GB" dirty="0"/>
          </a:p>
        </p:txBody>
      </p:sp>
      <p:sp>
        <p:nvSpPr>
          <p:cNvPr id="4" name="Foliennummernplatzhalter 3"/>
          <p:cNvSpPr>
            <a:spLocks noGrp="1"/>
          </p:cNvSpPr>
          <p:nvPr>
            <p:ph type="sldNum" sz="quarter" idx="5"/>
          </p:nvPr>
        </p:nvSpPr>
        <p:spPr/>
        <p:txBody>
          <a:bodyPr/>
          <a:lstStyle/>
          <a:p>
            <a:fld id="{160CD836-151D-406C-BB8C-1AD153EDB684}" type="slidenum">
              <a:rPr lang="de-DE" smtClean="0"/>
              <a:pPr/>
              <a:t>13</a:t>
            </a:fld>
            <a:endParaRPr lang="de-DE" dirty="0"/>
          </a:p>
        </p:txBody>
      </p:sp>
    </p:spTree>
    <p:extLst>
      <p:ext uri="{BB962C8B-B14F-4D97-AF65-F5344CB8AC3E}">
        <p14:creationId xmlns:p14="http://schemas.microsoft.com/office/powerpoint/2010/main" val="37428488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58FB29-4C67-D4D3-6257-C810A0D40C30}"/>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9234585A-F9CB-39B5-3400-C073BCB7438D}"/>
              </a:ext>
            </a:extLst>
          </p:cNvPr>
          <p:cNvSpPr>
            <a:spLocks noGrp="1" noRot="1" noChangeAspect="1"/>
          </p:cNvSpPr>
          <p:nvPr>
            <p:ph type="sldImg"/>
          </p:nvPr>
        </p:nvSpPr>
        <p:spPr>
          <a:xfrm>
            <a:off x="479425" y="828675"/>
            <a:ext cx="5903913" cy="3321050"/>
          </a:xfrm>
        </p:spPr>
        <p:txBody>
          <a:bodyPr/>
          <a:lstStyle/>
          <a:p>
            <a:endParaRPr lang="en-GB" dirty="0"/>
          </a:p>
        </p:txBody>
      </p:sp>
      <p:sp>
        <p:nvSpPr>
          <p:cNvPr id="3" name="Notizenplatzhalter 2">
            <a:extLst>
              <a:ext uri="{FF2B5EF4-FFF2-40B4-BE49-F238E27FC236}">
                <a16:creationId xmlns:a16="http://schemas.microsoft.com/office/drawing/2014/main" id="{60A149FA-019C-1C07-340A-C2B8D645BEFF}"/>
              </a:ext>
            </a:extLst>
          </p:cNvPr>
          <p:cNvSpPr>
            <a:spLocks noGrp="1"/>
          </p:cNvSpPr>
          <p:nvPr>
            <p:ph type="body" idx="1"/>
          </p:nvPr>
        </p:nvSpPr>
        <p:spPr/>
        <p:txBody>
          <a:bodyPr/>
          <a:lstStyle/>
          <a:p>
            <a:endParaRPr lang="en-GB" dirty="0"/>
          </a:p>
        </p:txBody>
      </p:sp>
      <p:sp>
        <p:nvSpPr>
          <p:cNvPr id="4" name="Foliennummernplatzhalter 3">
            <a:extLst>
              <a:ext uri="{FF2B5EF4-FFF2-40B4-BE49-F238E27FC236}">
                <a16:creationId xmlns:a16="http://schemas.microsoft.com/office/drawing/2014/main" id="{C60DBFE8-6A82-919D-7D69-247D4ED9C334}"/>
              </a:ext>
            </a:extLst>
          </p:cNvPr>
          <p:cNvSpPr>
            <a:spLocks noGrp="1"/>
          </p:cNvSpPr>
          <p:nvPr>
            <p:ph type="sldNum" sz="quarter" idx="5"/>
          </p:nvPr>
        </p:nvSpPr>
        <p:spPr/>
        <p:txBody>
          <a:bodyPr/>
          <a:lstStyle/>
          <a:p>
            <a:fld id="{160CD836-151D-406C-BB8C-1AD153EDB684}" type="slidenum">
              <a:rPr lang="de-DE" smtClean="0"/>
              <a:pPr/>
              <a:t>16</a:t>
            </a:fld>
            <a:endParaRPr lang="de-DE" dirty="0"/>
          </a:p>
        </p:txBody>
      </p:sp>
    </p:spTree>
    <p:extLst>
      <p:ext uri="{BB962C8B-B14F-4D97-AF65-F5344CB8AC3E}">
        <p14:creationId xmlns:p14="http://schemas.microsoft.com/office/powerpoint/2010/main" val="30882980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6EE9A1-E50A-1780-EE0D-86A4D6A47454}"/>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DD66950B-7B86-C69E-A307-4BF53F46F013}"/>
              </a:ext>
            </a:extLst>
          </p:cNvPr>
          <p:cNvSpPr>
            <a:spLocks noGrp="1" noRot="1" noChangeAspect="1"/>
          </p:cNvSpPr>
          <p:nvPr>
            <p:ph type="sldImg"/>
          </p:nvPr>
        </p:nvSpPr>
        <p:spPr>
          <a:xfrm>
            <a:off x="479425" y="828675"/>
            <a:ext cx="5903913" cy="3321050"/>
          </a:xfrm>
        </p:spPr>
        <p:txBody>
          <a:bodyPr/>
          <a:lstStyle/>
          <a:p>
            <a:endParaRPr lang="en-GB" dirty="0"/>
          </a:p>
        </p:txBody>
      </p:sp>
      <p:sp>
        <p:nvSpPr>
          <p:cNvPr id="3" name="Notizenplatzhalter 2">
            <a:extLst>
              <a:ext uri="{FF2B5EF4-FFF2-40B4-BE49-F238E27FC236}">
                <a16:creationId xmlns:a16="http://schemas.microsoft.com/office/drawing/2014/main" id="{E4CD7577-44AF-2AFF-7BEE-314B5836389D}"/>
              </a:ext>
            </a:extLst>
          </p:cNvPr>
          <p:cNvSpPr>
            <a:spLocks noGrp="1"/>
          </p:cNvSpPr>
          <p:nvPr>
            <p:ph type="body" idx="1"/>
          </p:nvPr>
        </p:nvSpPr>
        <p:spPr/>
        <p:txBody>
          <a:bodyPr/>
          <a:lstStyle/>
          <a:p>
            <a:endParaRPr lang="en-GB" dirty="0"/>
          </a:p>
        </p:txBody>
      </p:sp>
      <p:sp>
        <p:nvSpPr>
          <p:cNvPr id="4" name="Foliennummernplatzhalter 3">
            <a:extLst>
              <a:ext uri="{FF2B5EF4-FFF2-40B4-BE49-F238E27FC236}">
                <a16:creationId xmlns:a16="http://schemas.microsoft.com/office/drawing/2014/main" id="{C8424B94-3DE2-AC71-9111-39E68DB1CEB9}"/>
              </a:ext>
            </a:extLst>
          </p:cNvPr>
          <p:cNvSpPr>
            <a:spLocks noGrp="1"/>
          </p:cNvSpPr>
          <p:nvPr>
            <p:ph type="sldNum" sz="quarter" idx="5"/>
          </p:nvPr>
        </p:nvSpPr>
        <p:spPr/>
        <p:txBody>
          <a:bodyPr/>
          <a:lstStyle/>
          <a:p>
            <a:fld id="{160CD836-151D-406C-BB8C-1AD153EDB684}" type="slidenum">
              <a:rPr lang="de-DE" smtClean="0"/>
              <a:pPr/>
              <a:t>22</a:t>
            </a:fld>
            <a:endParaRPr lang="de-DE" dirty="0"/>
          </a:p>
        </p:txBody>
      </p:sp>
    </p:spTree>
    <p:extLst>
      <p:ext uri="{BB962C8B-B14F-4D97-AF65-F5344CB8AC3E}">
        <p14:creationId xmlns:p14="http://schemas.microsoft.com/office/powerpoint/2010/main" val="32085509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3E01C-6249-1523-E17D-10072368B8DE}"/>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BBBB99FE-AF58-703B-EA3E-A15A0B878B90}"/>
              </a:ext>
            </a:extLst>
          </p:cNvPr>
          <p:cNvSpPr>
            <a:spLocks noGrp="1" noRot="1" noChangeAspect="1"/>
          </p:cNvSpPr>
          <p:nvPr>
            <p:ph type="sldImg"/>
          </p:nvPr>
        </p:nvSpPr>
        <p:spPr>
          <a:xfrm>
            <a:off x="479425" y="828675"/>
            <a:ext cx="5903913" cy="3321050"/>
          </a:xfrm>
        </p:spPr>
        <p:txBody>
          <a:bodyPr/>
          <a:lstStyle/>
          <a:p>
            <a:endParaRPr lang="en-GB" dirty="0"/>
          </a:p>
        </p:txBody>
      </p:sp>
      <p:sp>
        <p:nvSpPr>
          <p:cNvPr id="3" name="Notizenplatzhalter 2">
            <a:extLst>
              <a:ext uri="{FF2B5EF4-FFF2-40B4-BE49-F238E27FC236}">
                <a16:creationId xmlns:a16="http://schemas.microsoft.com/office/drawing/2014/main" id="{90E8CB9C-8205-F331-0F64-36E1F63FC09E}"/>
              </a:ext>
            </a:extLst>
          </p:cNvPr>
          <p:cNvSpPr>
            <a:spLocks noGrp="1"/>
          </p:cNvSpPr>
          <p:nvPr>
            <p:ph type="body" idx="1"/>
          </p:nvPr>
        </p:nvSpPr>
        <p:spPr/>
        <p:txBody>
          <a:bodyPr/>
          <a:lstStyle/>
          <a:p>
            <a:endParaRPr lang="en-GB" dirty="0"/>
          </a:p>
        </p:txBody>
      </p:sp>
      <p:sp>
        <p:nvSpPr>
          <p:cNvPr id="4" name="Foliennummernplatzhalter 3">
            <a:extLst>
              <a:ext uri="{FF2B5EF4-FFF2-40B4-BE49-F238E27FC236}">
                <a16:creationId xmlns:a16="http://schemas.microsoft.com/office/drawing/2014/main" id="{AF5FDABC-F29D-76DF-A014-F1A2ADBC9232}"/>
              </a:ext>
            </a:extLst>
          </p:cNvPr>
          <p:cNvSpPr>
            <a:spLocks noGrp="1"/>
          </p:cNvSpPr>
          <p:nvPr>
            <p:ph type="sldNum" sz="quarter" idx="5"/>
          </p:nvPr>
        </p:nvSpPr>
        <p:spPr/>
        <p:txBody>
          <a:bodyPr/>
          <a:lstStyle/>
          <a:p>
            <a:fld id="{160CD836-151D-406C-BB8C-1AD153EDB684}" type="slidenum">
              <a:rPr lang="de-DE" smtClean="0"/>
              <a:pPr/>
              <a:t>27</a:t>
            </a:fld>
            <a:endParaRPr lang="de-DE" dirty="0"/>
          </a:p>
        </p:txBody>
      </p:sp>
    </p:spTree>
    <p:extLst>
      <p:ext uri="{BB962C8B-B14F-4D97-AF65-F5344CB8AC3E}">
        <p14:creationId xmlns:p14="http://schemas.microsoft.com/office/powerpoint/2010/main" val="18505293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61CA91-075D-1E22-7C2D-5151EAE6A395}"/>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FACF276C-FE24-284E-EED2-91DDD13895EC}"/>
              </a:ext>
            </a:extLst>
          </p:cNvPr>
          <p:cNvSpPr>
            <a:spLocks noGrp="1" noRot="1" noChangeAspect="1"/>
          </p:cNvSpPr>
          <p:nvPr>
            <p:ph type="sldImg"/>
          </p:nvPr>
        </p:nvSpPr>
        <p:spPr>
          <a:xfrm>
            <a:off x="479425" y="828675"/>
            <a:ext cx="5903913" cy="3321050"/>
          </a:xfrm>
        </p:spPr>
        <p:txBody>
          <a:bodyPr/>
          <a:lstStyle/>
          <a:p>
            <a:endParaRPr lang="en-GB" dirty="0"/>
          </a:p>
        </p:txBody>
      </p:sp>
      <p:sp>
        <p:nvSpPr>
          <p:cNvPr id="3" name="Notizenplatzhalter 2">
            <a:extLst>
              <a:ext uri="{FF2B5EF4-FFF2-40B4-BE49-F238E27FC236}">
                <a16:creationId xmlns:a16="http://schemas.microsoft.com/office/drawing/2014/main" id="{C468B651-C7DA-B65A-14C8-65F9912C8F72}"/>
              </a:ext>
            </a:extLst>
          </p:cNvPr>
          <p:cNvSpPr>
            <a:spLocks noGrp="1"/>
          </p:cNvSpPr>
          <p:nvPr>
            <p:ph type="body" idx="1"/>
          </p:nvPr>
        </p:nvSpPr>
        <p:spPr/>
        <p:txBody>
          <a:bodyPr/>
          <a:lstStyle/>
          <a:p>
            <a:endParaRPr lang="en-GB" dirty="0"/>
          </a:p>
        </p:txBody>
      </p:sp>
      <p:sp>
        <p:nvSpPr>
          <p:cNvPr id="4" name="Foliennummernplatzhalter 3">
            <a:extLst>
              <a:ext uri="{FF2B5EF4-FFF2-40B4-BE49-F238E27FC236}">
                <a16:creationId xmlns:a16="http://schemas.microsoft.com/office/drawing/2014/main" id="{78C00BC8-8BA7-6642-209A-C6B140DCC8EA}"/>
              </a:ext>
            </a:extLst>
          </p:cNvPr>
          <p:cNvSpPr>
            <a:spLocks noGrp="1"/>
          </p:cNvSpPr>
          <p:nvPr>
            <p:ph type="sldNum" sz="quarter" idx="5"/>
          </p:nvPr>
        </p:nvSpPr>
        <p:spPr/>
        <p:txBody>
          <a:bodyPr/>
          <a:lstStyle/>
          <a:p>
            <a:fld id="{160CD836-151D-406C-BB8C-1AD153EDB684}" type="slidenum">
              <a:rPr lang="de-DE" smtClean="0"/>
              <a:pPr/>
              <a:t>30</a:t>
            </a:fld>
            <a:endParaRPr lang="de-DE" dirty="0"/>
          </a:p>
        </p:txBody>
      </p:sp>
    </p:spTree>
    <p:extLst>
      <p:ext uri="{BB962C8B-B14F-4D97-AF65-F5344CB8AC3E}">
        <p14:creationId xmlns:p14="http://schemas.microsoft.com/office/powerpoint/2010/main" val="35287063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1F483-C612-43CD-DD32-32887392965B}"/>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24E4B341-8285-61CE-9C70-7DFC8173CA04}"/>
              </a:ext>
            </a:extLst>
          </p:cNvPr>
          <p:cNvSpPr>
            <a:spLocks noGrp="1" noRot="1" noChangeAspect="1"/>
          </p:cNvSpPr>
          <p:nvPr>
            <p:ph type="sldImg"/>
          </p:nvPr>
        </p:nvSpPr>
        <p:spPr>
          <a:xfrm>
            <a:off x="479425" y="828675"/>
            <a:ext cx="5903913" cy="3321050"/>
          </a:xfrm>
        </p:spPr>
        <p:txBody>
          <a:bodyPr/>
          <a:lstStyle/>
          <a:p>
            <a:endParaRPr lang="en-GB" dirty="0"/>
          </a:p>
        </p:txBody>
      </p:sp>
      <p:sp>
        <p:nvSpPr>
          <p:cNvPr id="3" name="Notizenplatzhalter 2">
            <a:extLst>
              <a:ext uri="{FF2B5EF4-FFF2-40B4-BE49-F238E27FC236}">
                <a16:creationId xmlns:a16="http://schemas.microsoft.com/office/drawing/2014/main" id="{CA738B01-789C-3AFA-1196-F901236D4CD5}"/>
              </a:ext>
            </a:extLst>
          </p:cNvPr>
          <p:cNvSpPr>
            <a:spLocks noGrp="1"/>
          </p:cNvSpPr>
          <p:nvPr>
            <p:ph type="body" idx="1"/>
          </p:nvPr>
        </p:nvSpPr>
        <p:spPr/>
        <p:txBody>
          <a:bodyPr/>
          <a:lstStyle/>
          <a:p>
            <a:endParaRPr lang="en-GB" dirty="0"/>
          </a:p>
        </p:txBody>
      </p:sp>
      <p:sp>
        <p:nvSpPr>
          <p:cNvPr id="4" name="Foliennummernplatzhalter 3">
            <a:extLst>
              <a:ext uri="{FF2B5EF4-FFF2-40B4-BE49-F238E27FC236}">
                <a16:creationId xmlns:a16="http://schemas.microsoft.com/office/drawing/2014/main" id="{38761900-8FD1-350F-DDF4-0BAB258C22FB}"/>
              </a:ext>
            </a:extLst>
          </p:cNvPr>
          <p:cNvSpPr>
            <a:spLocks noGrp="1"/>
          </p:cNvSpPr>
          <p:nvPr>
            <p:ph type="sldNum" sz="quarter" idx="5"/>
          </p:nvPr>
        </p:nvSpPr>
        <p:spPr/>
        <p:txBody>
          <a:bodyPr/>
          <a:lstStyle/>
          <a:p>
            <a:fld id="{160CD836-151D-406C-BB8C-1AD153EDB684}" type="slidenum">
              <a:rPr lang="de-DE" smtClean="0"/>
              <a:pPr/>
              <a:t>58</a:t>
            </a:fld>
            <a:endParaRPr lang="de-DE" dirty="0"/>
          </a:p>
        </p:txBody>
      </p:sp>
    </p:spTree>
    <p:extLst>
      <p:ext uri="{BB962C8B-B14F-4D97-AF65-F5344CB8AC3E}">
        <p14:creationId xmlns:p14="http://schemas.microsoft.com/office/powerpoint/2010/main" val="176721285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hyperlink" Target="https://imcfhkrems.sharepoint.com/sites/courseware?lvaid=74909#/studentsattendancecheck"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commons.wikimedia.org/wiki/File:Wassily-kandinsky-stars.jpg" TargetMode="External"/><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blank" preserve="1">
  <p:cSld name="Intro">
    <p:bg>
      <p:bgPr>
        <a:solidFill>
          <a:schemeClr val="bg2"/>
        </a:solidFill>
        <a:effectLst/>
      </p:bgPr>
    </p:bg>
    <p:spTree>
      <p:nvGrpSpPr>
        <p:cNvPr id="1" name=""/>
        <p:cNvGrpSpPr/>
        <p:nvPr/>
      </p:nvGrpSpPr>
      <p:grpSpPr>
        <a:xfrm>
          <a:off x="0" y="0"/>
          <a:ext cx="0" cy="0"/>
          <a:chOff x="0" y="0"/>
          <a:chExt cx="0" cy="0"/>
        </a:xfrm>
      </p:grpSpPr>
      <p:pic>
        <p:nvPicPr>
          <p:cNvPr id="6" name="Logo">
            <a:extLst>
              <a:ext uri="{FF2B5EF4-FFF2-40B4-BE49-F238E27FC236}">
                <a16:creationId xmlns:a16="http://schemas.microsoft.com/office/drawing/2014/main" id="{8F1F7F88-BAC0-9AE2-3D8F-85F032C645A8}"/>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3576000" y="2088630"/>
            <a:ext cx="5040000" cy="2680740"/>
          </a:xfrm>
          <a:prstGeom prst="rect">
            <a:avLst/>
          </a:prstGeom>
        </p:spPr>
      </p:pic>
    </p:spTree>
    <p:extLst>
      <p:ext uri="{BB962C8B-B14F-4D97-AF65-F5344CB8AC3E}">
        <p14:creationId xmlns:p14="http://schemas.microsoft.com/office/powerpoint/2010/main" val="2564139953"/>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folie | Bild">
    <p:bg>
      <p:bgPr>
        <a:solidFill>
          <a:schemeClr val="bg2"/>
        </a:solidFill>
        <a:effectLst/>
      </p:bgPr>
    </p:bg>
    <p:spTree>
      <p:nvGrpSpPr>
        <p:cNvPr id="1" name=""/>
        <p:cNvGrpSpPr/>
        <p:nvPr/>
      </p:nvGrpSpPr>
      <p:grpSpPr>
        <a:xfrm>
          <a:off x="0" y="0"/>
          <a:ext cx="0" cy="0"/>
          <a:chOff x="0" y="0"/>
          <a:chExt cx="0" cy="0"/>
        </a:xfrm>
      </p:grpSpPr>
      <p:sp>
        <p:nvSpPr>
          <p:cNvPr id="4" name="Bildplatzhalter">
            <a:extLst>
              <a:ext uri="{FF2B5EF4-FFF2-40B4-BE49-F238E27FC236}">
                <a16:creationId xmlns:a16="http://schemas.microsoft.com/office/drawing/2014/main" id="{ED3CDC4F-05B1-B76F-5EA7-189E7169CC46}"/>
              </a:ext>
              <a:ext uri="{C183D7F6-B498-43B3-948B-1728B52AA6E4}">
                <adec:decorative xmlns:adec="http://schemas.microsoft.com/office/drawing/2017/decorative" val="1"/>
              </a:ext>
            </a:extLst>
          </p:cNvPr>
          <p:cNvSpPr>
            <a:spLocks noGrp="1"/>
          </p:cNvSpPr>
          <p:nvPr>
            <p:ph type="pic" idx="11" hasCustomPrompt="1"/>
          </p:nvPr>
        </p:nvSpPr>
        <p:spPr bwMode="gray">
          <a:xfrm>
            <a:off x="0" y="0"/>
            <a:ext cx="5880100" cy="6858000"/>
          </a:xfrm>
          <a:prstGeom prst="rect">
            <a:avLst/>
          </a:prstGeom>
          <a:solidFill>
            <a:srgbClr val="E4E7E9"/>
          </a:solidFill>
          <a:ln w="50800">
            <a:solidFill>
              <a:schemeClr val="bg1"/>
            </a:solidFill>
          </a:ln>
          <a:effectLst>
            <a:outerShdw blurRad="254000" dist="107763" dir="2699994" algn="tl">
              <a:prstClr val="black">
                <a:alpha val="40000"/>
              </a:prstClr>
            </a:outerShdw>
          </a:effectLst>
        </p:spPr>
        <p:txBody>
          <a:bodyPr lIns="288000" tIns="0" rIns="288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2" name="Titel">
            <a:extLst>
              <a:ext uri="{FF2B5EF4-FFF2-40B4-BE49-F238E27FC236}">
                <a16:creationId xmlns:a16="http://schemas.microsoft.com/office/drawing/2014/main" id="{D1BDE9CD-498E-8C0C-DD46-31832628F30D}"/>
              </a:ext>
            </a:extLst>
          </p:cNvPr>
          <p:cNvSpPr>
            <a:spLocks noGrp="1"/>
          </p:cNvSpPr>
          <p:nvPr>
            <p:ph type="ctrTitle" hasCustomPrompt="1"/>
          </p:nvPr>
        </p:nvSpPr>
        <p:spPr bwMode="invGray">
          <a:xfrm>
            <a:off x="6528000" y="2709000"/>
            <a:ext cx="4967326" cy="1440000"/>
          </a:xfrm>
        </p:spPr>
        <p:txBody>
          <a:bodyPr anchor="ctr">
            <a:noAutofit/>
          </a:bodyPr>
          <a:lstStyle>
            <a:lvl1pPr algn="r">
              <a:defRPr sz="3200" baseline="0">
                <a:solidFill>
                  <a:schemeClr val="bg1"/>
                </a:solidFill>
              </a:defRPr>
            </a:lvl1pPr>
          </a:lstStyle>
          <a:p>
            <a:r>
              <a:rPr lang="de-DE" dirty="0"/>
              <a:t>Titel der Präsentation</a:t>
            </a:r>
          </a:p>
        </p:txBody>
      </p:sp>
      <p:sp>
        <p:nvSpPr>
          <p:cNvPr id="3" name="Untertitel">
            <a:extLst>
              <a:ext uri="{FF2B5EF4-FFF2-40B4-BE49-F238E27FC236}">
                <a16:creationId xmlns:a16="http://schemas.microsoft.com/office/drawing/2014/main" id="{6BCC98A8-5053-B10A-35A9-DD68B5FBADC7}"/>
              </a:ext>
            </a:extLst>
          </p:cNvPr>
          <p:cNvSpPr>
            <a:spLocks noGrp="1"/>
          </p:cNvSpPr>
          <p:nvPr>
            <p:ph type="subTitle" idx="1" hasCustomPrompt="1"/>
          </p:nvPr>
        </p:nvSpPr>
        <p:spPr bwMode="gray">
          <a:xfrm>
            <a:off x="6528000" y="4293000"/>
            <a:ext cx="4967326" cy="720000"/>
          </a:xfrm>
          <a:prstGeom prst="rect">
            <a:avLst/>
          </a:prstGeom>
        </p:spPr>
        <p:txBody>
          <a:bodyPr anchor="ctr">
            <a:noAutofit/>
          </a:bodyPr>
          <a:lstStyle>
            <a:lvl1pPr marL="0" indent="0" algn="r">
              <a:spcBef>
                <a:spcPts val="0"/>
              </a:spcBef>
              <a:spcAft>
                <a:spcPts val="0"/>
              </a:spcAft>
              <a:buNone/>
              <a:defRPr sz="2000" b="0">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marL="0" indent="0" algn="l">
              <a:spcBef>
                <a:spcPts val="0"/>
              </a:spcBef>
              <a:spcAft>
                <a:spcPts val="0"/>
              </a:spcAft>
              <a:buNone/>
              <a:defRPr sz="2000" b="0">
                <a:solidFill>
                  <a:schemeClr val="tx1"/>
                </a:solidFill>
                <a:latin typeface="+mn-lt"/>
              </a:defRPr>
            </a:lvl2pPr>
            <a:lvl3pPr marL="0" indent="0" algn="l">
              <a:spcBef>
                <a:spcPts val="0"/>
              </a:spcBef>
              <a:spcAft>
                <a:spcPts val="0"/>
              </a:spcAft>
              <a:buNone/>
              <a:defRPr sz="2000" b="0">
                <a:solidFill>
                  <a:schemeClr val="tx1"/>
                </a:solidFill>
                <a:latin typeface="+mn-lt"/>
              </a:defRPr>
            </a:lvl3pPr>
            <a:lvl4pPr marL="0" indent="0" algn="l">
              <a:spcBef>
                <a:spcPts val="0"/>
              </a:spcBef>
              <a:spcAft>
                <a:spcPts val="0"/>
              </a:spcAft>
              <a:buNone/>
              <a:defRPr sz="2000" b="0">
                <a:solidFill>
                  <a:schemeClr val="tx1"/>
                </a:solidFill>
                <a:latin typeface="+mn-lt"/>
              </a:defRPr>
            </a:lvl4pPr>
            <a:lvl5pPr marL="0" indent="0" algn="l">
              <a:spcBef>
                <a:spcPts val="0"/>
              </a:spcBef>
              <a:spcAft>
                <a:spcPts val="0"/>
              </a:spcAft>
              <a:buNone/>
              <a:defRPr sz="2000" b="0">
                <a:solidFill>
                  <a:schemeClr val="tx1"/>
                </a:solidFill>
                <a:latin typeface="+mn-lt"/>
              </a:defRPr>
            </a:lvl5pPr>
            <a:lvl6pPr marL="0" indent="0" algn="l">
              <a:spcBef>
                <a:spcPts val="0"/>
              </a:spcBef>
              <a:spcAft>
                <a:spcPts val="0"/>
              </a:spcAft>
              <a:buNone/>
              <a:defRPr sz="2000" b="0">
                <a:solidFill>
                  <a:schemeClr val="tx1"/>
                </a:solidFill>
                <a:latin typeface="+mn-lt"/>
              </a:defRPr>
            </a:lvl6pPr>
            <a:lvl7pPr marL="0" indent="0" algn="l">
              <a:spcBef>
                <a:spcPts val="0"/>
              </a:spcBef>
              <a:spcAft>
                <a:spcPts val="0"/>
              </a:spcAft>
              <a:buNone/>
              <a:defRPr sz="2000" b="0">
                <a:solidFill>
                  <a:schemeClr val="tx1"/>
                </a:solidFill>
                <a:latin typeface="+mn-lt"/>
              </a:defRPr>
            </a:lvl7pPr>
            <a:lvl8pPr marL="0" indent="0" algn="l">
              <a:spcBef>
                <a:spcPts val="0"/>
              </a:spcBef>
              <a:spcAft>
                <a:spcPts val="0"/>
              </a:spcAft>
              <a:buNone/>
              <a:defRPr sz="2000" b="0">
                <a:solidFill>
                  <a:schemeClr val="tx1"/>
                </a:solidFill>
                <a:latin typeface="+mn-lt"/>
              </a:defRPr>
            </a:lvl8pPr>
            <a:lvl9pPr marL="0" indent="0" algn="l">
              <a:spcBef>
                <a:spcPts val="0"/>
              </a:spcBef>
              <a:spcAft>
                <a:spcPts val="0"/>
              </a:spcAft>
              <a:buNone/>
              <a:defRPr sz="2000" b="0">
                <a:solidFill>
                  <a:schemeClr val="tx1"/>
                </a:solidFill>
                <a:latin typeface="+mn-lt"/>
              </a:defRPr>
            </a:lvl9pPr>
          </a:lstStyle>
          <a:p>
            <a:pPr lvl="0"/>
            <a:r>
              <a:rPr lang="de-DE" dirty="0"/>
              <a:t>Untertitel der Präsentation</a:t>
            </a:r>
          </a:p>
        </p:txBody>
      </p:sp>
      <p:sp>
        <p:nvSpPr>
          <p:cNvPr id="15" name="Textplatzhalter">
            <a:extLst>
              <a:ext uri="{FF2B5EF4-FFF2-40B4-BE49-F238E27FC236}">
                <a16:creationId xmlns:a16="http://schemas.microsoft.com/office/drawing/2014/main" id="{888E75FC-8DAA-C7C9-155B-D6FCAFE49437}"/>
              </a:ext>
            </a:extLst>
          </p:cNvPr>
          <p:cNvSpPr>
            <a:spLocks noGrp="1"/>
          </p:cNvSpPr>
          <p:nvPr>
            <p:ph type="body" sz="quarter" idx="10" hasCustomPrompt="1"/>
          </p:nvPr>
        </p:nvSpPr>
        <p:spPr bwMode="gray">
          <a:xfrm>
            <a:off x="6528674" y="6021000"/>
            <a:ext cx="4967326" cy="288000"/>
          </a:xfrm>
          <a:prstGeom prst="rect">
            <a:avLst/>
          </a:prstGeom>
        </p:spPr>
        <p:txBody>
          <a:bodyPr>
            <a:noAutofit/>
          </a:bodyPr>
          <a:lstStyle>
            <a:lvl1pPr marL="0" indent="0" algn="r">
              <a:spcBef>
                <a:spcPts val="0"/>
              </a:spcBef>
              <a:spcAft>
                <a:spcPts val="0"/>
              </a:spcAft>
              <a:buFontTx/>
              <a:buNone/>
              <a:defRPr sz="1600" b="0">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marL="0" indent="0">
              <a:spcBef>
                <a:spcPts val="0"/>
              </a:spcBef>
              <a:spcAft>
                <a:spcPts val="0"/>
              </a:spcAft>
              <a:buFontTx/>
              <a:buNone/>
              <a:defRPr sz="1600" b="0">
                <a:solidFill>
                  <a:schemeClr val="tx1"/>
                </a:solidFill>
                <a:latin typeface="+mn-lt"/>
              </a:defRPr>
            </a:lvl2pPr>
            <a:lvl3pPr marL="0" indent="0">
              <a:spcBef>
                <a:spcPts val="0"/>
              </a:spcBef>
              <a:spcAft>
                <a:spcPts val="0"/>
              </a:spcAft>
              <a:buFontTx/>
              <a:buNone/>
              <a:defRPr sz="1600" b="0">
                <a:solidFill>
                  <a:schemeClr val="tx1"/>
                </a:solidFill>
                <a:latin typeface="+mn-lt"/>
              </a:defRPr>
            </a:lvl3pPr>
            <a:lvl4pPr marL="0" indent="0">
              <a:spcBef>
                <a:spcPts val="0"/>
              </a:spcBef>
              <a:spcAft>
                <a:spcPts val="0"/>
              </a:spcAft>
              <a:buFontTx/>
              <a:buNone/>
              <a:defRPr sz="1600" b="0">
                <a:solidFill>
                  <a:schemeClr val="tx1"/>
                </a:solidFill>
                <a:latin typeface="+mn-lt"/>
              </a:defRPr>
            </a:lvl4pPr>
            <a:lvl5pPr marL="0" indent="0">
              <a:spcBef>
                <a:spcPts val="0"/>
              </a:spcBef>
              <a:spcAft>
                <a:spcPts val="0"/>
              </a:spcAft>
              <a:buFontTx/>
              <a:buNone/>
              <a:defRPr sz="1600" b="0">
                <a:solidFill>
                  <a:schemeClr val="tx1"/>
                </a:solidFill>
                <a:latin typeface="+mn-lt"/>
              </a:defRPr>
            </a:lvl5pPr>
            <a:lvl6pPr marL="0" indent="0">
              <a:spcBef>
                <a:spcPts val="0"/>
              </a:spcBef>
              <a:spcAft>
                <a:spcPts val="0"/>
              </a:spcAft>
              <a:buFontTx/>
              <a:buNone/>
              <a:defRPr sz="1600" b="0">
                <a:solidFill>
                  <a:schemeClr val="tx1"/>
                </a:solidFill>
                <a:latin typeface="+mn-lt"/>
              </a:defRPr>
            </a:lvl6pPr>
            <a:lvl7pPr marL="0" indent="0">
              <a:spcBef>
                <a:spcPts val="0"/>
              </a:spcBef>
              <a:spcAft>
                <a:spcPts val="0"/>
              </a:spcAft>
              <a:buFontTx/>
              <a:buNone/>
              <a:defRPr sz="1600" b="0">
                <a:solidFill>
                  <a:schemeClr val="tx1"/>
                </a:solidFill>
                <a:latin typeface="+mn-lt"/>
              </a:defRPr>
            </a:lvl7pPr>
            <a:lvl8pPr marL="0" indent="0">
              <a:spcBef>
                <a:spcPts val="0"/>
              </a:spcBef>
              <a:spcAft>
                <a:spcPts val="0"/>
              </a:spcAft>
              <a:buFontTx/>
              <a:buNone/>
              <a:defRPr sz="1600" b="0">
                <a:solidFill>
                  <a:schemeClr val="tx1"/>
                </a:solidFill>
                <a:latin typeface="+mn-lt"/>
              </a:defRPr>
            </a:lvl8pPr>
            <a:lvl9pPr marL="0" indent="0">
              <a:spcBef>
                <a:spcPts val="0"/>
              </a:spcBef>
              <a:spcAft>
                <a:spcPts val="0"/>
              </a:spcAft>
              <a:buFontTx/>
              <a:buNone/>
              <a:defRPr sz="1600" b="0">
                <a:solidFill>
                  <a:schemeClr val="tx1"/>
                </a:solidFill>
                <a:latin typeface="+mn-lt"/>
              </a:defRPr>
            </a:lvl9pPr>
          </a:lstStyle>
          <a:p>
            <a:pPr lvl="0"/>
            <a:r>
              <a:rPr lang="de-DE" dirty="0"/>
              <a:t>Kami Höferl</a:t>
            </a:r>
          </a:p>
        </p:txBody>
      </p:sp>
      <p:pic>
        <p:nvPicPr>
          <p:cNvPr id="7" name="Logo">
            <a:hlinkClick r:id="rId2"/>
            <a:extLst>
              <a:ext uri="{FF2B5EF4-FFF2-40B4-BE49-F238E27FC236}">
                <a16:creationId xmlns:a16="http://schemas.microsoft.com/office/drawing/2014/main" id="{DD57F011-932E-8635-AC0A-D3AEB599E342}"/>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gray">
          <a:xfrm>
            <a:off x="10344000" y="621001"/>
            <a:ext cx="1224000" cy="1548976"/>
          </a:xfrm>
          <a:prstGeom prst="rect">
            <a:avLst/>
          </a:prstGeom>
        </p:spPr>
      </p:pic>
    </p:spTree>
    <p:extLst>
      <p:ext uri="{BB962C8B-B14F-4D97-AF65-F5344CB8AC3E}">
        <p14:creationId xmlns:p14="http://schemas.microsoft.com/office/powerpoint/2010/main" val="2772534688"/>
      </p:ext>
    </p:extLst>
  </p:cSld>
  <p:clrMapOvr>
    <a:masterClrMapping/>
  </p:clrMapOvr>
  <p:extLst>
    <p:ext uri="{DCECCB84-F9BA-43D5-87BE-67443E8EF086}">
      <p15:sldGuideLst xmlns:p15="http://schemas.microsoft.com/office/powerpoint/2012/main">
        <p15:guide id="1" orient="horz" pos="2886" userDrawn="1">
          <p15:clr>
            <a:srgbClr val="FBAE40"/>
          </p15:clr>
        </p15:guide>
        <p15:guide id="2" pos="3976" userDrawn="1">
          <p15:clr>
            <a:srgbClr val="FBAE40"/>
          </p15:clr>
        </p15:guide>
        <p15:guide id="3" pos="7242" userDrawn="1">
          <p15:clr>
            <a:srgbClr val="FBAE40"/>
          </p15:clr>
        </p15:guide>
        <p15:guide id="4" orient="horz" pos="1979"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_Trenner">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CC95B4E-4D0C-D73A-1E99-7A95FDCB6C07}"/>
              </a:ext>
            </a:extLst>
          </p:cNvPr>
          <p:cNvSpPr>
            <a:spLocks noGrp="1"/>
          </p:cNvSpPr>
          <p:nvPr>
            <p:ph type="title"/>
          </p:nvPr>
        </p:nvSpPr>
        <p:spPr>
          <a:xfrm>
            <a:off x="3503662" y="1881000"/>
            <a:ext cx="5184675" cy="3096000"/>
          </a:xfrm>
          <a:prstGeom prst="roundRect">
            <a:avLst/>
          </a:prstGeom>
          <a:solidFill>
            <a:schemeClr val="bg1"/>
          </a:solidFill>
          <a:ln w="76200">
            <a:solidFill>
              <a:schemeClr val="tx2"/>
            </a:solidFill>
          </a:ln>
        </p:spPr>
        <p:txBody>
          <a:bodyPr anchor="ctr"/>
          <a:lstStyle>
            <a:lvl1pPr algn="ctr">
              <a:defRPr sz="4400">
                <a:solidFill>
                  <a:schemeClr val="tx2"/>
                </a:solidFill>
              </a:defRPr>
            </a:lvl1pPr>
          </a:lstStyle>
          <a:p>
            <a:r>
              <a:rPr lang="de-DE" dirty="0"/>
              <a:t>Click </a:t>
            </a:r>
            <a:r>
              <a:rPr lang="de-DE" dirty="0" err="1"/>
              <a:t>to</a:t>
            </a:r>
            <a:r>
              <a:rPr lang="de-DE" dirty="0"/>
              <a:t> </a:t>
            </a:r>
            <a:r>
              <a:rPr lang="de-DE" dirty="0" err="1"/>
              <a:t>edit</a:t>
            </a:r>
            <a:r>
              <a:rPr lang="de-DE" dirty="0"/>
              <a:t> Master title style</a:t>
            </a:r>
          </a:p>
        </p:txBody>
      </p:sp>
      <p:sp>
        <p:nvSpPr>
          <p:cNvPr id="2" name="Rechteck 1">
            <a:hlinkClick r:id="rId3"/>
            <a:extLst>
              <a:ext uri="{FF2B5EF4-FFF2-40B4-BE49-F238E27FC236}">
                <a16:creationId xmlns:a16="http://schemas.microsoft.com/office/drawing/2014/main" id="{0A87BDB0-34FB-C93D-D796-04726AAADE87}"/>
              </a:ext>
            </a:extLst>
          </p:cNvPr>
          <p:cNvSpPr/>
          <p:nvPr userDrawn="1"/>
        </p:nvSpPr>
        <p:spPr>
          <a:xfrm>
            <a:off x="296673" y="6560073"/>
            <a:ext cx="4572000" cy="200055"/>
          </a:xfrm>
          <a:prstGeom prst="rect">
            <a:avLst/>
          </a:prstGeom>
        </p:spPr>
        <p:txBody>
          <a:bodyPr>
            <a:spAutoFit/>
          </a:bodyPr>
          <a:lstStyle/>
          <a:p>
            <a:pPr defTabSz="457200"/>
            <a:r>
              <a:rPr lang="de-AT" sz="700" dirty="0">
                <a:solidFill>
                  <a:prstClr val="black">
                    <a:lumMod val="50000"/>
                    <a:lumOff val="50000"/>
                  </a:prstClr>
                </a:solidFill>
                <a:cs typeface="Calibri" panose="020F0502020204030204" pitchFamily="34" charset="0"/>
              </a:rPr>
              <a:t>(Wassily K&amp;insky, CC0, Wikimedia)</a:t>
            </a:r>
          </a:p>
        </p:txBody>
      </p:sp>
    </p:spTree>
    <p:extLst>
      <p:ext uri="{BB962C8B-B14F-4D97-AF65-F5344CB8AC3E}">
        <p14:creationId xmlns:p14="http://schemas.microsoft.com/office/powerpoint/2010/main" val="1433558114"/>
      </p:ext>
    </p:extLst>
  </p:cSld>
  <p:clrMapOvr>
    <a:masterClrMapping/>
  </p:clrMapOvr>
  <p:extLst>
    <p:ext uri="{DCECCB84-F9BA-43D5-87BE-67443E8EF086}">
      <p15:sldGuideLst xmlns:p15="http://schemas.microsoft.com/office/powerpoint/2012/main">
        <p15:guide id="1" orient="horz" pos="1706">
          <p15:clr>
            <a:srgbClr val="FBAE40"/>
          </p15:clr>
        </p15:guide>
        <p15:guide id="2" pos="5473">
          <p15:clr>
            <a:srgbClr val="FBAE40"/>
          </p15:clr>
        </p15:guide>
        <p15:guide id="3" pos="2207">
          <p15:clr>
            <a:srgbClr val="FBAE40"/>
          </p15:clr>
        </p15:guide>
        <p15:guide id="4" orient="horz" pos="2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Ein Inhalt">
    <p:spTree>
      <p:nvGrpSpPr>
        <p:cNvPr id="1" name=""/>
        <p:cNvGrpSpPr/>
        <p:nvPr/>
      </p:nvGrpSpPr>
      <p:grpSpPr>
        <a:xfrm>
          <a:off x="0" y="0"/>
          <a:ext cx="0" cy="0"/>
          <a:chOff x="0" y="0"/>
          <a:chExt cx="0" cy="0"/>
        </a:xfrm>
      </p:grpSpPr>
      <p:sp>
        <p:nvSpPr>
          <p:cNvPr id="6" name="Seitenzahl">
            <a:extLst>
              <a:ext uri="{FF2B5EF4-FFF2-40B4-BE49-F238E27FC236}">
                <a16:creationId xmlns:a16="http://schemas.microsoft.com/office/drawing/2014/main" id="{74D3227D-CF66-3BD2-DB96-30ED8B37ACEF}"/>
              </a:ext>
              <a:ext uri="{C183D7F6-B498-43B3-948B-1728B52AA6E4}">
                <adec:decorative xmlns:adec="http://schemas.microsoft.com/office/drawing/2017/decorative" val="0"/>
              </a:ext>
            </a:extLst>
          </p:cNvPr>
          <p:cNvSpPr>
            <a:spLocks noGrp="1"/>
          </p:cNvSpPr>
          <p:nvPr>
            <p:ph type="sldNum" sz="quarter" idx="12"/>
          </p:nvPr>
        </p:nvSpPr>
        <p:spPr bwMode="gray">
          <a:xfrm>
            <a:off x="10992000" y="6439500"/>
            <a:ext cx="504000" cy="144000"/>
          </a:xfrm>
          <a:prstGeom prst="rect">
            <a:avLst/>
          </a:prstGeom>
        </p:spPr>
        <p:txBody>
          <a:bodyPr/>
          <a:lstStyle/>
          <a:p>
            <a:fld id="{D836C0FE-70CA-4950-82D6-CF602CC2B770}" type="slidenum">
              <a:rPr lang="de-DE" smtClean="0"/>
              <a:t>‹Nr.›</a:t>
            </a:fld>
            <a:endParaRPr lang="de-DE" dirty="0"/>
          </a:p>
        </p:txBody>
      </p:sp>
      <p:sp>
        <p:nvSpPr>
          <p:cNvPr id="2" name="Titel">
            <a:extLst>
              <a:ext uri="{FF2B5EF4-FFF2-40B4-BE49-F238E27FC236}">
                <a16:creationId xmlns:a16="http://schemas.microsoft.com/office/drawing/2014/main" id="{150745D7-A4C0-C2AF-8372-A7A8F52F8206}"/>
              </a:ext>
            </a:extLst>
          </p:cNvPr>
          <p:cNvSpPr>
            <a:spLocks noGrp="1"/>
          </p:cNvSpPr>
          <p:nvPr>
            <p:ph type="title" hasCustomPrompt="1"/>
          </p:nvPr>
        </p:nvSpPr>
        <p:spPr bwMode="gray">
          <a:xfrm>
            <a:off x="695326" y="549000"/>
            <a:ext cx="8928100" cy="792000"/>
          </a:xfrm>
        </p:spPr>
        <p:txBody>
          <a:bodyPr/>
          <a:lstStyle/>
          <a:p>
            <a:r>
              <a:rPr lang="de-DE" noProof="0"/>
              <a:t>Folientitel</a:t>
            </a:r>
            <a:endParaRPr lang="de-DE" noProof="0" dirty="0"/>
          </a:p>
        </p:txBody>
      </p:sp>
      <p:sp>
        <p:nvSpPr>
          <p:cNvPr id="3" name="Inhaltsplatzhalter">
            <a:extLst>
              <a:ext uri="{FF2B5EF4-FFF2-40B4-BE49-F238E27FC236}">
                <a16:creationId xmlns:a16="http://schemas.microsoft.com/office/drawing/2014/main" id="{30AF8B8C-65ED-A652-C3D6-15F54289CA21}"/>
              </a:ext>
            </a:extLst>
          </p:cNvPr>
          <p:cNvSpPr>
            <a:spLocks noGrp="1"/>
          </p:cNvSpPr>
          <p:nvPr>
            <p:ph idx="1" hasCustomPrompt="1"/>
          </p:nvPr>
        </p:nvSpPr>
        <p:spPr bwMode="gray">
          <a:xfrm>
            <a:off x="695324" y="1628999"/>
            <a:ext cx="10800675" cy="4535265"/>
          </a:xfrm>
          <a:prstGeom prst="rect">
            <a:avLst/>
          </a:prstGeom>
        </p:spPr>
        <p:txBody>
          <a:bodyPr anchor="ctr"/>
          <a:lstStyle/>
          <a:p>
            <a:pPr lvl="0"/>
            <a:r>
              <a:rPr lang="de-DE" noProof="0" dirty="0"/>
              <a:t>Das ist ein Fließtext. Nutzen Sie die Schaltflächen „Listenebene erhöhen“ bzw. „verringern“ (auf der Registerlasche „Start“), um die vordefinierten Textformatierungen anzusteuern.</a:t>
            </a:r>
          </a:p>
          <a:p>
            <a:pPr lvl="1"/>
            <a:r>
              <a:rPr lang="de-DE" noProof="0" dirty="0"/>
              <a:t>Zweite Ebene</a:t>
            </a:r>
          </a:p>
          <a:p>
            <a:pPr lvl="2"/>
            <a:r>
              <a:rPr lang="de-DE" noProof="0" dirty="0"/>
              <a:t>Dritte Ebene</a:t>
            </a:r>
          </a:p>
          <a:p>
            <a:pPr lvl="3"/>
            <a:r>
              <a:rPr lang="de-DE" noProof="0" dirty="0"/>
              <a:t>Vierte Ebene</a:t>
            </a:r>
          </a:p>
        </p:txBody>
      </p:sp>
      <p:sp>
        <p:nvSpPr>
          <p:cNvPr id="4" name="Datum">
            <a:extLst>
              <a:ext uri="{FF2B5EF4-FFF2-40B4-BE49-F238E27FC236}">
                <a16:creationId xmlns:a16="http://schemas.microsoft.com/office/drawing/2014/main" id="{ADA380CC-EB11-4907-814A-374A8738070D}"/>
              </a:ext>
              <a:ext uri="{C183D7F6-B498-43B3-948B-1728B52AA6E4}">
                <adec:decorative xmlns:adec="http://schemas.microsoft.com/office/drawing/2017/decorative" val="1"/>
              </a:ext>
            </a:extLst>
          </p:cNvPr>
          <p:cNvSpPr>
            <a:spLocks noGrp="1"/>
          </p:cNvSpPr>
          <p:nvPr>
            <p:ph type="dt" sz="half" idx="10"/>
          </p:nvPr>
        </p:nvSpPr>
        <p:spPr bwMode="gray"/>
        <p:txBody>
          <a:bodyPr/>
          <a:lstStyle/>
          <a:p>
            <a:endParaRPr lang="de-DE" dirty="0"/>
          </a:p>
        </p:txBody>
      </p:sp>
      <p:sp>
        <p:nvSpPr>
          <p:cNvPr id="5" name="Fußzeile">
            <a:extLst>
              <a:ext uri="{FF2B5EF4-FFF2-40B4-BE49-F238E27FC236}">
                <a16:creationId xmlns:a16="http://schemas.microsoft.com/office/drawing/2014/main" id="{188A2690-C068-BA18-C8A9-131C0659FB52}"/>
              </a:ext>
              <a:ext uri="{C183D7F6-B498-43B3-948B-1728B52AA6E4}">
                <adec:decorative xmlns:adec="http://schemas.microsoft.com/office/drawing/2017/decorative" val="1"/>
              </a:ext>
            </a:extLst>
          </p:cNvPr>
          <p:cNvSpPr>
            <a:spLocks noGrp="1"/>
          </p:cNvSpPr>
          <p:nvPr>
            <p:ph type="ftr" sz="quarter" idx="11"/>
          </p:nvPr>
        </p:nvSpPr>
        <p:spPr bwMode="gray"/>
        <p:txBody>
          <a:bodyPr/>
          <a:lstStyle>
            <a:lvl1pPr>
              <a:defRPr/>
            </a:lvl1pPr>
          </a:lstStyle>
          <a:p>
            <a:r>
              <a:rPr lang="de-DE" dirty="0"/>
              <a:t>KMH</a:t>
            </a:r>
          </a:p>
        </p:txBody>
      </p:sp>
    </p:spTree>
    <p:extLst>
      <p:ext uri="{BB962C8B-B14F-4D97-AF65-F5344CB8AC3E}">
        <p14:creationId xmlns:p14="http://schemas.microsoft.com/office/powerpoint/2010/main" val="3232414894"/>
      </p:ext>
    </p:extLst>
  </p:cSld>
  <p:clrMapOvr>
    <a:masterClrMapping/>
  </p:clrMapOvr>
  <p:extLst>
    <p:ext uri="{DCECCB84-F9BA-43D5-87BE-67443E8EF086}">
      <p15:sldGuideLst xmlns:p15="http://schemas.microsoft.com/office/powerpoint/2012/main">
        <p15:guide id="1" orient="horz" pos="1162" userDrawn="1">
          <p15:clr>
            <a:srgbClr val="FBAE40"/>
          </p15:clr>
        </p15:guide>
        <p15:guide id="2" pos="438" userDrawn="1">
          <p15:clr>
            <a:srgbClr val="FBAE40"/>
          </p15:clr>
        </p15:guide>
        <p15:guide id="3" pos="6062" userDrawn="1">
          <p15:clr>
            <a:srgbClr val="FBAE40"/>
          </p15:clr>
        </p15:guide>
        <p15:guide id="4" orient="horz" pos="3883"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Ein Inhalt mit Marginalie">
    <p:spTree>
      <p:nvGrpSpPr>
        <p:cNvPr id="1" name=""/>
        <p:cNvGrpSpPr/>
        <p:nvPr/>
      </p:nvGrpSpPr>
      <p:grpSpPr>
        <a:xfrm>
          <a:off x="0" y="0"/>
          <a:ext cx="0" cy="0"/>
          <a:chOff x="0" y="0"/>
          <a:chExt cx="0" cy="0"/>
        </a:xfrm>
      </p:grpSpPr>
      <p:sp>
        <p:nvSpPr>
          <p:cNvPr id="7" name="Seitenzahl">
            <a:extLst>
              <a:ext uri="{FF2B5EF4-FFF2-40B4-BE49-F238E27FC236}">
                <a16:creationId xmlns:a16="http://schemas.microsoft.com/office/drawing/2014/main" id="{EF1AFF7A-4585-76F7-733F-5E6531ECE8C1}"/>
              </a:ext>
              <a:ext uri="{C183D7F6-B498-43B3-948B-1728B52AA6E4}">
                <adec:decorative xmlns:adec="http://schemas.microsoft.com/office/drawing/2017/decorative" val="0"/>
              </a:ext>
            </a:extLst>
          </p:cNvPr>
          <p:cNvSpPr>
            <a:spLocks noGrp="1"/>
          </p:cNvSpPr>
          <p:nvPr>
            <p:ph type="sldNum" sz="quarter" idx="12"/>
          </p:nvPr>
        </p:nvSpPr>
        <p:spPr bwMode="gray">
          <a:xfrm>
            <a:off x="10992000" y="6439500"/>
            <a:ext cx="504000" cy="144000"/>
          </a:xfrm>
          <a:prstGeom prst="rect">
            <a:avLst/>
          </a:prstGeom>
        </p:spPr>
        <p:txBody>
          <a:bodyPr/>
          <a:lstStyle/>
          <a:p>
            <a:fld id="{D836C0FE-70CA-4950-82D6-CF602CC2B770}" type="slidenum">
              <a:rPr lang="de-DE" smtClean="0"/>
              <a:t>‹Nr.›</a:t>
            </a:fld>
            <a:endParaRPr lang="de-DE" dirty="0"/>
          </a:p>
        </p:txBody>
      </p:sp>
      <p:sp>
        <p:nvSpPr>
          <p:cNvPr id="2" name="Titel">
            <a:extLst>
              <a:ext uri="{FF2B5EF4-FFF2-40B4-BE49-F238E27FC236}">
                <a16:creationId xmlns:a16="http://schemas.microsoft.com/office/drawing/2014/main" id="{59DF58D4-EDD5-F6A1-40AB-072664955C9D}"/>
              </a:ext>
            </a:extLst>
          </p:cNvPr>
          <p:cNvSpPr>
            <a:spLocks noGrp="1"/>
          </p:cNvSpPr>
          <p:nvPr>
            <p:ph type="title" hasCustomPrompt="1"/>
          </p:nvPr>
        </p:nvSpPr>
        <p:spPr bwMode="gray"/>
        <p:txBody>
          <a:bodyPr/>
          <a:lstStyle/>
          <a:p>
            <a:r>
              <a:rPr lang="de-DE"/>
              <a:t>Folientitel</a:t>
            </a:r>
            <a:endParaRPr lang="de-DE" dirty="0"/>
          </a:p>
        </p:txBody>
      </p:sp>
      <p:sp>
        <p:nvSpPr>
          <p:cNvPr id="3" name="Inhaltsplatzhalter 1">
            <a:extLst>
              <a:ext uri="{FF2B5EF4-FFF2-40B4-BE49-F238E27FC236}">
                <a16:creationId xmlns:a16="http://schemas.microsoft.com/office/drawing/2014/main" id="{E5E0B544-4A84-D596-5088-7E62DC3A72EA}"/>
              </a:ext>
            </a:extLst>
          </p:cNvPr>
          <p:cNvSpPr>
            <a:spLocks noGrp="1"/>
          </p:cNvSpPr>
          <p:nvPr>
            <p:ph sz="half" idx="1" hasCustomPrompt="1"/>
          </p:nvPr>
        </p:nvSpPr>
        <p:spPr bwMode="gray">
          <a:xfrm>
            <a:off x="695325" y="1845000"/>
            <a:ext cx="7056438" cy="4320000"/>
          </a:xfrm>
          <a:prstGeom prst="rect">
            <a:avLst/>
          </a:prstGeom>
        </p:spPr>
        <p:txBody>
          <a:bodyPr anchor="ctr"/>
          <a:lstStyle>
            <a:lvl5pPr>
              <a:defRPr/>
            </a:lvl5pPr>
          </a:lstStyle>
          <a:p>
            <a:pPr lvl="0"/>
            <a:r>
              <a:rPr lang="de-DE"/>
              <a:t>Das ist ein Fließtext. Nutzen Sie die Schaltflächen „Listenebene erhöhen“ bzw. „verringern“ (auf der Registerlasche „Start“), um die vordefinierten Textformatierungen anzusteuern.</a:t>
            </a:r>
          </a:p>
          <a:p>
            <a:pPr lvl="1"/>
            <a:r>
              <a:rPr lang="de-DE"/>
              <a:t>Zweite Ebene</a:t>
            </a:r>
          </a:p>
          <a:p>
            <a:pPr lvl="2"/>
            <a:r>
              <a:rPr lang="de-DE"/>
              <a:t>Dritte Ebene</a:t>
            </a:r>
          </a:p>
          <a:p>
            <a:pPr lvl="3"/>
            <a:r>
              <a:rPr lang="de-DE"/>
              <a:t>Vierte Ebene</a:t>
            </a:r>
            <a:endParaRPr lang="de-DE" dirty="0"/>
          </a:p>
        </p:txBody>
      </p:sp>
      <p:sp>
        <p:nvSpPr>
          <p:cNvPr id="4" name="Inhaltsplatzhalter 2">
            <a:extLst>
              <a:ext uri="{FF2B5EF4-FFF2-40B4-BE49-F238E27FC236}">
                <a16:creationId xmlns:a16="http://schemas.microsoft.com/office/drawing/2014/main" id="{02207B24-6E6F-3E0B-0B80-7991B818D746}"/>
              </a:ext>
            </a:extLst>
          </p:cNvPr>
          <p:cNvSpPr>
            <a:spLocks noGrp="1"/>
          </p:cNvSpPr>
          <p:nvPr>
            <p:ph sz="half" idx="2" hasCustomPrompt="1"/>
          </p:nvPr>
        </p:nvSpPr>
        <p:spPr bwMode="gray">
          <a:xfrm>
            <a:off x="8183562" y="1845000"/>
            <a:ext cx="3313113" cy="4320000"/>
          </a:xfrm>
          <a:prstGeom prst="rect">
            <a:avLst/>
          </a:prstGeom>
        </p:spPr>
        <p:txBody>
          <a:bodyPr anchor="ctr"/>
          <a:lstStyle>
            <a:lvl5pPr>
              <a:defRPr/>
            </a:lvl5pPr>
          </a:lstStyle>
          <a:p>
            <a:pPr lvl="0"/>
            <a:r>
              <a:rPr lang="de-DE" dirty="0"/>
              <a:t>Das ist ein Fließtext. Nutzen Sie die Schaltflächen „Listenebene erhöhen“ bzw. „verringern“ (auf der Registerlasche „Start“), um die vordefinierten Textformatierungen anzusteuern.</a:t>
            </a:r>
          </a:p>
          <a:p>
            <a:pPr lvl="1"/>
            <a:r>
              <a:rPr lang="de-DE" dirty="0"/>
              <a:t>Zweite Ebene</a:t>
            </a:r>
          </a:p>
          <a:p>
            <a:pPr lvl="2"/>
            <a:r>
              <a:rPr lang="de-DE" dirty="0"/>
              <a:t>Dritte Ebene</a:t>
            </a:r>
          </a:p>
          <a:p>
            <a:pPr lvl="3"/>
            <a:r>
              <a:rPr lang="de-DE" dirty="0"/>
              <a:t>Vierte Ebene</a:t>
            </a:r>
          </a:p>
        </p:txBody>
      </p:sp>
      <p:sp>
        <p:nvSpPr>
          <p:cNvPr id="5" name="Datum">
            <a:extLst>
              <a:ext uri="{FF2B5EF4-FFF2-40B4-BE49-F238E27FC236}">
                <a16:creationId xmlns:a16="http://schemas.microsoft.com/office/drawing/2014/main" id="{E83F9E42-7406-F5E4-1F1F-65560C8C7A20}"/>
              </a:ext>
              <a:ext uri="{C183D7F6-B498-43B3-948B-1728B52AA6E4}">
                <adec:decorative xmlns:adec="http://schemas.microsoft.com/office/drawing/2017/decorative" val="1"/>
              </a:ext>
            </a:extLst>
          </p:cNvPr>
          <p:cNvSpPr>
            <a:spLocks noGrp="1"/>
          </p:cNvSpPr>
          <p:nvPr>
            <p:ph type="dt" sz="half" idx="10"/>
          </p:nvPr>
        </p:nvSpPr>
        <p:spPr bwMode="gray"/>
        <p:txBody>
          <a:bodyPr/>
          <a:lstStyle/>
          <a:p>
            <a:endParaRPr lang="de-DE" dirty="0"/>
          </a:p>
        </p:txBody>
      </p:sp>
      <p:sp>
        <p:nvSpPr>
          <p:cNvPr id="6" name="Fußzeile">
            <a:extLst>
              <a:ext uri="{FF2B5EF4-FFF2-40B4-BE49-F238E27FC236}">
                <a16:creationId xmlns:a16="http://schemas.microsoft.com/office/drawing/2014/main" id="{851D40C1-7189-7EBF-D7A5-A84045DB92DC}"/>
              </a:ext>
              <a:ext uri="{C183D7F6-B498-43B3-948B-1728B52AA6E4}">
                <adec:decorative xmlns:adec="http://schemas.microsoft.com/office/drawing/2017/decorative" val="1"/>
              </a:ext>
            </a:extLst>
          </p:cNvPr>
          <p:cNvSpPr>
            <a:spLocks noGrp="1"/>
          </p:cNvSpPr>
          <p:nvPr>
            <p:ph type="ftr" sz="quarter" idx="11"/>
          </p:nvPr>
        </p:nvSpPr>
        <p:spPr bwMode="gray"/>
        <p:txBody>
          <a:bodyPr/>
          <a:lstStyle>
            <a:lvl1pPr>
              <a:defRPr/>
            </a:lvl1pPr>
          </a:lstStyle>
          <a:p>
            <a:r>
              <a:rPr lang="de-DE" dirty="0"/>
              <a:t>KMH</a:t>
            </a:r>
          </a:p>
        </p:txBody>
      </p:sp>
    </p:spTree>
    <p:extLst>
      <p:ext uri="{BB962C8B-B14F-4D97-AF65-F5344CB8AC3E}">
        <p14:creationId xmlns:p14="http://schemas.microsoft.com/office/powerpoint/2010/main" val="177052816"/>
      </p:ext>
    </p:extLst>
  </p:cSld>
  <p:clrMapOvr>
    <a:masterClrMapping/>
  </p:clrMapOvr>
  <p:extLst>
    <p:ext uri="{DCECCB84-F9BA-43D5-87BE-67443E8EF086}">
      <p15:sldGuideLst xmlns:p15="http://schemas.microsoft.com/office/powerpoint/2012/main">
        <p15:guide id="1" orient="horz" pos="1162" userDrawn="1">
          <p15:clr>
            <a:srgbClr val="FBAE40"/>
          </p15:clr>
        </p15:guide>
        <p15:guide id="2" pos="5155" userDrawn="1">
          <p15:clr>
            <a:srgbClr val="FBAE40"/>
          </p15:clr>
        </p15:guide>
        <p15:guide id="3" pos="438" userDrawn="1">
          <p15:clr>
            <a:srgbClr val="FBAE40"/>
          </p15:clr>
        </p15:guide>
        <p15:guide id="4" pos="4883" userDrawn="1">
          <p15:clr>
            <a:srgbClr val="FBAE40"/>
          </p15:clr>
        </p15:guide>
        <p15:guide id="5" orient="horz" pos="3883" userDrawn="1">
          <p15:clr>
            <a:srgbClr val="FBAE40"/>
          </p15:clr>
        </p15:guide>
        <p15:guide id="6" pos="7242"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7" name="Seitenzahl">
            <a:extLst>
              <a:ext uri="{FF2B5EF4-FFF2-40B4-BE49-F238E27FC236}">
                <a16:creationId xmlns:a16="http://schemas.microsoft.com/office/drawing/2014/main" id="{EF1AFF7A-4585-76F7-733F-5E6531ECE8C1}"/>
              </a:ext>
              <a:ext uri="{C183D7F6-B498-43B3-948B-1728B52AA6E4}">
                <adec:decorative xmlns:adec="http://schemas.microsoft.com/office/drawing/2017/decorative" val="0"/>
              </a:ext>
            </a:extLst>
          </p:cNvPr>
          <p:cNvSpPr>
            <a:spLocks noGrp="1"/>
          </p:cNvSpPr>
          <p:nvPr>
            <p:ph type="sldNum" sz="quarter" idx="12"/>
          </p:nvPr>
        </p:nvSpPr>
        <p:spPr bwMode="gray">
          <a:xfrm>
            <a:off x="10992000" y="6439500"/>
            <a:ext cx="504000" cy="144000"/>
          </a:xfrm>
          <a:prstGeom prst="rect">
            <a:avLst/>
          </a:prstGeom>
        </p:spPr>
        <p:txBody>
          <a:bodyPr/>
          <a:lstStyle/>
          <a:p>
            <a:fld id="{D836C0FE-70CA-4950-82D6-CF602CC2B770}" type="slidenum">
              <a:rPr lang="de-DE" smtClean="0"/>
              <a:t>‹Nr.›</a:t>
            </a:fld>
            <a:endParaRPr lang="de-DE" dirty="0"/>
          </a:p>
        </p:txBody>
      </p:sp>
      <p:sp>
        <p:nvSpPr>
          <p:cNvPr id="2" name="Titel">
            <a:extLst>
              <a:ext uri="{FF2B5EF4-FFF2-40B4-BE49-F238E27FC236}">
                <a16:creationId xmlns:a16="http://schemas.microsoft.com/office/drawing/2014/main" id="{59DF58D4-EDD5-F6A1-40AB-072664955C9D}"/>
              </a:ext>
            </a:extLst>
          </p:cNvPr>
          <p:cNvSpPr>
            <a:spLocks noGrp="1"/>
          </p:cNvSpPr>
          <p:nvPr>
            <p:ph type="title" hasCustomPrompt="1"/>
          </p:nvPr>
        </p:nvSpPr>
        <p:spPr bwMode="gray"/>
        <p:txBody>
          <a:bodyPr/>
          <a:lstStyle/>
          <a:p>
            <a:r>
              <a:rPr lang="de-DE"/>
              <a:t>Folientitel</a:t>
            </a:r>
            <a:endParaRPr lang="de-DE" dirty="0"/>
          </a:p>
        </p:txBody>
      </p:sp>
      <p:sp>
        <p:nvSpPr>
          <p:cNvPr id="3" name="Inhaltsplatzhalter 1">
            <a:extLst>
              <a:ext uri="{FF2B5EF4-FFF2-40B4-BE49-F238E27FC236}">
                <a16:creationId xmlns:a16="http://schemas.microsoft.com/office/drawing/2014/main" id="{E5E0B544-4A84-D596-5088-7E62DC3A72EA}"/>
              </a:ext>
            </a:extLst>
          </p:cNvPr>
          <p:cNvSpPr>
            <a:spLocks noGrp="1"/>
          </p:cNvSpPr>
          <p:nvPr>
            <p:ph sz="half" idx="1" hasCustomPrompt="1"/>
          </p:nvPr>
        </p:nvSpPr>
        <p:spPr bwMode="gray">
          <a:xfrm>
            <a:off x="695325" y="1845000"/>
            <a:ext cx="5184775" cy="4320000"/>
          </a:xfrm>
          <a:prstGeom prst="rect">
            <a:avLst/>
          </a:prstGeom>
        </p:spPr>
        <p:txBody>
          <a:bodyPr anchor="ctr"/>
          <a:lstStyle>
            <a:lvl5pPr>
              <a:defRPr/>
            </a:lvl5pPr>
          </a:lstStyle>
          <a:p>
            <a:pPr lvl="0"/>
            <a:r>
              <a:rPr lang="de-DE"/>
              <a:t>Das ist ein Fließtext. Nutzen Sie die Schaltflächen „Listenebene erhöhen“ bzw. „verringern“ (auf der Registerlasche „Start“), um die vordefinierten Textformatierungen anzusteuern.</a:t>
            </a:r>
          </a:p>
          <a:p>
            <a:pPr lvl="1"/>
            <a:r>
              <a:rPr lang="de-DE"/>
              <a:t>Zweite Ebene</a:t>
            </a:r>
          </a:p>
          <a:p>
            <a:pPr lvl="2"/>
            <a:r>
              <a:rPr lang="de-DE"/>
              <a:t>Dritte Ebene</a:t>
            </a:r>
          </a:p>
          <a:p>
            <a:pPr lvl="3"/>
            <a:r>
              <a:rPr lang="de-DE"/>
              <a:t>Vierte Ebene</a:t>
            </a:r>
            <a:endParaRPr lang="de-DE" dirty="0"/>
          </a:p>
        </p:txBody>
      </p:sp>
      <p:sp>
        <p:nvSpPr>
          <p:cNvPr id="4" name="Inhaltsplatzhalter 2">
            <a:extLst>
              <a:ext uri="{FF2B5EF4-FFF2-40B4-BE49-F238E27FC236}">
                <a16:creationId xmlns:a16="http://schemas.microsoft.com/office/drawing/2014/main" id="{02207B24-6E6F-3E0B-0B80-7991B818D746}"/>
              </a:ext>
            </a:extLst>
          </p:cNvPr>
          <p:cNvSpPr>
            <a:spLocks noGrp="1"/>
          </p:cNvSpPr>
          <p:nvPr>
            <p:ph sz="half" idx="2" hasCustomPrompt="1"/>
          </p:nvPr>
        </p:nvSpPr>
        <p:spPr bwMode="gray">
          <a:xfrm>
            <a:off x="6311900" y="1845000"/>
            <a:ext cx="5184775" cy="4320000"/>
          </a:xfrm>
          <a:prstGeom prst="rect">
            <a:avLst/>
          </a:prstGeom>
        </p:spPr>
        <p:txBody>
          <a:bodyPr anchor="ctr"/>
          <a:lstStyle>
            <a:lvl5pPr>
              <a:defRPr/>
            </a:lvl5pPr>
          </a:lstStyle>
          <a:p>
            <a:pPr lvl="0"/>
            <a:r>
              <a:rPr lang="de-DE"/>
              <a:t>Das ist ein Fließtext. Nutzen Sie die Schaltflächen „Listenebene erhöhen“ bzw. „verringern“ (auf der Registerlasche „Start“), um die vordefinierten Textformatierungen anzusteuern.</a:t>
            </a:r>
          </a:p>
          <a:p>
            <a:pPr lvl="1"/>
            <a:r>
              <a:rPr lang="de-DE"/>
              <a:t>Zweite Ebene</a:t>
            </a:r>
          </a:p>
          <a:p>
            <a:pPr lvl="2"/>
            <a:r>
              <a:rPr lang="de-DE"/>
              <a:t>Dritte Ebene</a:t>
            </a:r>
          </a:p>
          <a:p>
            <a:pPr lvl="3"/>
            <a:r>
              <a:rPr lang="de-DE"/>
              <a:t>Vierte Ebene</a:t>
            </a:r>
            <a:endParaRPr lang="de-DE" dirty="0"/>
          </a:p>
        </p:txBody>
      </p:sp>
      <p:sp>
        <p:nvSpPr>
          <p:cNvPr id="5" name="Datum">
            <a:extLst>
              <a:ext uri="{FF2B5EF4-FFF2-40B4-BE49-F238E27FC236}">
                <a16:creationId xmlns:a16="http://schemas.microsoft.com/office/drawing/2014/main" id="{E83F9E42-7406-F5E4-1F1F-65560C8C7A20}"/>
              </a:ext>
              <a:ext uri="{C183D7F6-B498-43B3-948B-1728B52AA6E4}">
                <adec:decorative xmlns:adec="http://schemas.microsoft.com/office/drawing/2017/decorative" val="1"/>
              </a:ext>
            </a:extLst>
          </p:cNvPr>
          <p:cNvSpPr>
            <a:spLocks noGrp="1"/>
          </p:cNvSpPr>
          <p:nvPr>
            <p:ph type="dt" sz="half" idx="10"/>
          </p:nvPr>
        </p:nvSpPr>
        <p:spPr bwMode="gray"/>
        <p:txBody>
          <a:bodyPr/>
          <a:lstStyle/>
          <a:p>
            <a:endParaRPr lang="de-DE" dirty="0"/>
          </a:p>
        </p:txBody>
      </p:sp>
      <p:sp>
        <p:nvSpPr>
          <p:cNvPr id="6" name="Fußzeile">
            <a:extLst>
              <a:ext uri="{FF2B5EF4-FFF2-40B4-BE49-F238E27FC236}">
                <a16:creationId xmlns:a16="http://schemas.microsoft.com/office/drawing/2014/main" id="{851D40C1-7189-7EBF-D7A5-A84045DB92DC}"/>
              </a:ext>
              <a:ext uri="{C183D7F6-B498-43B3-948B-1728B52AA6E4}">
                <adec:decorative xmlns:adec="http://schemas.microsoft.com/office/drawing/2017/decorative" val="1"/>
              </a:ext>
            </a:extLst>
          </p:cNvPr>
          <p:cNvSpPr>
            <a:spLocks noGrp="1"/>
          </p:cNvSpPr>
          <p:nvPr>
            <p:ph type="ftr" sz="quarter" idx="11"/>
          </p:nvPr>
        </p:nvSpPr>
        <p:spPr bwMode="gray"/>
        <p:txBody>
          <a:bodyPr/>
          <a:lstStyle>
            <a:lvl1pPr>
              <a:defRPr/>
            </a:lvl1pPr>
          </a:lstStyle>
          <a:p>
            <a:r>
              <a:rPr lang="de-DE" dirty="0"/>
              <a:t>KMH</a:t>
            </a:r>
          </a:p>
        </p:txBody>
      </p:sp>
    </p:spTree>
    <p:extLst>
      <p:ext uri="{BB962C8B-B14F-4D97-AF65-F5344CB8AC3E}">
        <p14:creationId xmlns:p14="http://schemas.microsoft.com/office/powerpoint/2010/main" val="3888075122"/>
      </p:ext>
    </p:extLst>
  </p:cSld>
  <p:clrMapOvr>
    <a:masterClrMapping/>
  </p:clrMapOvr>
  <p:extLst>
    <p:ext uri="{DCECCB84-F9BA-43D5-87BE-67443E8EF086}">
      <p15:sldGuideLst xmlns:p15="http://schemas.microsoft.com/office/powerpoint/2012/main">
        <p15:guide id="1" orient="horz" pos="1162" userDrawn="1">
          <p15:clr>
            <a:srgbClr val="FBAE40"/>
          </p15:clr>
        </p15:guide>
        <p15:guide id="2" pos="3976" userDrawn="1">
          <p15:clr>
            <a:srgbClr val="FBAE40"/>
          </p15:clr>
        </p15:guide>
        <p15:guide id="3" pos="438" userDrawn="1">
          <p15:clr>
            <a:srgbClr val="FBAE40"/>
          </p15:clr>
        </p15:guide>
        <p15:guide id="4" pos="3704" userDrawn="1">
          <p15:clr>
            <a:srgbClr val="FBAE40"/>
          </p15:clr>
        </p15:guide>
        <p15:guide id="5" orient="horz" pos="3883" userDrawn="1">
          <p15:clr>
            <a:srgbClr val="FBAE40"/>
          </p15:clr>
        </p15:guide>
        <p15:guide id="6" pos="7242"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3 Inhalt | 1/3 Bild | Plakativ">
    <p:spTree>
      <p:nvGrpSpPr>
        <p:cNvPr id="1" name=""/>
        <p:cNvGrpSpPr/>
        <p:nvPr/>
      </p:nvGrpSpPr>
      <p:grpSpPr>
        <a:xfrm>
          <a:off x="0" y="0"/>
          <a:ext cx="0" cy="0"/>
          <a:chOff x="0" y="0"/>
          <a:chExt cx="0" cy="0"/>
        </a:xfrm>
      </p:grpSpPr>
      <p:sp>
        <p:nvSpPr>
          <p:cNvPr id="19" name="Seitenzahl">
            <a:extLst>
              <a:ext uri="{FF2B5EF4-FFF2-40B4-BE49-F238E27FC236}">
                <a16:creationId xmlns:a16="http://schemas.microsoft.com/office/drawing/2014/main" id="{1FE84F85-E87D-A7F5-E6B5-FACAE49239DB}"/>
              </a:ext>
              <a:ext uri="{C183D7F6-B498-43B3-948B-1728B52AA6E4}">
                <adec:decorative xmlns:adec="http://schemas.microsoft.com/office/drawing/2017/decorative" val="0"/>
              </a:ext>
            </a:extLst>
          </p:cNvPr>
          <p:cNvSpPr>
            <a:spLocks noGrp="1"/>
          </p:cNvSpPr>
          <p:nvPr>
            <p:ph type="sldNum" sz="quarter" idx="17"/>
          </p:nvPr>
        </p:nvSpPr>
        <p:spPr bwMode="gray">
          <a:xfrm>
            <a:off x="10992000" y="6439500"/>
            <a:ext cx="504000" cy="144000"/>
          </a:xfrm>
          <a:prstGeom prst="rect">
            <a:avLst/>
          </a:prstGeom>
        </p:spPr>
        <p:txBody>
          <a:bodyPr/>
          <a:lstStyle>
            <a:lvl1pPr>
              <a:defRPr>
                <a:solidFill>
                  <a:schemeClr val="tx1">
                    <a:alpha val="0"/>
                  </a:schemeClr>
                </a:solidFill>
              </a:defRPr>
            </a:lvl1pPr>
          </a:lstStyle>
          <a:p>
            <a:fld id="{D836C0FE-70CA-4950-82D6-CF602CC2B770}" type="slidenum">
              <a:rPr lang="de-DE" smtClean="0"/>
              <a:pPr/>
              <a:t>‹Nr.›</a:t>
            </a:fld>
            <a:endParaRPr lang="de-DE" dirty="0"/>
          </a:p>
        </p:txBody>
      </p:sp>
      <p:sp>
        <p:nvSpPr>
          <p:cNvPr id="2" name="Titel">
            <a:extLst>
              <a:ext uri="{FF2B5EF4-FFF2-40B4-BE49-F238E27FC236}">
                <a16:creationId xmlns:a16="http://schemas.microsoft.com/office/drawing/2014/main" id="{59DF58D4-EDD5-F6A1-40AB-072664955C9D}"/>
              </a:ext>
            </a:extLst>
          </p:cNvPr>
          <p:cNvSpPr>
            <a:spLocks noGrp="1"/>
          </p:cNvSpPr>
          <p:nvPr>
            <p:ph type="title" hasCustomPrompt="1"/>
          </p:nvPr>
        </p:nvSpPr>
        <p:spPr bwMode="gray">
          <a:xfrm>
            <a:off x="695326" y="693000"/>
            <a:ext cx="6553200" cy="1656000"/>
          </a:xfrm>
        </p:spPr>
        <p:txBody>
          <a:bodyPr anchor="ctr" anchorCtr="0"/>
          <a:lstStyle>
            <a:lvl1pPr>
              <a:lnSpc>
                <a:spcPct val="100000"/>
              </a:lnSpc>
              <a:defRPr sz="3600"/>
            </a:lvl1pPr>
          </a:lstStyle>
          <a:p>
            <a:r>
              <a:rPr lang="de-DE"/>
              <a:t>Folientitel</a:t>
            </a:r>
            <a:endParaRPr lang="de-DE" dirty="0"/>
          </a:p>
        </p:txBody>
      </p:sp>
      <p:sp>
        <p:nvSpPr>
          <p:cNvPr id="3" name="Inhaltsplatzhalter">
            <a:extLst>
              <a:ext uri="{FF2B5EF4-FFF2-40B4-BE49-F238E27FC236}">
                <a16:creationId xmlns:a16="http://schemas.microsoft.com/office/drawing/2014/main" id="{E5E0B544-4A84-D596-5088-7E62DC3A72EA}"/>
              </a:ext>
            </a:extLst>
          </p:cNvPr>
          <p:cNvSpPr>
            <a:spLocks noGrp="1"/>
          </p:cNvSpPr>
          <p:nvPr>
            <p:ph sz="half" idx="1" hasCustomPrompt="1"/>
          </p:nvPr>
        </p:nvSpPr>
        <p:spPr bwMode="gray">
          <a:xfrm>
            <a:off x="695325" y="2780999"/>
            <a:ext cx="6553200" cy="3383263"/>
          </a:xfrm>
          <a:prstGeom prst="rect">
            <a:avLst/>
          </a:prstGeom>
        </p:spPr>
        <p:txBody>
          <a:bodyPr anchor="ctr"/>
          <a:lstStyle>
            <a:lvl5pPr>
              <a:defRPr/>
            </a:lvl5pPr>
          </a:lstStyle>
          <a:p>
            <a:pPr lvl="0"/>
            <a:r>
              <a:rPr lang="de-DE"/>
              <a:t>Das ist ein Fließtext. Nutzen Sie die Schaltflächen „Listenebene erhöhen“ bzw. „verringern“ (auf der Registerlasche „Start“), um die vordefinierten Textformatierungen anzusteuern.</a:t>
            </a:r>
          </a:p>
          <a:p>
            <a:pPr lvl="1"/>
            <a:r>
              <a:rPr lang="de-DE"/>
              <a:t>Zweite Ebene</a:t>
            </a:r>
          </a:p>
          <a:p>
            <a:pPr lvl="2"/>
            <a:r>
              <a:rPr lang="de-DE"/>
              <a:t>Dritte Ebene</a:t>
            </a:r>
          </a:p>
          <a:p>
            <a:pPr lvl="3"/>
            <a:r>
              <a:rPr lang="de-DE"/>
              <a:t>Vierte Ebene</a:t>
            </a:r>
            <a:endParaRPr lang="de-DE" dirty="0"/>
          </a:p>
        </p:txBody>
      </p:sp>
      <p:sp>
        <p:nvSpPr>
          <p:cNvPr id="11" name="Bildplatzhalter">
            <a:extLst>
              <a:ext uri="{FF2B5EF4-FFF2-40B4-BE49-F238E27FC236}">
                <a16:creationId xmlns:a16="http://schemas.microsoft.com/office/drawing/2014/main" id="{FAA5048C-F469-9EBB-1545-BE067778550E}"/>
              </a:ext>
            </a:extLst>
          </p:cNvPr>
          <p:cNvSpPr>
            <a:spLocks noGrp="1"/>
          </p:cNvSpPr>
          <p:nvPr>
            <p:ph type="pic" idx="13" hasCustomPrompt="1"/>
          </p:nvPr>
        </p:nvSpPr>
        <p:spPr bwMode="gray">
          <a:xfrm>
            <a:off x="8184000" y="0"/>
            <a:ext cx="4008000" cy="6858000"/>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17" name="Datum">
            <a:extLst>
              <a:ext uri="{FF2B5EF4-FFF2-40B4-BE49-F238E27FC236}">
                <a16:creationId xmlns:a16="http://schemas.microsoft.com/office/drawing/2014/main" id="{35C59BB5-79BC-E0E7-BA01-48006270CC92}"/>
              </a:ext>
              <a:ext uri="{C183D7F6-B498-43B3-948B-1728B52AA6E4}">
                <adec:decorative xmlns:adec="http://schemas.microsoft.com/office/drawing/2017/decorative" val="1"/>
              </a:ext>
            </a:extLst>
          </p:cNvPr>
          <p:cNvSpPr>
            <a:spLocks noGrp="1"/>
          </p:cNvSpPr>
          <p:nvPr>
            <p:ph type="dt" sz="half" idx="15"/>
          </p:nvPr>
        </p:nvSpPr>
        <p:spPr bwMode="gray"/>
        <p:txBody>
          <a:bodyPr/>
          <a:lstStyle/>
          <a:p>
            <a:endParaRPr lang="de-DE" dirty="0"/>
          </a:p>
        </p:txBody>
      </p:sp>
      <p:sp>
        <p:nvSpPr>
          <p:cNvPr id="18" name="Fußzeile">
            <a:extLst>
              <a:ext uri="{FF2B5EF4-FFF2-40B4-BE49-F238E27FC236}">
                <a16:creationId xmlns:a16="http://schemas.microsoft.com/office/drawing/2014/main" id="{AC3E8207-98FD-1844-85F2-0ACEE244789B}"/>
              </a:ext>
              <a:ext uri="{C183D7F6-B498-43B3-948B-1728B52AA6E4}">
                <adec:decorative xmlns:adec="http://schemas.microsoft.com/office/drawing/2017/decorative" val="1"/>
              </a:ext>
            </a:extLst>
          </p:cNvPr>
          <p:cNvSpPr>
            <a:spLocks noGrp="1"/>
          </p:cNvSpPr>
          <p:nvPr>
            <p:ph type="ftr" sz="quarter" idx="16"/>
          </p:nvPr>
        </p:nvSpPr>
        <p:spPr bwMode="gray">
          <a:xfrm>
            <a:off x="1560000" y="6439500"/>
            <a:ext cx="5688000" cy="144000"/>
          </a:xfrm>
        </p:spPr>
        <p:txBody>
          <a:bodyPr/>
          <a:lstStyle>
            <a:lvl1pPr>
              <a:defRPr/>
            </a:lvl1pPr>
          </a:lstStyle>
          <a:p>
            <a:r>
              <a:rPr lang="de-DE" dirty="0"/>
              <a:t>KMH</a:t>
            </a:r>
          </a:p>
        </p:txBody>
      </p:sp>
      <p:sp>
        <p:nvSpPr>
          <p:cNvPr id="12" name="Logo">
            <a:extLst>
              <a:ext uri="{FF2B5EF4-FFF2-40B4-BE49-F238E27FC236}">
                <a16:creationId xmlns:a16="http://schemas.microsoft.com/office/drawing/2014/main" id="{D920654A-CDF2-1EE4-1D99-B1A4C7A4C65D}"/>
              </a:ext>
              <a:ext uri="{C183D7F6-B498-43B3-948B-1728B52AA6E4}">
                <adec:decorative xmlns:adec="http://schemas.microsoft.com/office/drawing/2017/decorative" val="1"/>
              </a:ext>
            </a:extLst>
          </p:cNvPr>
          <p:cNvSpPr>
            <a:spLocks noGrp="1" noChangeAspect="1"/>
          </p:cNvSpPr>
          <p:nvPr>
            <p:ph type="body" sz="quarter" idx="14" hasCustomPrompt="1"/>
          </p:nvPr>
        </p:nvSpPr>
        <p:spPr bwMode="gray">
          <a:xfrm>
            <a:off x="10992001" y="483651"/>
            <a:ext cx="504000" cy="516923"/>
          </a:xfrm>
          <a:prstGeom prst="rect">
            <a:avLst/>
          </a:prstGeom>
          <a:blipFill>
            <a:blip>
              <a:extLst>
                <a:ext uri="{96DAC541-7B7A-43D3-8B79-37D633B846F1}">
                  <asvg:svgBlip xmlns:asvg="http://schemas.microsoft.com/office/drawing/2016/SVG/main" r:embed="rId2"/>
                </a:ext>
              </a:extLst>
            </a:blip>
            <a:stretch>
              <a:fillRect/>
            </a:stretch>
          </a:blipFill>
          <a:ln>
            <a:noFill/>
          </a:ln>
        </p:spPr>
        <p:txBody>
          <a:bodyPr/>
          <a:lstStyle>
            <a:lvl1pPr marL="0" indent="0">
              <a:spcBef>
                <a:spcPts val="0"/>
              </a:spcBef>
              <a:spcAft>
                <a:spcPts val="0"/>
              </a:spcAft>
              <a:buFontTx/>
              <a:buNone/>
              <a:defRPr sz="100" b="0">
                <a:noFill/>
                <a:latin typeface="+mn-lt"/>
              </a:defRPr>
            </a:lvl1pPr>
            <a:lvl2pPr marL="0" indent="0">
              <a:spcBef>
                <a:spcPts val="0"/>
              </a:spcBef>
              <a:spcAft>
                <a:spcPts val="0"/>
              </a:spcAft>
              <a:buFontTx/>
              <a:buNone/>
              <a:defRPr sz="100" b="0">
                <a:noFill/>
                <a:latin typeface="+mn-lt"/>
              </a:defRPr>
            </a:lvl2pPr>
            <a:lvl3pPr marL="0" indent="0">
              <a:spcBef>
                <a:spcPts val="0"/>
              </a:spcBef>
              <a:spcAft>
                <a:spcPts val="0"/>
              </a:spcAft>
              <a:buFontTx/>
              <a:buNone/>
              <a:defRPr sz="100" b="0">
                <a:noFill/>
                <a:latin typeface="+mn-lt"/>
              </a:defRPr>
            </a:lvl3pPr>
            <a:lvl4pPr marL="0" indent="0">
              <a:spcBef>
                <a:spcPts val="0"/>
              </a:spcBef>
              <a:spcAft>
                <a:spcPts val="0"/>
              </a:spcAft>
              <a:buFontTx/>
              <a:buNone/>
              <a:defRPr sz="100" b="0">
                <a:noFill/>
                <a:latin typeface="+mn-lt"/>
              </a:defRPr>
            </a:lvl4pPr>
            <a:lvl5pPr marL="0" indent="0">
              <a:spcBef>
                <a:spcPts val="0"/>
              </a:spcBef>
              <a:spcAft>
                <a:spcPts val="0"/>
              </a:spcAft>
              <a:buFontTx/>
              <a:buNone/>
              <a:defRPr sz="100" b="0">
                <a:noFill/>
                <a:latin typeface="+mn-lt"/>
              </a:defRPr>
            </a:lvl5pPr>
            <a:lvl6pPr marL="0" indent="0">
              <a:spcBef>
                <a:spcPts val="0"/>
              </a:spcBef>
              <a:spcAft>
                <a:spcPts val="0"/>
              </a:spcAft>
              <a:buFontTx/>
              <a:buNone/>
              <a:defRPr sz="100" b="0">
                <a:noFill/>
                <a:latin typeface="+mn-lt"/>
              </a:defRPr>
            </a:lvl6pPr>
            <a:lvl7pPr marL="0" indent="0">
              <a:spcBef>
                <a:spcPts val="0"/>
              </a:spcBef>
              <a:spcAft>
                <a:spcPts val="0"/>
              </a:spcAft>
              <a:buFontTx/>
              <a:buNone/>
              <a:defRPr sz="100" b="0">
                <a:noFill/>
                <a:latin typeface="+mn-lt"/>
              </a:defRPr>
            </a:lvl7pPr>
            <a:lvl8pPr marL="0" indent="0">
              <a:spcBef>
                <a:spcPts val="0"/>
              </a:spcBef>
              <a:spcAft>
                <a:spcPts val="0"/>
              </a:spcAft>
              <a:buFontTx/>
              <a:buNone/>
              <a:defRPr sz="100" b="0">
                <a:noFill/>
                <a:latin typeface="+mn-lt"/>
              </a:defRPr>
            </a:lvl8pPr>
            <a:lvl9pPr marL="0" indent="0">
              <a:spcBef>
                <a:spcPts val="0"/>
              </a:spcBef>
              <a:spcAft>
                <a:spcPts val="0"/>
              </a:spcAft>
              <a:buFontTx/>
              <a:buNone/>
              <a:defRPr sz="100" b="0">
                <a:noFill/>
                <a:latin typeface="+mn-lt"/>
              </a:defRPr>
            </a:lvl9pPr>
          </a:lstStyle>
          <a:p>
            <a:pPr lvl="0"/>
            <a:r>
              <a:rPr lang="de-DE" dirty="0"/>
              <a:t> </a:t>
            </a:r>
          </a:p>
        </p:txBody>
      </p:sp>
    </p:spTree>
    <p:extLst>
      <p:ext uri="{BB962C8B-B14F-4D97-AF65-F5344CB8AC3E}">
        <p14:creationId xmlns:p14="http://schemas.microsoft.com/office/powerpoint/2010/main" val="2605531153"/>
      </p:ext>
    </p:extLst>
  </p:cSld>
  <p:clrMapOvr>
    <a:masterClrMapping/>
  </p:clrMapOvr>
  <p:extLst>
    <p:ext uri="{DCECCB84-F9BA-43D5-87BE-67443E8EF086}">
      <p15:sldGuideLst xmlns:p15="http://schemas.microsoft.com/office/powerpoint/2012/main">
        <p15:guide id="1" orient="horz" pos="437" userDrawn="1">
          <p15:clr>
            <a:srgbClr val="FBAE40"/>
          </p15:clr>
        </p15:guide>
        <p15:guide id="3" pos="438" userDrawn="1">
          <p15:clr>
            <a:srgbClr val="FBAE40"/>
          </p15:clr>
        </p15:guide>
        <p15:guide id="4" pos="4566" userDrawn="1">
          <p15:clr>
            <a:srgbClr val="FBAE40"/>
          </p15:clr>
        </p15:guide>
        <p15:guide id="5" orient="horz" pos="3883"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Contentslide">
    <p:spTree>
      <p:nvGrpSpPr>
        <p:cNvPr id="1" name=""/>
        <p:cNvGrpSpPr/>
        <p:nvPr/>
      </p:nvGrpSpPr>
      <p:grpSpPr>
        <a:xfrm>
          <a:off x="0" y="0"/>
          <a:ext cx="0" cy="0"/>
          <a:chOff x="0" y="0"/>
          <a:chExt cx="0" cy="0"/>
        </a:xfrm>
      </p:grpSpPr>
      <p:sp>
        <p:nvSpPr>
          <p:cNvPr id="9" name="Rechteck 8"/>
          <p:cNvSpPr/>
          <p:nvPr userDrawn="1"/>
        </p:nvSpPr>
        <p:spPr>
          <a:xfrm>
            <a:off x="0" y="6654800"/>
            <a:ext cx="12192000" cy="202340"/>
          </a:xfrm>
          <a:prstGeom prst="rect">
            <a:avLst/>
          </a:prstGeom>
          <a:solidFill>
            <a:schemeClr val="bg1">
              <a:lumMod val="8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3" name="Rechteck 2"/>
          <p:cNvSpPr/>
          <p:nvPr userDrawn="1"/>
        </p:nvSpPr>
        <p:spPr>
          <a:xfrm>
            <a:off x="0" y="0"/>
            <a:ext cx="12192000" cy="692696"/>
          </a:xfrm>
          <a:prstGeom prst="rect">
            <a:avLst/>
          </a:prstGeom>
          <a:solidFill>
            <a:schemeClr val="tx2">
              <a:lumMod val="7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7" name="Titel 6"/>
          <p:cNvSpPr>
            <a:spLocks noGrp="1"/>
          </p:cNvSpPr>
          <p:nvPr>
            <p:ph type="title"/>
          </p:nvPr>
        </p:nvSpPr>
        <p:spPr>
          <a:xfrm>
            <a:off x="288032" y="93723"/>
            <a:ext cx="11504661" cy="457200"/>
          </a:xfrm>
          <a:prstGeom prst="rect">
            <a:avLst/>
          </a:prstGeom>
        </p:spPr>
        <p:txBody>
          <a:bodyPr vert="horz"/>
          <a:lstStyle>
            <a:lvl1pPr algn="l">
              <a:defRPr sz="2800" b="1" baseline="0">
                <a:solidFill>
                  <a:schemeClr val="bg1"/>
                </a:solidFill>
                <a:latin typeface="+mn-lt"/>
                <a:cs typeface="Arial"/>
              </a:defRPr>
            </a:lvl1pPr>
          </a:lstStyle>
          <a:p>
            <a:r>
              <a:rPr lang="de-AT" dirty="0"/>
              <a:t>Mastertitelformat bearbeiten</a:t>
            </a:r>
            <a:endParaRPr lang="de-DE" dirty="0"/>
          </a:p>
        </p:txBody>
      </p:sp>
      <p:sp>
        <p:nvSpPr>
          <p:cNvPr id="15" name="Inhaltsplatzhalter 14"/>
          <p:cNvSpPr>
            <a:spLocks noGrp="1"/>
          </p:cNvSpPr>
          <p:nvPr>
            <p:ph sz="quarter" idx="11" hasCustomPrompt="1"/>
          </p:nvPr>
        </p:nvSpPr>
        <p:spPr>
          <a:xfrm>
            <a:off x="309685" y="1181512"/>
            <a:ext cx="11688064" cy="4968552"/>
          </a:xfrm>
          <a:prstGeom prst="rect">
            <a:avLst/>
          </a:prstGeom>
        </p:spPr>
        <p:txBody>
          <a:bodyPr vert="horz" anchor="ctr"/>
          <a:lstStyle>
            <a:lvl1pPr marL="228600" indent="-228600" algn="l">
              <a:lnSpc>
                <a:spcPct val="114000"/>
              </a:lnSpc>
              <a:spcBef>
                <a:spcPts val="600"/>
              </a:spcBef>
              <a:spcAft>
                <a:spcPts val="0"/>
              </a:spcAft>
              <a:buFont typeface="Wingdings" pitchFamily="2" charset="2"/>
              <a:buChar char="§"/>
              <a:defRPr sz="2400" b="0" baseline="0">
                <a:solidFill>
                  <a:schemeClr val="tx1"/>
                </a:solidFill>
                <a:latin typeface="+mn-lt"/>
              </a:defRPr>
            </a:lvl1pPr>
            <a:lvl2pPr marL="658813" indent="-201613" algn="l">
              <a:lnSpc>
                <a:spcPct val="114000"/>
              </a:lnSpc>
              <a:spcBef>
                <a:spcPts val="600"/>
              </a:spcBef>
              <a:spcAft>
                <a:spcPts val="0"/>
              </a:spcAft>
              <a:buFont typeface="Arial" pitchFamily="34" charset="0"/>
              <a:buChar char="»"/>
              <a:defRPr sz="2100">
                <a:solidFill>
                  <a:schemeClr val="tx1"/>
                </a:solidFill>
              </a:defRPr>
            </a:lvl2pPr>
            <a:lvl3pPr marL="1108075" indent="-193675" algn="l">
              <a:lnSpc>
                <a:spcPct val="114000"/>
              </a:lnSpc>
              <a:spcBef>
                <a:spcPts val="600"/>
              </a:spcBef>
              <a:spcAft>
                <a:spcPts val="0"/>
              </a:spcAft>
              <a:buFont typeface="Symbol" pitchFamily="18" charset="2"/>
              <a:buChar char="-"/>
              <a:tabLst/>
              <a:defRPr sz="1800">
                <a:solidFill>
                  <a:schemeClr val="tx1"/>
                </a:solidFill>
              </a:defRPr>
            </a:lvl3pPr>
            <a:lvl4pPr marL="1520825" indent="-149225">
              <a:lnSpc>
                <a:spcPct val="114000"/>
              </a:lnSpc>
              <a:spcBef>
                <a:spcPts val="600"/>
              </a:spcBef>
              <a:buFont typeface="Arial" pitchFamily="34" charset="0"/>
              <a:buChar char="•"/>
              <a:defRPr sz="1600"/>
            </a:lvl4pPr>
          </a:lstStyle>
          <a:p>
            <a:pPr lvl="0"/>
            <a:r>
              <a:rPr lang="de-AT" dirty="0"/>
              <a:t>Mastertextformat bearbeiten</a:t>
            </a:r>
          </a:p>
          <a:p>
            <a:pPr lvl="1"/>
            <a:r>
              <a:rPr lang="de-AT" dirty="0" err="1"/>
              <a:t>Asdfasdf</a:t>
            </a:r>
            <a:endParaRPr lang="de-AT" dirty="0"/>
          </a:p>
          <a:p>
            <a:pPr lvl="2"/>
            <a:r>
              <a:rPr lang="de-AT" dirty="0" err="1"/>
              <a:t>Sadfasdf</a:t>
            </a:r>
            <a:endParaRPr lang="de-AT" dirty="0"/>
          </a:p>
          <a:p>
            <a:pPr lvl="3"/>
            <a:r>
              <a:rPr lang="de-AT" dirty="0" err="1"/>
              <a:t>sdf</a:t>
            </a:r>
            <a:endParaRPr lang="de-AT" dirty="0"/>
          </a:p>
        </p:txBody>
      </p:sp>
      <p:sp>
        <p:nvSpPr>
          <p:cNvPr id="2" name="Textfeld 1"/>
          <p:cNvSpPr txBox="1"/>
          <p:nvPr userDrawn="1"/>
        </p:nvSpPr>
        <p:spPr>
          <a:xfrm>
            <a:off x="431371" y="6654396"/>
            <a:ext cx="3648405" cy="215444"/>
          </a:xfrm>
          <a:prstGeom prst="rect">
            <a:avLst/>
          </a:prstGeom>
          <a:noFill/>
        </p:spPr>
        <p:txBody>
          <a:bodyPr wrap="square" rtlCol="0">
            <a:spAutoFit/>
          </a:bodyPr>
          <a:lstStyle/>
          <a:p>
            <a:r>
              <a:rPr lang="de-AT" sz="800" dirty="0">
                <a:solidFill>
                  <a:schemeClr val="bg1">
                    <a:lumMod val="50000"/>
                  </a:schemeClr>
                </a:solidFill>
                <a:latin typeface="+mj-lt"/>
              </a:rPr>
              <a:t>VO</a:t>
            </a:r>
            <a:r>
              <a:rPr lang="de-AT" sz="800" baseline="0" dirty="0">
                <a:solidFill>
                  <a:schemeClr val="bg1">
                    <a:lumMod val="50000"/>
                  </a:schemeClr>
                </a:solidFill>
                <a:latin typeface="+mj-lt"/>
              </a:rPr>
              <a:t> Sozialwiss. Methoden </a:t>
            </a:r>
            <a:r>
              <a:rPr lang="de-AT" sz="800" dirty="0">
                <a:solidFill>
                  <a:schemeClr val="bg1">
                    <a:lumMod val="50000"/>
                  </a:schemeClr>
                </a:solidFill>
                <a:latin typeface="+mj-lt"/>
              </a:rPr>
              <a:t>| KMH</a:t>
            </a:r>
          </a:p>
        </p:txBody>
      </p:sp>
      <p:sp>
        <p:nvSpPr>
          <p:cNvPr id="6" name="Textfeld 5"/>
          <p:cNvSpPr txBox="1"/>
          <p:nvPr userDrawn="1"/>
        </p:nvSpPr>
        <p:spPr>
          <a:xfrm>
            <a:off x="11280576" y="6654396"/>
            <a:ext cx="512117" cy="215444"/>
          </a:xfrm>
          <a:prstGeom prst="rect">
            <a:avLst/>
          </a:prstGeom>
          <a:noFill/>
        </p:spPr>
        <p:txBody>
          <a:bodyPr wrap="square" rtlCol="0">
            <a:spAutoFit/>
          </a:bodyPr>
          <a:lstStyle/>
          <a:p>
            <a:pPr algn="r"/>
            <a:fld id="{D0D87B3D-9F2E-4AB4-9472-248B74A58E90}" type="slidenum">
              <a:rPr lang="de-AT" sz="800" smtClean="0">
                <a:solidFill>
                  <a:schemeClr val="bg1">
                    <a:lumMod val="50000"/>
                  </a:schemeClr>
                </a:solidFill>
                <a:latin typeface="+mj-lt"/>
              </a:rPr>
              <a:pPr algn="r"/>
              <a:t>‹Nr.›</a:t>
            </a:fld>
            <a:endParaRPr lang="de-AT" sz="800" dirty="0">
              <a:solidFill>
                <a:schemeClr val="bg1">
                  <a:lumMod val="50000"/>
                </a:schemeClr>
              </a:solidFill>
              <a:latin typeface="+mj-lt"/>
            </a:endParaRPr>
          </a:p>
        </p:txBody>
      </p:sp>
      <p:sp>
        <p:nvSpPr>
          <p:cNvPr id="4" name="Textplatzhalter 3"/>
          <p:cNvSpPr>
            <a:spLocks noGrp="1"/>
          </p:cNvSpPr>
          <p:nvPr>
            <p:ph type="body" sz="quarter" idx="12" hasCustomPrompt="1"/>
          </p:nvPr>
        </p:nvSpPr>
        <p:spPr>
          <a:xfrm>
            <a:off x="5903979" y="6648882"/>
            <a:ext cx="5183188" cy="226472"/>
          </a:xfrm>
          <a:prstGeom prst="rect">
            <a:avLst/>
          </a:prstGeom>
          <a:noFill/>
        </p:spPr>
        <p:txBody>
          <a:bodyPr wrap="square" rtlCol="0" anchor="ctr" anchorCtr="0">
            <a:spAutoFit/>
          </a:bodyPr>
          <a:lstStyle>
            <a:lvl1pPr marL="0" indent="0" algn="r">
              <a:buNone/>
              <a:defRPr lang="de-DE" sz="800" smtClean="0">
                <a:solidFill>
                  <a:schemeClr val="bg1">
                    <a:lumMod val="50000"/>
                  </a:schemeClr>
                </a:solidFill>
                <a:latin typeface="+mj-lt"/>
                <a:ea typeface="ＭＳ Ｐゴシック" pitchFamily="-104" charset="-128"/>
                <a:cs typeface="+mn-cs"/>
              </a:defRPr>
            </a:lvl1pPr>
            <a:lvl2pPr>
              <a:defRPr lang="de-DE" smtClean="0">
                <a:latin typeface="Arial" charset="0"/>
                <a:ea typeface="ＭＳ Ｐゴシック" pitchFamily="-104" charset="-128"/>
              </a:defRPr>
            </a:lvl2pPr>
            <a:lvl3pPr>
              <a:defRPr lang="de-DE" smtClean="0">
                <a:latin typeface="Arial" charset="0"/>
                <a:ea typeface="ＭＳ Ｐゴシック" pitchFamily="-104" charset="-128"/>
              </a:defRPr>
            </a:lvl3pPr>
            <a:lvl4pPr>
              <a:defRPr lang="de-DE" smtClean="0">
                <a:latin typeface="Arial" charset="0"/>
                <a:ea typeface="ＭＳ Ｐゴシック" pitchFamily="-104" charset="-128"/>
              </a:defRPr>
            </a:lvl4pPr>
            <a:lvl5pPr>
              <a:defRPr lang="de-AT">
                <a:latin typeface="Arial" charset="0"/>
                <a:ea typeface="ＭＳ Ｐゴシック" pitchFamily="-104" charset="-128"/>
              </a:defRPr>
            </a:lvl5pPr>
          </a:lstStyle>
          <a:p>
            <a:pPr lvl="0" algn="r">
              <a:spcBef>
                <a:spcPct val="0"/>
              </a:spcBef>
            </a:pPr>
            <a:r>
              <a:rPr lang="de-AT" dirty="0" err="1"/>
              <a:t>asdfasdfasdf</a:t>
            </a:r>
            <a:endParaRPr lang="de-AT" dirty="0"/>
          </a:p>
        </p:txBody>
      </p:sp>
    </p:spTree>
    <p:extLst>
      <p:ext uri="{BB962C8B-B14F-4D97-AF65-F5344CB8AC3E}">
        <p14:creationId xmlns:p14="http://schemas.microsoft.com/office/powerpoint/2010/main" val="3300997486"/>
      </p:ext>
    </p:extLst>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sv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eitenzahl">
            <a:extLst>
              <a:ext uri="{FF2B5EF4-FFF2-40B4-BE49-F238E27FC236}">
                <a16:creationId xmlns:a16="http://schemas.microsoft.com/office/drawing/2014/main" id="{65398FD5-9BF3-28FF-7DED-0D9B073604A6}"/>
              </a:ext>
              <a:ext uri="{C183D7F6-B498-43B3-948B-1728B52AA6E4}">
                <adec:decorative xmlns:adec="http://schemas.microsoft.com/office/drawing/2017/decorative" val="0"/>
              </a:ext>
            </a:extLst>
          </p:cNvPr>
          <p:cNvSpPr>
            <a:spLocks noGrp="1"/>
          </p:cNvSpPr>
          <p:nvPr>
            <p:ph type="sldNum" sz="quarter" idx="4"/>
          </p:nvPr>
        </p:nvSpPr>
        <p:spPr bwMode="gray">
          <a:xfrm>
            <a:off x="10992000" y="6439500"/>
            <a:ext cx="504000" cy="144000"/>
          </a:xfrm>
          <a:prstGeom prst="rect">
            <a:avLst/>
          </a:prstGeom>
        </p:spPr>
        <p:txBody>
          <a:bodyPr vert="horz" lIns="0" tIns="0" rIns="0" bIns="0" rtlCol="0" anchor="ctr"/>
          <a:lstStyle>
            <a:lvl1pPr algn="r">
              <a:defRPr sz="800" b="0">
                <a:solidFill>
                  <a:schemeClr val="tx1"/>
                </a:solidFill>
              </a:defRPr>
            </a:lvl1pPr>
          </a:lstStyle>
          <a:p>
            <a:fld id="{D836C0FE-70CA-4950-82D6-CF602CC2B770}" type="slidenum">
              <a:rPr lang="en-GB" smtClean="0"/>
              <a:pPr/>
              <a:t>‹Nr.›</a:t>
            </a:fld>
            <a:endParaRPr lang="en-GB" dirty="0"/>
          </a:p>
        </p:txBody>
      </p:sp>
      <p:sp>
        <p:nvSpPr>
          <p:cNvPr id="2" name="Titelplatzhalter">
            <a:extLst>
              <a:ext uri="{FF2B5EF4-FFF2-40B4-BE49-F238E27FC236}">
                <a16:creationId xmlns:a16="http://schemas.microsoft.com/office/drawing/2014/main" id="{7342B4B8-4BA9-1581-A621-9357C5FCC0CE}"/>
              </a:ext>
            </a:extLst>
          </p:cNvPr>
          <p:cNvSpPr>
            <a:spLocks noGrp="1"/>
          </p:cNvSpPr>
          <p:nvPr>
            <p:ph type="title"/>
          </p:nvPr>
        </p:nvSpPr>
        <p:spPr bwMode="gray">
          <a:xfrm>
            <a:off x="695325" y="549000"/>
            <a:ext cx="9360675" cy="792000"/>
          </a:xfrm>
          <a:prstGeom prst="rect">
            <a:avLst/>
          </a:prstGeom>
        </p:spPr>
        <p:txBody>
          <a:bodyPr vert="horz" lIns="0" tIns="0" rIns="0" bIns="0" rtlCol="0" anchor="t" anchorCtr="0">
            <a:noAutofit/>
          </a:bodyPr>
          <a:lstStyle/>
          <a:p>
            <a:r>
              <a:rPr lang="en-GB" dirty="0" err="1"/>
              <a:t>Titelmasterformat</a:t>
            </a:r>
            <a:r>
              <a:rPr lang="en-GB" dirty="0"/>
              <a:t> durch </a:t>
            </a:r>
            <a:r>
              <a:rPr lang="en-GB" dirty="0" err="1"/>
              <a:t>Klicken</a:t>
            </a:r>
            <a:r>
              <a:rPr lang="en-GB" dirty="0"/>
              <a:t> </a:t>
            </a:r>
            <a:r>
              <a:rPr lang="en-GB" dirty="0" err="1"/>
              <a:t>bearbeiten</a:t>
            </a:r>
            <a:endParaRPr lang="en-GB" dirty="0"/>
          </a:p>
        </p:txBody>
      </p:sp>
      <p:sp>
        <p:nvSpPr>
          <p:cNvPr id="4" name="Datum">
            <a:extLst>
              <a:ext uri="{FF2B5EF4-FFF2-40B4-BE49-F238E27FC236}">
                <a16:creationId xmlns:a16="http://schemas.microsoft.com/office/drawing/2014/main" id="{2B378339-9E79-231D-A5AF-97105D3C5200}"/>
              </a:ext>
              <a:ext uri="{C183D7F6-B498-43B3-948B-1728B52AA6E4}">
                <adec:decorative xmlns:adec="http://schemas.microsoft.com/office/drawing/2017/decorative" val="1"/>
              </a:ext>
            </a:extLst>
          </p:cNvPr>
          <p:cNvSpPr>
            <a:spLocks noGrp="1"/>
          </p:cNvSpPr>
          <p:nvPr>
            <p:ph type="dt" sz="half" idx="2"/>
          </p:nvPr>
        </p:nvSpPr>
        <p:spPr bwMode="gray">
          <a:xfrm>
            <a:off x="7176000" y="6439500"/>
            <a:ext cx="3672000" cy="144000"/>
          </a:xfrm>
          <a:prstGeom prst="rect">
            <a:avLst/>
          </a:prstGeom>
        </p:spPr>
        <p:txBody>
          <a:bodyPr vert="horz" lIns="0" tIns="0" rIns="0" bIns="0" rtlCol="0" anchor="ctr"/>
          <a:lstStyle>
            <a:lvl1pPr algn="ctr">
              <a:defRPr sz="800">
                <a:solidFill>
                  <a:schemeClr val="tx1"/>
                </a:solidFill>
              </a:defRPr>
            </a:lvl1pPr>
          </a:lstStyle>
          <a:p>
            <a:endParaRPr lang="en-GB" dirty="0"/>
          </a:p>
        </p:txBody>
      </p:sp>
      <p:sp>
        <p:nvSpPr>
          <p:cNvPr id="5" name="Fußzeile">
            <a:extLst>
              <a:ext uri="{FF2B5EF4-FFF2-40B4-BE49-F238E27FC236}">
                <a16:creationId xmlns:a16="http://schemas.microsoft.com/office/drawing/2014/main" id="{ADFC89BB-31A4-FB0C-2C15-0120E1FE9686}"/>
              </a:ext>
              <a:ext uri="{C183D7F6-B498-43B3-948B-1728B52AA6E4}">
                <adec:decorative xmlns:adec="http://schemas.microsoft.com/office/drawing/2017/decorative" val="1"/>
              </a:ext>
            </a:extLst>
          </p:cNvPr>
          <p:cNvSpPr>
            <a:spLocks noGrp="1"/>
          </p:cNvSpPr>
          <p:nvPr>
            <p:ph type="ftr" sz="quarter" idx="3"/>
          </p:nvPr>
        </p:nvSpPr>
        <p:spPr bwMode="gray">
          <a:xfrm>
            <a:off x="695324" y="6439500"/>
            <a:ext cx="5112675" cy="144000"/>
          </a:xfrm>
          <a:prstGeom prst="rect">
            <a:avLst/>
          </a:prstGeom>
        </p:spPr>
        <p:txBody>
          <a:bodyPr vert="horz" lIns="0" tIns="0" rIns="0" bIns="0" rtlCol="0" anchor="ctr"/>
          <a:lstStyle>
            <a:lvl1pPr algn="l">
              <a:defRPr sz="800">
                <a:solidFill>
                  <a:schemeClr val="tx1"/>
                </a:solidFill>
              </a:defRPr>
            </a:lvl1pPr>
          </a:lstStyle>
          <a:p>
            <a:r>
              <a:rPr lang="en-GB" dirty="0"/>
              <a:t>KMH</a:t>
            </a:r>
          </a:p>
        </p:txBody>
      </p:sp>
      <p:grpSp>
        <p:nvGrpSpPr>
          <p:cNvPr id="57" name="Gruppieren 56">
            <a:extLst>
              <a:ext uri="{FF2B5EF4-FFF2-40B4-BE49-F238E27FC236}">
                <a16:creationId xmlns:a16="http://schemas.microsoft.com/office/drawing/2014/main" id="{70E6F260-5B6B-E6BA-7AE8-C81A29C8C1CE}"/>
              </a:ext>
              <a:ext uri="{C183D7F6-B498-43B3-948B-1728B52AA6E4}">
                <adec:decorative xmlns:adec="http://schemas.microsoft.com/office/drawing/2017/decorative" val="1"/>
              </a:ext>
            </a:extLst>
          </p:cNvPr>
          <p:cNvGrpSpPr/>
          <p:nvPr userDrawn="1"/>
        </p:nvGrpSpPr>
        <p:grpSpPr bwMode="gray">
          <a:xfrm>
            <a:off x="-168000" y="693000"/>
            <a:ext cx="72000" cy="5472000"/>
            <a:chOff x="-168000" y="693000"/>
            <a:chExt cx="72000" cy="5472000"/>
          </a:xfrm>
        </p:grpSpPr>
        <p:cxnSp>
          <p:nvCxnSpPr>
            <p:cNvPr id="58" name="Gerader Verbinder 57">
              <a:extLst>
                <a:ext uri="{FF2B5EF4-FFF2-40B4-BE49-F238E27FC236}">
                  <a16:creationId xmlns:a16="http://schemas.microsoft.com/office/drawing/2014/main" id="{9CE92DE1-673B-26F8-5C3A-038AF76C45EA}"/>
                </a:ext>
              </a:extLst>
            </p:cNvPr>
            <p:cNvCxnSpPr>
              <a:cxnSpLocks/>
            </p:cNvCxnSpPr>
            <p:nvPr userDrawn="1"/>
          </p:nvCxnSpPr>
          <p:spPr bwMode="gray">
            <a:xfrm>
              <a:off x="-168000" y="1845000"/>
              <a:ext cx="7200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59" name="Gerader Verbinder 58">
              <a:extLst>
                <a:ext uri="{FF2B5EF4-FFF2-40B4-BE49-F238E27FC236}">
                  <a16:creationId xmlns:a16="http://schemas.microsoft.com/office/drawing/2014/main" id="{2CCFAADA-1A7F-A8B8-E1B1-83852B2604B3}"/>
                </a:ext>
              </a:extLst>
            </p:cNvPr>
            <p:cNvCxnSpPr>
              <a:cxnSpLocks/>
            </p:cNvCxnSpPr>
            <p:nvPr userDrawn="1"/>
          </p:nvCxnSpPr>
          <p:spPr bwMode="gray">
            <a:xfrm>
              <a:off x="-168000" y="6165000"/>
              <a:ext cx="7200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0" name="Gerader Verbinder 59">
              <a:extLst>
                <a:ext uri="{FF2B5EF4-FFF2-40B4-BE49-F238E27FC236}">
                  <a16:creationId xmlns:a16="http://schemas.microsoft.com/office/drawing/2014/main" id="{2FDB1CBD-B743-8109-6C60-DB9675A8178E}"/>
                </a:ext>
              </a:extLst>
            </p:cNvPr>
            <p:cNvCxnSpPr>
              <a:cxnSpLocks/>
            </p:cNvCxnSpPr>
            <p:nvPr userDrawn="1"/>
          </p:nvCxnSpPr>
          <p:spPr bwMode="gray">
            <a:xfrm>
              <a:off x="-168000" y="693000"/>
              <a:ext cx="7200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61" name="Gruppieren 60">
            <a:extLst>
              <a:ext uri="{FF2B5EF4-FFF2-40B4-BE49-F238E27FC236}">
                <a16:creationId xmlns:a16="http://schemas.microsoft.com/office/drawing/2014/main" id="{7175DF0B-645D-8CFE-1723-CB46F027CD1D}"/>
              </a:ext>
              <a:ext uri="{C183D7F6-B498-43B3-948B-1728B52AA6E4}">
                <adec:decorative xmlns:adec="http://schemas.microsoft.com/office/drawing/2017/decorative" val="1"/>
              </a:ext>
            </a:extLst>
          </p:cNvPr>
          <p:cNvGrpSpPr/>
          <p:nvPr userDrawn="1"/>
        </p:nvGrpSpPr>
        <p:grpSpPr bwMode="gray">
          <a:xfrm>
            <a:off x="696000" y="-171000"/>
            <a:ext cx="10800000" cy="72000"/>
            <a:chOff x="696000" y="-171000"/>
            <a:chExt cx="10800000" cy="72000"/>
          </a:xfrm>
        </p:grpSpPr>
        <p:cxnSp>
          <p:nvCxnSpPr>
            <p:cNvPr id="62" name="Gerader Verbinder 61">
              <a:extLst>
                <a:ext uri="{FF2B5EF4-FFF2-40B4-BE49-F238E27FC236}">
                  <a16:creationId xmlns:a16="http://schemas.microsoft.com/office/drawing/2014/main" id="{F70F7F1A-06A7-BE9B-CA4E-4F13B09E5D9E}"/>
                </a:ext>
              </a:extLst>
            </p:cNvPr>
            <p:cNvCxnSpPr>
              <a:cxnSpLocks/>
            </p:cNvCxnSpPr>
            <p:nvPr userDrawn="1"/>
          </p:nvCxnSpPr>
          <p:spPr bwMode="gray">
            <a:xfrm>
              <a:off x="696000"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3" name="Gerader Verbinder 62">
              <a:extLst>
                <a:ext uri="{FF2B5EF4-FFF2-40B4-BE49-F238E27FC236}">
                  <a16:creationId xmlns:a16="http://schemas.microsoft.com/office/drawing/2014/main" id="{1D2C61E1-60F0-20D8-92CD-DABDFA5A03EA}"/>
                </a:ext>
              </a:extLst>
            </p:cNvPr>
            <p:cNvCxnSpPr>
              <a:cxnSpLocks/>
            </p:cNvCxnSpPr>
            <p:nvPr userDrawn="1"/>
          </p:nvCxnSpPr>
          <p:spPr bwMode="gray">
            <a:xfrm>
              <a:off x="11496000"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4" name="Gerader Verbinder 63">
              <a:extLst>
                <a:ext uri="{FF2B5EF4-FFF2-40B4-BE49-F238E27FC236}">
                  <a16:creationId xmlns:a16="http://schemas.microsoft.com/office/drawing/2014/main" id="{05107475-8CCC-88DC-7EC1-9974CB7A041E}"/>
                </a:ext>
              </a:extLst>
            </p:cNvPr>
            <p:cNvCxnSpPr>
              <a:cxnSpLocks/>
            </p:cNvCxnSpPr>
            <p:nvPr userDrawn="1"/>
          </p:nvCxnSpPr>
          <p:spPr bwMode="gray">
            <a:xfrm>
              <a:off x="2135560"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5" name="Gerader Verbinder 64">
              <a:extLst>
                <a:ext uri="{FF2B5EF4-FFF2-40B4-BE49-F238E27FC236}">
                  <a16:creationId xmlns:a16="http://schemas.microsoft.com/office/drawing/2014/main" id="{90FD98A2-DADB-CF34-9CEA-BE457997C712}"/>
                </a:ext>
              </a:extLst>
            </p:cNvPr>
            <p:cNvCxnSpPr>
              <a:cxnSpLocks/>
            </p:cNvCxnSpPr>
            <p:nvPr userDrawn="1"/>
          </p:nvCxnSpPr>
          <p:spPr bwMode="gray">
            <a:xfrm>
              <a:off x="2567664"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6" name="Gerader Verbinder 65">
              <a:extLst>
                <a:ext uri="{FF2B5EF4-FFF2-40B4-BE49-F238E27FC236}">
                  <a16:creationId xmlns:a16="http://schemas.microsoft.com/office/drawing/2014/main" id="{E21EB5D8-DDEB-2249-B195-4ED838937C74}"/>
                </a:ext>
              </a:extLst>
            </p:cNvPr>
            <p:cNvCxnSpPr>
              <a:cxnSpLocks/>
            </p:cNvCxnSpPr>
            <p:nvPr userDrawn="1"/>
          </p:nvCxnSpPr>
          <p:spPr bwMode="gray">
            <a:xfrm>
              <a:off x="4007763"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7" name="Gerader Verbinder 66">
              <a:extLst>
                <a:ext uri="{FF2B5EF4-FFF2-40B4-BE49-F238E27FC236}">
                  <a16:creationId xmlns:a16="http://schemas.microsoft.com/office/drawing/2014/main" id="{1E9BF006-29C8-C40B-7D2D-6D3D8A6F7C09}"/>
                </a:ext>
              </a:extLst>
            </p:cNvPr>
            <p:cNvCxnSpPr>
              <a:cxnSpLocks/>
            </p:cNvCxnSpPr>
            <p:nvPr userDrawn="1"/>
          </p:nvCxnSpPr>
          <p:spPr bwMode="gray">
            <a:xfrm>
              <a:off x="4439872"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8" name="Gerader Verbinder 67">
              <a:extLst>
                <a:ext uri="{FF2B5EF4-FFF2-40B4-BE49-F238E27FC236}">
                  <a16:creationId xmlns:a16="http://schemas.microsoft.com/office/drawing/2014/main" id="{CC4EBA89-B7C8-BC11-E261-E52950B5A709}"/>
                </a:ext>
              </a:extLst>
            </p:cNvPr>
            <p:cNvCxnSpPr>
              <a:cxnSpLocks/>
            </p:cNvCxnSpPr>
            <p:nvPr userDrawn="1"/>
          </p:nvCxnSpPr>
          <p:spPr bwMode="gray">
            <a:xfrm>
              <a:off x="5879976"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9" name="Gerader Verbinder 68">
              <a:extLst>
                <a:ext uri="{FF2B5EF4-FFF2-40B4-BE49-F238E27FC236}">
                  <a16:creationId xmlns:a16="http://schemas.microsoft.com/office/drawing/2014/main" id="{4084141B-5223-2745-80DB-D9A20AEF7FC1}"/>
                </a:ext>
              </a:extLst>
            </p:cNvPr>
            <p:cNvCxnSpPr>
              <a:cxnSpLocks/>
            </p:cNvCxnSpPr>
            <p:nvPr userDrawn="1"/>
          </p:nvCxnSpPr>
          <p:spPr bwMode="gray">
            <a:xfrm>
              <a:off x="6312080"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0" name="Gerader Verbinder 69">
              <a:extLst>
                <a:ext uri="{FF2B5EF4-FFF2-40B4-BE49-F238E27FC236}">
                  <a16:creationId xmlns:a16="http://schemas.microsoft.com/office/drawing/2014/main" id="{EEE455F4-4B7A-824A-1085-4854FE501E98}"/>
                </a:ext>
              </a:extLst>
            </p:cNvPr>
            <p:cNvCxnSpPr>
              <a:cxnSpLocks/>
            </p:cNvCxnSpPr>
            <p:nvPr userDrawn="1"/>
          </p:nvCxnSpPr>
          <p:spPr bwMode="gray">
            <a:xfrm>
              <a:off x="7752184"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1" name="Gerader Verbinder 70">
              <a:extLst>
                <a:ext uri="{FF2B5EF4-FFF2-40B4-BE49-F238E27FC236}">
                  <a16:creationId xmlns:a16="http://schemas.microsoft.com/office/drawing/2014/main" id="{BA29A306-195C-8694-3DC1-5FBE80F0C697}"/>
                </a:ext>
              </a:extLst>
            </p:cNvPr>
            <p:cNvCxnSpPr>
              <a:cxnSpLocks/>
            </p:cNvCxnSpPr>
            <p:nvPr userDrawn="1"/>
          </p:nvCxnSpPr>
          <p:spPr bwMode="gray">
            <a:xfrm>
              <a:off x="8184000"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2" name="Gerader Verbinder 71">
              <a:extLst>
                <a:ext uri="{FF2B5EF4-FFF2-40B4-BE49-F238E27FC236}">
                  <a16:creationId xmlns:a16="http://schemas.microsoft.com/office/drawing/2014/main" id="{25DC1055-E4A8-2F1E-BDAE-36F9E763476A}"/>
                </a:ext>
              </a:extLst>
            </p:cNvPr>
            <p:cNvCxnSpPr>
              <a:cxnSpLocks/>
            </p:cNvCxnSpPr>
            <p:nvPr userDrawn="1"/>
          </p:nvCxnSpPr>
          <p:spPr bwMode="gray">
            <a:xfrm>
              <a:off x="9624392"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3" name="Gerader Verbinder 72">
              <a:extLst>
                <a:ext uri="{FF2B5EF4-FFF2-40B4-BE49-F238E27FC236}">
                  <a16:creationId xmlns:a16="http://schemas.microsoft.com/office/drawing/2014/main" id="{24FEEFB3-B615-2AC5-0708-72A2CE09D5D2}"/>
                </a:ext>
              </a:extLst>
            </p:cNvPr>
            <p:cNvCxnSpPr>
              <a:cxnSpLocks/>
            </p:cNvCxnSpPr>
            <p:nvPr userDrawn="1"/>
          </p:nvCxnSpPr>
          <p:spPr bwMode="gray">
            <a:xfrm>
              <a:off x="10056496"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pic>
        <p:nvPicPr>
          <p:cNvPr id="8" name="Logo">
            <a:extLst>
              <a:ext uri="{FF2B5EF4-FFF2-40B4-BE49-F238E27FC236}">
                <a16:creationId xmlns:a16="http://schemas.microsoft.com/office/drawing/2014/main" id="{628A09EA-4660-9CA7-424A-93A279803446}"/>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bwMode="gray">
          <a:xfrm>
            <a:off x="10992001" y="483651"/>
            <a:ext cx="504000" cy="516956"/>
          </a:xfrm>
          <a:prstGeom prst="rect">
            <a:avLst/>
          </a:prstGeom>
        </p:spPr>
      </p:pic>
      <p:sp>
        <p:nvSpPr>
          <p:cNvPr id="9" name="Text Placeholder 8">
            <a:extLst>
              <a:ext uri="{FF2B5EF4-FFF2-40B4-BE49-F238E27FC236}">
                <a16:creationId xmlns:a16="http://schemas.microsoft.com/office/drawing/2014/main" id="{987B8CF3-537D-97EE-9965-1D02748814DC}"/>
              </a:ext>
            </a:extLst>
          </p:cNvPr>
          <p:cNvSpPr>
            <a:spLocks noGrp="1"/>
          </p:cNvSpPr>
          <p:nvPr>
            <p:ph type="body" idx="1"/>
          </p:nvPr>
        </p:nvSpPr>
        <p:spPr>
          <a:xfrm>
            <a:off x="695324" y="1583258"/>
            <a:ext cx="10800676" cy="4593705"/>
          </a:xfrm>
          <a:prstGeom prst="rect">
            <a:avLst/>
          </a:prstGeom>
        </p:spPr>
        <p:txBody>
          <a:bodyPr vert="horz" lIns="91440" tIns="45720" rIns="91440" bIns="45720" rtlCol="0" anchor="ctr">
            <a:normAutofit/>
          </a:bodyPr>
          <a:lstStyle/>
          <a:p>
            <a:pPr lvl="0"/>
            <a:r>
              <a:rPr lang="en-GB" dirty="0"/>
              <a:t>First</a:t>
            </a:r>
          </a:p>
          <a:p>
            <a:pPr lvl="1"/>
            <a:r>
              <a:rPr lang="en-GB" dirty="0"/>
              <a:t>Second</a:t>
            </a:r>
          </a:p>
          <a:p>
            <a:pPr lvl="2"/>
            <a:r>
              <a:rPr lang="en-GB" dirty="0"/>
              <a:t>Third</a:t>
            </a:r>
          </a:p>
          <a:p>
            <a:pPr lvl="3"/>
            <a:r>
              <a:rPr lang="en-GB" dirty="0"/>
              <a:t>Fourth</a:t>
            </a:r>
          </a:p>
        </p:txBody>
      </p:sp>
    </p:spTree>
    <p:extLst>
      <p:ext uri="{BB962C8B-B14F-4D97-AF65-F5344CB8AC3E}">
        <p14:creationId xmlns:p14="http://schemas.microsoft.com/office/powerpoint/2010/main" val="2449632651"/>
      </p:ext>
    </p:extLst>
  </p:cSld>
  <p:clrMap bg1="lt1" tx1="dk1" bg2="lt2" tx2="dk2" accent1="accent1" accent2="accent2" accent3="accent3" accent4="accent4" accent5="accent5" accent6="accent6" hlink="hlink" folHlink="folHlink"/>
  <p:sldLayoutIdLst>
    <p:sldLayoutId id="2147483660" r:id="rId1"/>
    <p:sldLayoutId id="2147483662" r:id="rId2"/>
    <p:sldLayoutId id="2147483701" r:id="rId3"/>
    <p:sldLayoutId id="2147483650" r:id="rId4"/>
    <p:sldLayoutId id="2147483686" r:id="rId5"/>
    <p:sldLayoutId id="2147483652" r:id="rId6"/>
    <p:sldLayoutId id="2147483687" r:id="rId7"/>
    <p:sldLayoutId id="2147483704" r:id="rId8"/>
  </p:sldLayoutIdLst>
  <p:hf hdr="0"/>
  <p:txStyles>
    <p:titleStyle>
      <a:lvl1pPr algn="l" defTabSz="914400" rtl="0" eaLnBrk="1" latinLnBrk="0" hangingPunct="1">
        <a:lnSpc>
          <a:spcPct val="90000"/>
        </a:lnSpc>
        <a:spcBef>
          <a:spcPct val="0"/>
        </a:spcBef>
        <a:buNone/>
        <a:defRPr sz="2800" b="1" kern="1200" spc="0" baseline="0">
          <a:solidFill>
            <a:schemeClr val="tx2"/>
          </a:solidFill>
          <a:latin typeface="+mj-lt"/>
          <a:ea typeface="+mj-ea"/>
          <a:cs typeface="+mj-cs"/>
        </a:defRPr>
      </a:lvl1pPr>
    </p:titleStyle>
    <p:bodyStyle>
      <a:lvl1pPr marL="342900" indent="-342900" algn="l" defTabSz="914400" rtl="0" eaLnBrk="1" latinLnBrk="0" hangingPunct="1">
        <a:lnSpc>
          <a:spcPct val="120000"/>
        </a:lnSpc>
        <a:spcBef>
          <a:spcPts val="600"/>
        </a:spcBef>
        <a:spcAft>
          <a:spcPts val="600"/>
        </a:spcAft>
        <a:buFont typeface="Calibri" panose="020F0502020204030204" pitchFamily="34" charset="0"/>
        <a:buChar char="»"/>
        <a:defRPr lang="en-US" sz="2200" b="0" kern="1200" dirty="0" smtClean="0">
          <a:solidFill>
            <a:schemeClr val="tx1"/>
          </a:solidFill>
          <a:latin typeface="+mn-lt"/>
          <a:ea typeface="+mn-ea"/>
          <a:cs typeface="+mn-cs"/>
        </a:defRPr>
      </a:lvl1pPr>
      <a:lvl2pPr marL="628650" indent="-265113" algn="l" defTabSz="914400" rtl="0" eaLnBrk="1" latinLnBrk="0" hangingPunct="1">
        <a:lnSpc>
          <a:spcPct val="120000"/>
        </a:lnSpc>
        <a:spcBef>
          <a:spcPts val="600"/>
        </a:spcBef>
        <a:spcAft>
          <a:spcPts val="600"/>
        </a:spcAft>
        <a:buFont typeface="Wingdings" panose="05000000000000000000" pitchFamily="2" charset="2"/>
        <a:buChar char="§"/>
        <a:defRPr sz="2000" b="0" kern="1200">
          <a:solidFill>
            <a:schemeClr val="tx1"/>
          </a:solidFill>
          <a:latin typeface="+mn-lt"/>
          <a:ea typeface="+mn-ea"/>
          <a:cs typeface="+mn-cs"/>
        </a:defRPr>
      </a:lvl2pPr>
      <a:lvl3pPr marL="895350" indent="-285750" algn="l" defTabSz="914400" rtl="0" eaLnBrk="1" latinLnBrk="0" hangingPunct="1">
        <a:lnSpc>
          <a:spcPct val="120000"/>
        </a:lnSpc>
        <a:spcBef>
          <a:spcPts val="600"/>
        </a:spcBef>
        <a:spcAft>
          <a:spcPts val="600"/>
        </a:spcAft>
        <a:buFont typeface="Symbol" panose="05050102010706020507" pitchFamily="18" charset="2"/>
        <a:buChar char="-"/>
        <a:defRPr lang="en-US" sz="1800" kern="1200" dirty="0" smtClean="0">
          <a:solidFill>
            <a:schemeClr val="tx1"/>
          </a:solidFill>
          <a:latin typeface="+mn-lt"/>
          <a:ea typeface="+mn-ea"/>
          <a:cs typeface="+mn-cs"/>
        </a:defRPr>
      </a:lvl3pPr>
      <a:lvl4pPr marL="1076325" indent="-179388" algn="l" defTabSz="914400" rtl="0" eaLnBrk="1" latinLnBrk="0" hangingPunct="1">
        <a:lnSpc>
          <a:spcPct val="120000"/>
        </a:lnSpc>
        <a:spcBef>
          <a:spcPts val="600"/>
        </a:spcBef>
        <a:spcAft>
          <a:spcPts val="600"/>
        </a:spcAft>
        <a:buFont typeface="Symbol" panose="05050102010706020507" pitchFamily="18" charset="2"/>
        <a:buChar char="-"/>
        <a:defRPr lang="de-DE" sz="1600" kern="1200" dirty="0" smtClean="0">
          <a:solidFill>
            <a:schemeClr val="tx1"/>
          </a:solidFill>
          <a:latin typeface="+mn-lt"/>
          <a:ea typeface="+mn-ea"/>
          <a:cs typeface="+mn-cs"/>
        </a:defRPr>
      </a:lvl4pPr>
      <a:lvl5pPr marL="990600" indent="-179388" algn="l" defTabSz="914400" rtl="0" eaLnBrk="1" latinLnBrk="0" hangingPunct="1">
        <a:lnSpc>
          <a:spcPct val="120000"/>
        </a:lnSpc>
        <a:spcBef>
          <a:spcPts val="600"/>
        </a:spcBef>
        <a:spcAft>
          <a:spcPts val="300"/>
        </a:spcAft>
        <a:buFont typeface="Arial" panose="020B0604020202020204" pitchFamily="34" charset="0"/>
        <a:buChar char="•"/>
        <a:defRPr sz="1400" kern="1200">
          <a:solidFill>
            <a:schemeClr val="tx1"/>
          </a:solidFill>
          <a:latin typeface="+mn-lt"/>
          <a:ea typeface="+mn-ea"/>
          <a:cs typeface="+mn-cs"/>
        </a:defRPr>
      </a:lvl5pPr>
      <a:lvl6pPr marL="0" indent="0" algn="l" defTabSz="914400" rtl="0" eaLnBrk="1" latinLnBrk="0" hangingPunct="1">
        <a:lnSpc>
          <a:spcPct val="120000"/>
        </a:lnSpc>
        <a:spcBef>
          <a:spcPts val="1200"/>
        </a:spcBef>
        <a:buFont typeface="Symbol" panose="05050102010706020507" pitchFamily="18" charset="2"/>
        <a:buNone/>
        <a:defRPr sz="1400" b="1" kern="1200">
          <a:solidFill>
            <a:schemeClr val="bg2"/>
          </a:solidFill>
          <a:latin typeface="+mj-lt"/>
          <a:ea typeface="+mn-ea"/>
          <a:cs typeface="+mn-cs"/>
        </a:defRPr>
      </a:lvl6pPr>
      <a:lvl7pPr marL="144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7pPr>
      <a:lvl8pPr marL="288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8pPr>
      <a:lvl9pPr marL="288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doi.org/10.1515/rem-2016-0020" TargetMode="Externa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hyperlink" Target="https://business-analytics.uni-graz.at/de/forschung/atrain/" TargetMode="Externa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hyperlink" Target="https://ccca.ac.at/fileadmin/00_DokumenteHauptmenue/03_Aktivitaeten/AG_s/AG_Klimaneutralitaet/Leitfaden_Klimaneutralitaet.pdf" TargetMode="External"/><Relationship Id="rId2" Type="http://schemas.openxmlformats.org/officeDocument/2006/relationships/image" Target="../media/image18.png"/><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hyperlink" Target="https://www.youtube.com/watch?v=1HLD4xRuMe4&amp;list=PLeKBk3lzrGUzWZSiD6alwZg5F69McCV5_&amp;index=3" TargetMode="Externa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hyperlink" Target="https://www.maxqda-press.com/catalog/books/focused-analysis-of-qualitative-interviews-with-maxqda" TargetMode="External"/><Relationship Id="rId1" Type="http://schemas.openxmlformats.org/officeDocument/2006/relationships/slideLayout" Target="../slideLayouts/slideLayout4.xml"/><Relationship Id="rId5" Type="http://schemas.openxmlformats.org/officeDocument/2006/relationships/image" Target="../media/image24.png"/><Relationship Id="rId4" Type="http://schemas.openxmlformats.org/officeDocument/2006/relationships/hyperlink" Target="https://doi.org/10.36192/978-3-948768058" TargetMode="Externa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4.xml"/><Relationship Id="rId5" Type="http://schemas.openxmlformats.org/officeDocument/2006/relationships/image" Target="../media/image26.jpeg"/><Relationship Id="rId4" Type="http://schemas.openxmlformats.org/officeDocument/2006/relationships/hyperlink" Target="https://www.vecteezy.com/vector-art/7957718-the-female-and-male-toilet-icon" TargetMode="External"/></Relationships>
</file>

<file path=ppt/slides/_rels/slide3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7.png"/><Relationship Id="rId1" Type="http://schemas.openxmlformats.org/officeDocument/2006/relationships/slideLayout" Target="../slideLayouts/slideLayout4.xml"/><Relationship Id="rId4" Type="http://schemas.openxmlformats.org/officeDocument/2006/relationships/image" Target="../media/image28.png"/></Relationships>
</file>

<file path=ppt/slides/_rels/slide3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hyperlink" Target="https://www.youtube.com/watch?v=AXRXxnSiBRo" TargetMode="Externa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40.jpeg"/><Relationship Id="rId2" Type="http://schemas.openxmlformats.org/officeDocument/2006/relationships/hyperlink" Target="https://doi.org/10.1177/16094069261426100" TargetMode="External"/><Relationship Id="rId1" Type="http://schemas.openxmlformats.org/officeDocument/2006/relationships/slideLayout" Target="../slideLayouts/slideLayout4.xml"/><Relationship Id="rId6" Type="http://schemas.openxmlformats.org/officeDocument/2006/relationships/hyperlink" Target="https://qca-method.net/documents/kuckartz-raediker-2024-integrating-ai-in-qualitative-content-analysis.pdf" TargetMode="External"/><Relationship Id="rId5" Type="http://schemas.openxmlformats.org/officeDocument/2006/relationships/image" Target="../media/image39.png"/><Relationship Id="rId4" Type="http://schemas.openxmlformats.org/officeDocument/2006/relationships/hyperlink" Target="https://doi.org/10.1177/16094069251322346" TargetMode="External"/></Relationships>
</file>

<file path=ppt/slides/_rels/slide6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hyperlink" Target="https://www.maxqda.com/maxqda-tailwind/" TargetMode="Externa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2" Type="http://schemas.openxmlformats.org/officeDocument/2006/relationships/image" Target="../media/image43.gif"/><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3" Type="http://schemas.openxmlformats.org/officeDocument/2006/relationships/image" Target="../media/image45.jpg"/><Relationship Id="rId2" Type="http://schemas.openxmlformats.org/officeDocument/2006/relationships/image" Target="../media/image4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78ECA2FC-8EBF-2FBC-EBF2-E347275417F5}"/>
              </a:ext>
            </a:extLst>
          </p:cNvPr>
          <p:cNvSpPr>
            <a:spLocks noGrp="1"/>
          </p:cNvSpPr>
          <p:nvPr>
            <p:ph type="ctrTitle"/>
          </p:nvPr>
        </p:nvSpPr>
        <p:spPr>
          <a:xfrm>
            <a:off x="6960000" y="2709000"/>
            <a:ext cx="4535326" cy="1440000"/>
          </a:xfrm>
        </p:spPr>
        <p:txBody>
          <a:bodyPr/>
          <a:lstStyle/>
          <a:p>
            <a:r>
              <a:rPr lang="en-GB" dirty="0"/>
              <a:t>Working with Qualitative Data</a:t>
            </a:r>
          </a:p>
        </p:txBody>
      </p:sp>
      <p:sp>
        <p:nvSpPr>
          <p:cNvPr id="4" name="Untertitel 3">
            <a:extLst>
              <a:ext uri="{FF2B5EF4-FFF2-40B4-BE49-F238E27FC236}">
                <a16:creationId xmlns:a16="http://schemas.microsoft.com/office/drawing/2014/main" id="{F4502378-B236-0724-12B2-56238B51872B}"/>
              </a:ext>
            </a:extLst>
          </p:cNvPr>
          <p:cNvSpPr>
            <a:spLocks noGrp="1"/>
          </p:cNvSpPr>
          <p:nvPr>
            <p:ph type="subTitle" idx="1"/>
          </p:nvPr>
        </p:nvSpPr>
        <p:spPr>
          <a:xfrm>
            <a:off x="6528000" y="4653000"/>
            <a:ext cx="4967326" cy="720000"/>
          </a:xfrm>
        </p:spPr>
        <p:txBody>
          <a:bodyPr/>
          <a:lstStyle/>
          <a:p>
            <a:r>
              <a:rPr lang="en-GB" dirty="0"/>
              <a:t>IL “Data and Decision Making”</a:t>
            </a:r>
            <a:br>
              <a:rPr lang="en-GB" dirty="0"/>
            </a:br>
            <a:r>
              <a:rPr lang="en-GB" dirty="0"/>
              <a:t>SS 26</a:t>
            </a:r>
          </a:p>
        </p:txBody>
      </p:sp>
      <p:sp>
        <p:nvSpPr>
          <p:cNvPr id="5" name="Textplatzhalter 4">
            <a:extLst>
              <a:ext uri="{FF2B5EF4-FFF2-40B4-BE49-F238E27FC236}">
                <a16:creationId xmlns:a16="http://schemas.microsoft.com/office/drawing/2014/main" id="{D4CAB6A2-FD2E-0A0E-1E7C-685BDC8AB00A}"/>
              </a:ext>
            </a:extLst>
          </p:cNvPr>
          <p:cNvSpPr>
            <a:spLocks noGrp="1"/>
          </p:cNvSpPr>
          <p:nvPr>
            <p:ph type="body" sz="quarter" idx="10"/>
          </p:nvPr>
        </p:nvSpPr>
        <p:spPr/>
        <p:txBody>
          <a:bodyPr/>
          <a:lstStyle/>
          <a:p>
            <a:r>
              <a:rPr lang="en-GB" dirty="0"/>
              <a:t>Kami Höferl</a:t>
            </a:r>
          </a:p>
        </p:txBody>
      </p:sp>
      <p:pic>
        <p:nvPicPr>
          <p:cNvPr id="6" name="Picture Placeholder 14">
            <a:extLst>
              <a:ext uri="{FF2B5EF4-FFF2-40B4-BE49-F238E27FC236}">
                <a16:creationId xmlns:a16="http://schemas.microsoft.com/office/drawing/2014/main" id="{A4745F24-D207-A9C3-7B8F-2B847985E1BF}"/>
              </a:ext>
            </a:extLst>
          </p:cNvPr>
          <p:cNvPicPr>
            <a:picLocks noChangeAspect="1"/>
          </p:cNvPicPr>
          <p:nvPr/>
        </p:nvPicPr>
        <p:blipFill rotWithShape="1">
          <a:blip r:embed="rId3">
            <a:extLst>
              <a:ext uri="{28A0092B-C50C-407E-A947-70E740481C1C}">
                <a14:useLocalDpi xmlns:a14="http://schemas.microsoft.com/office/drawing/2010/main" val="0"/>
              </a:ext>
            </a:extLst>
          </a:blip>
          <a:srcRect l="27648" r="10344"/>
          <a:stretch>
            <a:fillRect/>
          </a:stretch>
        </p:blipFill>
        <p:spPr bwMode="gray">
          <a:xfrm>
            <a:off x="-528000" y="-86336"/>
            <a:ext cx="6459145" cy="6944335"/>
          </a:xfrm>
          <a:prstGeom prst="rect">
            <a:avLst/>
          </a:prstGeom>
          <a:solidFill>
            <a:srgbClr val="E4E7E9"/>
          </a:solidFill>
          <a:ln w="50800">
            <a:solidFill>
              <a:schemeClr val="bg1"/>
            </a:solidFill>
          </a:ln>
          <a:effectLst>
            <a:outerShdw blurRad="254000" dist="107763" dir="2699994" algn="tl">
              <a:prstClr val="black">
                <a:alpha val="40000"/>
              </a:prstClr>
            </a:outerShdw>
          </a:effectLst>
        </p:spPr>
      </p:pic>
      <p:sp>
        <p:nvSpPr>
          <p:cNvPr id="7" name="Textfeld 6">
            <a:extLst>
              <a:ext uri="{FF2B5EF4-FFF2-40B4-BE49-F238E27FC236}">
                <a16:creationId xmlns:a16="http://schemas.microsoft.com/office/drawing/2014/main" id="{AE42D817-3BF5-0859-ABA5-56BA456FF739}"/>
              </a:ext>
            </a:extLst>
          </p:cNvPr>
          <p:cNvSpPr txBox="1"/>
          <p:nvPr/>
        </p:nvSpPr>
        <p:spPr>
          <a:xfrm>
            <a:off x="120000" y="6525000"/>
            <a:ext cx="2448000" cy="189604"/>
          </a:xfrm>
          <a:prstGeom prst="rect">
            <a:avLst/>
          </a:prstGeom>
          <a:noFill/>
        </p:spPr>
        <p:txBody>
          <a:bodyPr wrap="square" lIns="0" tIns="0" rIns="0" bIns="0" rtlCol="0">
            <a:spAutoFit/>
          </a:bodyPr>
          <a:lstStyle/>
          <a:p>
            <a:pPr>
              <a:lnSpc>
                <a:spcPct val="120000"/>
              </a:lnSpc>
              <a:spcBef>
                <a:spcPts val="800"/>
              </a:spcBef>
            </a:pPr>
            <a:r>
              <a:rPr lang="en-GB" sz="1100" dirty="0">
                <a:solidFill>
                  <a:schemeClr val="bg1">
                    <a:lumMod val="75000"/>
                  </a:schemeClr>
                </a:solidFill>
              </a:rPr>
              <a:t>(MervC, CC-BY-NC 2.0)</a:t>
            </a:r>
          </a:p>
        </p:txBody>
      </p:sp>
      <p:pic>
        <p:nvPicPr>
          <p:cNvPr id="10" name="Picture 9">
            <a:extLst>
              <a:ext uri="{FF2B5EF4-FFF2-40B4-BE49-F238E27FC236}">
                <a16:creationId xmlns:a16="http://schemas.microsoft.com/office/drawing/2014/main" id="{61047E16-0ACD-7593-2BE4-1CAD592D61C1}"/>
              </a:ext>
            </a:extLst>
          </p:cNvPr>
          <p:cNvPicPr>
            <a:picLocks noChangeAspect="1"/>
          </p:cNvPicPr>
          <p:nvPr/>
        </p:nvPicPr>
        <p:blipFill>
          <a:blip r:embed="rId4"/>
          <a:stretch>
            <a:fillRect/>
          </a:stretch>
        </p:blipFill>
        <p:spPr>
          <a:xfrm>
            <a:off x="9696000" y="6061794"/>
            <a:ext cx="490373" cy="223392"/>
          </a:xfrm>
          <a:prstGeom prst="rect">
            <a:avLst/>
          </a:prstGeom>
        </p:spPr>
      </p:pic>
    </p:spTree>
    <p:extLst>
      <p:ext uri="{BB962C8B-B14F-4D97-AF65-F5344CB8AC3E}">
        <p14:creationId xmlns:p14="http://schemas.microsoft.com/office/powerpoint/2010/main" val="17146549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D1F21953-5825-54FF-DD84-ED80226FBB1E}"/>
              </a:ext>
            </a:extLst>
          </p:cNvPr>
          <p:cNvSpPr>
            <a:spLocks noGrp="1"/>
          </p:cNvSpPr>
          <p:nvPr>
            <p:ph type="title"/>
          </p:nvPr>
        </p:nvSpPr>
        <p:spPr>
          <a:xfrm>
            <a:off x="695326" y="693000"/>
            <a:ext cx="6553200" cy="648000"/>
          </a:xfrm>
        </p:spPr>
        <p:txBody>
          <a:bodyPr/>
          <a:lstStyle/>
          <a:p>
            <a:r>
              <a:rPr lang="en-GB" dirty="0"/>
              <a:t>Overview</a:t>
            </a:r>
          </a:p>
        </p:txBody>
      </p:sp>
      <p:sp>
        <p:nvSpPr>
          <p:cNvPr id="7" name="Inhaltsplatzhalter 6">
            <a:extLst>
              <a:ext uri="{FF2B5EF4-FFF2-40B4-BE49-F238E27FC236}">
                <a16:creationId xmlns:a16="http://schemas.microsoft.com/office/drawing/2014/main" id="{099EF4D1-C3FA-6B89-E7F8-3935D779FF1D}"/>
              </a:ext>
            </a:extLst>
          </p:cNvPr>
          <p:cNvSpPr>
            <a:spLocks noGrp="1"/>
          </p:cNvSpPr>
          <p:nvPr>
            <p:ph sz="half" idx="1"/>
          </p:nvPr>
        </p:nvSpPr>
        <p:spPr>
          <a:xfrm>
            <a:off x="695325" y="1413001"/>
            <a:ext cx="5832675" cy="4751262"/>
          </a:xfrm>
        </p:spPr>
        <p:txBody>
          <a:bodyPr>
            <a:normAutofit/>
          </a:bodyPr>
          <a:lstStyle/>
          <a:p>
            <a:pPr>
              <a:spcAft>
                <a:spcPts val="1400"/>
              </a:spcAft>
            </a:pPr>
            <a:r>
              <a:rPr lang="en-US" sz="2400" b="1" dirty="0"/>
              <a:t>Is all Data just Numbers?</a:t>
            </a:r>
          </a:p>
          <a:p>
            <a:pPr>
              <a:spcAft>
                <a:spcPts val="1400"/>
              </a:spcAft>
            </a:pPr>
            <a:r>
              <a:rPr lang="en-US" sz="2400" b="1" dirty="0"/>
              <a:t>Recap: Qualitative Interviews &amp; Data</a:t>
            </a:r>
          </a:p>
          <a:p>
            <a:pPr>
              <a:spcAft>
                <a:spcPts val="1400"/>
              </a:spcAft>
            </a:pPr>
            <a:r>
              <a:rPr lang="en-US" sz="2400" b="1" dirty="0"/>
              <a:t>Transcription of Audio- &amp; Video Material</a:t>
            </a:r>
          </a:p>
          <a:p>
            <a:pPr>
              <a:spcAft>
                <a:spcPts val="1400"/>
              </a:spcAft>
            </a:pPr>
            <a:r>
              <a:rPr lang="en-US" sz="2400" b="1" dirty="0"/>
              <a:t>Qualitative Content Analysis Software</a:t>
            </a:r>
          </a:p>
          <a:p>
            <a:pPr>
              <a:spcAft>
                <a:spcPts val="1400"/>
              </a:spcAft>
            </a:pPr>
            <a:r>
              <a:rPr lang="en-US" sz="2400" b="1" dirty="0"/>
              <a:t>Thematic Coding</a:t>
            </a:r>
          </a:p>
          <a:p>
            <a:pPr>
              <a:spcAft>
                <a:spcPts val="1400"/>
              </a:spcAft>
            </a:pPr>
            <a:r>
              <a:rPr lang="en-US" sz="2400" b="1" dirty="0"/>
              <a:t>What about AI?</a:t>
            </a:r>
            <a:endParaRPr lang="en-GB" sz="2200" b="1" dirty="0"/>
          </a:p>
        </p:txBody>
      </p:sp>
      <p:sp>
        <p:nvSpPr>
          <p:cNvPr id="9" name="Textplatzhalter 8">
            <a:extLst>
              <a:ext uri="{FF2B5EF4-FFF2-40B4-BE49-F238E27FC236}">
                <a16:creationId xmlns:a16="http://schemas.microsoft.com/office/drawing/2014/main" id="{C9C7155B-A456-92AA-517F-BB971C939B2C}"/>
              </a:ext>
            </a:extLst>
          </p:cNvPr>
          <p:cNvSpPr>
            <a:spLocks noGrp="1"/>
          </p:cNvSpPr>
          <p:nvPr>
            <p:ph type="body" sz="quarter" idx="14"/>
          </p:nvPr>
        </p:nvSpPr>
        <p:spPr/>
        <p:txBody>
          <a:bodyPr/>
          <a:lstStyle/>
          <a:p>
            <a:endParaRPr lang="en-GB" dirty="0"/>
          </a:p>
        </p:txBody>
      </p:sp>
      <p:sp>
        <p:nvSpPr>
          <p:cNvPr id="14" name="Textfeld 13">
            <a:extLst>
              <a:ext uri="{FF2B5EF4-FFF2-40B4-BE49-F238E27FC236}">
                <a16:creationId xmlns:a16="http://schemas.microsoft.com/office/drawing/2014/main" id="{FB0825BA-6A02-22EE-1F32-1608C61C8F8D}"/>
              </a:ext>
            </a:extLst>
          </p:cNvPr>
          <p:cNvSpPr txBox="1"/>
          <p:nvPr/>
        </p:nvSpPr>
        <p:spPr>
          <a:xfrm>
            <a:off x="11136000" y="6525000"/>
            <a:ext cx="2448000" cy="189604"/>
          </a:xfrm>
          <a:prstGeom prst="rect">
            <a:avLst/>
          </a:prstGeom>
          <a:noFill/>
        </p:spPr>
        <p:txBody>
          <a:bodyPr wrap="square" lIns="0" tIns="0" rIns="0" bIns="0" rtlCol="0">
            <a:spAutoFit/>
          </a:bodyPr>
          <a:lstStyle/>
          <a:p>
            <a:pPr algn="l">
              <a:lnSpc>
                <a:spcPct val="120000"/>
              </a:lnSpc>
              <a:spcBef>
                <a:spcPts val="800"/>
              </a:spcBef>
            </a:pPr>
            <a:r>
              <a:rPr lang="en-GB" sz="1100" dirty="0">
                <a:solidFill>
                  <a:schemeClr val="bg1"/>
                </a:solidFill>
              </a:rPr>
              <a:t>(Escher, 1961)</a:t>
            </a:r>
          </a:p>
        </p:txBody>
      </p:sp>
      <p:pic>
        <p:nvPicPr>
          <p:cNvPr id="16" name="Picture Placeholder 14">
            <a:extLst>
              <a:ext uri="{FF2B5EF4-FFF2-40B4-BE49-F238E27FC236}">
                <a16:creationId xmlns:a16="http://schemas.microsoft.com/office/drawing/2014/main" id="{7D11AE93-7A82-39E1-F0EF-B8879756C570}"/>
              </a:ext>
            </a:extLst>
          </p:cNvPr>
          <p:cNvPicPr>
            <a:picLocks noGrp="1" noChangeAspect="1"/>
          </p:cNvPicPr>
          <p:nvPr>
            <p:ph type="pic" idx="13"/>
          </p:nvPr>
        </p:nvPicPr>
        <p:blipFill rotWithShape="1">
          <a:blip r:embed="rId2">
            <a:extLst>
              <a:ext uri="{28A0092B-C50C-407E-A947-70E740481C1C}">
                <a14:useLocalDpi xmlns:a14="http://schemas.microsoft.com/office/drawing/2010/main" val="0"/>
              </a:ext>
            </a:extLst>
          </a:blip>
          <a:srcRect l="23098" r="33740"/>
          <a:stretch>
            <a:fillRect/>
          </a:stretch>
        </p:blipFill>
        <p:spPr bwMode="gray">
          <a:xfrm>
            <a:off x="7752001" y="0"/>
            <a:ext cx="4440000" cy="6858000"/>
          </a:xfrm>
          <a:prstGeom prst="rect">
            <a:avLst/>
          </a:prstGeom>
          <a:solidFill>
            <a:srgbClr val="E4E7E9"/>
          </a:solidFill>
          <a:ln w="6350">
            <a:solidFill>
              <a:schemeClr val="tx1"/>
            </a:solidFill>
          </a:ln>
          <a:effectLst>
            <a:outerShdw blurRad="254000" dist="107763" dir="2699994" algn="tl">
              <a:prstClr val="black">
                <a:alpha val="40000"/>
              </a:prstClr>
            </a:outerShdw>
          </a:effectLst>
        </p:spPr>
      </p:pic>
      <p:sp>
        <p:nvSpPr>
          <p:cNvPr id="2" name="Textfeld 1">
            <a:extLst>
              <a:ext uri="{FF2B5EF4-FFF2-40B4-BE49-F238E27FC236}">
                <a16:creationId xmlns:a16="http://schemas.microsoft.com/office/drawing/2014/main" id="{8E685C95-94E5-A5B0-7580-C531D1A59A1E}"/>
              </a:ext>
            </a:extLst>
          </p:cNvPr>
          <p:cNvSpPr txBox="1"/>
          <p:nvPr/>
        </p:nvSpPr>
        <p:spPr>
          <a:xfrm>
            <a:off x="7911724" y="6583500"/>
            <a:ext cx="2448000" cy="189604"/>
          </a:xfrm>
          <a:prstGeom prst="rect">
            <a:avLst/>
          </a:prstGeom>
          <a:noFill/>
        </p:spPr>
        <p:txBody>
          <a:bodyPr wrap="square" lIns="0" tIns="0" rIns="0" bIns="0" rtlCol="0">
            <a:spAutoFit/>
          </a:bodyPr>
          <a:lstStyle/>
          <a:p>
            <a:pPr>
              <a:lnSpc>
                <a:spcPct val="120000"/>
              </a:lnSpc>
              <a:spcBef>
                <a:spcPts val="800"/>
              </a:spcBef>
            </a:pPr>
            <a:r>
              <a:rPr lang="en-GB" sz="1100" dirty="0">
                <a:solidFill>
                  <a:schemeClr val="bg1">
                    <a:lumMod val="75000"/>
                  </a:schemeClr>
                </a:solidFill>
              </a:rPr>
              <a:t>(MervC, CC-BY-NC 2.0)</a:t>
            </a:r>
          </a:p>
        </p:txBody>
      </p:sp>
    </p:spTree>
    <p:extLst>
      <p:ext uri="{BB962C8B-B14F-4D97-AF65-F5344CB8AC3E}">
        <p14:creationId xmlns:p14="http://schemas.microsoft.com/office/powerpoint/2010/main" val="39669565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0194E2-B201-E33C-1594-56351F03A39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94F9676-93AC-B435-5F98-486C9E623D38}"/>
              </a:ext>
            </a:extLst>
          </p:cNvPr>
          <p:cNvSpPr>
            <a:spLocks noGrp="1"/>
          </p:cNvSpPr>
          <p:nvPr>
            <p:ph type="sldNum" sz="quarter" idx="12"/>
          </p:nvPr>
        </p:nvSpPr>
        <p:spPr/>
        <p:txBody>
          <a:bodyPr/>
          <a:lstStyle/>
          <a:p>
            <a:fld id="{D836C0FE-70CA-4950-82D6-CF602CC2B770}" type="slidenum">
              <a:rPr lang="en-GB" smtClean="0"/>
              <a:t>3</a:t>
            </a:fld>
            <a:endParaRPr lang="en-GB" dirty="0"/>
          </a:p>
        </p:txBody>
      </p:sp>
      <p:sp>
        <p:nvSpPr>
          <p:cNvPr id="3" name="Title 2">
            <a:extLst>
              <a:ext uri="{FF2B5EF4-FFF2-40B4-BE49-F238E27FC236}">
                <a16:creationId xmlns:a16="http://schemas.microsoft.com/office/drawing/2014/main" id="{9858BA0D-F091-C56C-CB60-5ED945B1E210}"/>
              </a:ext>
            </a:extLst>
          </p:cNvPr>
          <p:cNvSpPr>
            <a:spLocks noGrp="1"/>
          </p:cNvSpPr>
          <p:nvPr>
            <p:ph type="title"/>
          </p:nvPr>
        </p:nvSpPr>
        <p:spPr/>
        <p:txBody>
          <a:bodyPr/>
          <a:lstStyle/>
          <a:p>
            <a:r>
              <a:rPr lang="en-GB" dirty="0"/>
              <a:t>But: Why Data Driven … Everything?</a:t>
            </a:r>
          </a:p>
        </p:txBody>
      </p:sp>
      <p:sp>
        <p:nvSpPr>
          <p:cNvPr id="4" name="Content Placeholder 3">
            <a:extLst>
              <a:ext uri="{FF2B5EF4-FFF2-40B4-BE49-F238E27FC236}">
                <a16:creationId xmlns:a16="http://schemas.microsoft.com/office/drawing/2014/main" id="{CD8491A3-08B7-FA5A-4041-46A2AE1229DF}"/>
              </a:ext>
            </a:extLst>
          </p:cNvPr>
          <p:cNvSpPr>
            <a:spLocks noGrp="1"/>
          </p:cNvSpPr>
          <p:nvPr>
            <p:ph idx="1"/>
          </p:nvPr>
        </p:nvSpPr>
        <p:spPr>
          <a:xfrm>
            <a:off x="695325" y="1628999"/>
            <a:ext cx="7848676" cy="4535265"/>
          </a:xfrm>
        </p:spPr>
        <p:txBody>
          <a:bodyPr>
            <a:normAutofit/>
          </a:bodyPr>
          <a:lstStyle/>
          <a:p>
            <a:pPr marL="0" indent="0">
              <a:buNone/>
            </a:pPr>
            <a:r>
              <a:rPr lang="en-GB" sz="2400" dirty="0"/>
              <a:t>Not Everything: </a:t>
            </a:r>
            <a:r>
              <a:rPr lang="en-GB" sz="2400" b="1" dirty="0"/>
              <a:t>But management</a:t>
            </a:r>
          </a:p>
          <a:p>
            <a:pPr>
              <a:spcAft>
                <a:spcPts val="800"/>
              </a:spcAft>
            </a:pPr>
            <a:r>
              <a:rPr lang="en-GB" sz="2400" dirty="0"/>
              <a:t>“Management is a distinct process consisting of planning, organising, actuating, and controlling, performed to determine and accomplish stated objectives.” (Terry 1953)</a:t>
            </a:r>
          </a:p>
          <a:p>
            <a:pPr>
              <a:spcAft>
                <a:spcPts val="800"/>
              </a:spcAft>
            </a:pPr>
            <a:r>
              <a:rPr lang="en-GB" sz="2400" dirty="0"/>
              <a:t>“To manage is to forecast and plan, to organise, to command, to coordinate and to control.” (Fayol 1916)</a:t>
            </a:r>
          </a:p>
          <a:p>
            <a:pPr>
              <a:spcAft>
                <a:spcPts val="800"/>
              </a:spcAft>
            </a:pPr>
            <a:endParaRPr lang="en-GB" sz="1200" dirty="0"/>
          </a:p>
          <a:p>
            <a:pPr>
              <a:spcAft>
                <a:spcPts val="800"/>
              </a:spcAft>
            </a:pPr>
            <a:r>
              <a:rPr lang="en-GB" sz="2400" b="1" dirty="0">
                <a:solidFill>
                  <a:schemeClr val="tx2"/>
                </a:solidFill>
              </a:rPr>
              <a:t>👉 ideally: based on hard empiric evidence = data</a:t>
            </a:r>
            <a:endParaRPr lang="en-GB" sz="2400" dirty="0">
              <a:solidFill>
                <a:schemeClr val="tx2"/>
              </a:solidFill>
            </a:endParaRPr>
          </a:p>
        </p:txBody>
      </p:sp>
      <p:sp>
        <p:nvSpPr>
          <p:cNvPr id="5" name="Date Placeholder 4">
            <a:extLst>
              <a:ext uri="{FF2B5EF4-FFF2-40B4-BE49-F238E27FC236}">
                <a16:creationId xmlns:a16="http://schemas.microsoft.com/office/drawing/2014/main" id="{C8A8B975-F598-E8F1-9115-DFED11DAB050}"/>
              </a:ext>
            </a:extLst>
          </p:cNvPr>
          <p:cNvSpPr>
            <a:spLocks noGrp="1"/>
          </p:cNvSpPr>
          <p:nvPr>
            <p:ph type="dt" sz="half" idx="10"/>
          </p:nvPr>
        </p:nvSpPr>
        <p:spPr/>
        <p:txBody>
          <a:bodyPr/>
          <a:lstStyle/>
          <a:p>
            <a:endParaRPr lang="en-GB" dirty="0"/>
          </a:p>
        </p:txBody>
      </p:sp>
      <p:sp>
        <p:nvSpPr>
          <p:cNvPr id="6" name="Footer Placeholder 5">
            <a:extLst>
              <a:ext uri="{FF2B5EF4-FFF2-40B4-BE49-F238E27FC236}">
                <a16:creationId xmlns:a16="http://schemas.microsoft.com/office/drawing/2014/main" id="{8CB52E1A-3233-FFEE-EA65-8016F8AA5539}"/>
              </a:ext>
            </a:extLst>
          </p:cNvPr>
          <p:cNvSpPr>
            <a:spLocks noGrp="1"/>
          </p:cNvSpPr>
          <p:nvPr>
            <p:ph type="ftr" sz="quarter" idx="11"/>
          </p:nvPr>
        </p:nvSpPr>
        <p:spPr/>
        <p:txBody>
          <a:bodyPr/>
          <a:lstStyle/>
          <a:p>
            <a:r>
              <a:rPr lang="en-GB" dirty="0"/>
              <a:t>KMH</a:t>
            </a:r>
          </a:p>
        </p:txBody>
      </p:sp>
    </p:spTree>
    <p:extLst>
      <p:ext uri="{BB962C8B-B14F-4D97-AF65-F5344CB8AC3E}">
        <p14:creationId xmlns:p14="http://schemas.microsoft.com/office/powerpoint/2010/main" val="6949477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0B971AC-0035-3A41-7B45-BD7AD7F9C8AE}"/>
              </a:ext>
            </a:extLst>
          </p:cNvPr>
          <p:cNvSpPr>
            <a:spLocks noGrp="1"/>
          </p:cNvSpPr>
          <p:nvPr>
            <p:ph type="sldNum" sz="quarter" idx="12"/>
          </p:nvPr>
        </p:nvSpPr>
        <p:spPr/>
        <p:txBody>
          <a:bodyPr/>
          <a:lstStyle/>
          <a:p>
            <a:fld id="{D836C0FE-70CA-4950-82D6-CF602CC2B770}" type="slidenum">
              <a:rPr lang="en-GB" smtClean="0"/>
              <a:t>4</a:t>
            </a:fld>
            <a:endParaRPr lang="en-GB" dirty="0"/>
          </a:p>
        </p:txBody>
      </p:sp>
      <p:sp>
        <p:nvSpPr>
          <p:cNvPr id="3" name="Title 2">
            <a:extLst>
              <a:ext uri="{FF2B5EF4-FFF2-40B4-BE49-F238E27FC236}">
                <a16:creationId xmlns:a16="http://schemas.microsoft.com/office/drawing/2014/main" id="{6F470EE4-2BCC-B132-F8BD-903886EB1B05}"/>
              </a:ext>
            </a:extLst>
          </p:cNvPr>
          <p:cNvSpPr>
            <a:spLocks noGrp="1"/>
          </p:cNvSpPr>
          <p:nvPr>
            <p:ph type="title"/>
          </p:nvPr>
        </p:nvSpPr>
        <p:spPr/>
        <p:txBody>
          <a:bodyPr/>
          <a:lstStyle/>
          <a:p>
            <a:r>
              <a:rPr lang="en-GB" dirty="0"/>
              <a:t>But: Why Data Driven … Everything?</a:t>
            </a:r>
          </a:p>
        </p:txBody>
      </p:sp>
      <p:sp>
        <p:nvSpPr>
          <p:cNvPr id="4" name="Content Placeholder 3">
            <a:extLst>
              <a:ext uri="{FF2B5EF4-FFF2-40B4-BE49-F238E27FC236}">
                <a16:creationId xmlns:a16="http://schemas.microsoft.com/office/drawing/2014/main" id="{EF83090B-7B85-CF58-307F-D8C14541463A}"/>
              </a:ext>
            </a:extLst>
          </p:cNvPr>
          <p:cNvSpPr>
            <a:spLocks noGrp="1"/>
          </p:cNvSpPr>
          <p:nvPr>
            <p:ph idx="1"/>
          </p:nvPr>
        </p:nvSpPr>
        <p:spPr>
          <a:xfrm>
            <a:off x="695324" y="1485000"/>
            <a:ext cx="10800675" cy="4535265"/>
          </a:xfrm>
        </p:spPr>
        <p:txBody>
          <a:bodyPr>
            <a:normAutofit fontScale="85000" lnSpcReduction="20000"/>
          </a:bodyPr>
          <a:lstStyle/>
          <a:p>
            <a:r>
              <a:rPr lang="en-GB" dirty="0"/>
              <a:t>Reduces reliance on intuition, hierarchy or anecdote</a:t>
            </a:r>
          </a:p>
          <a:p>
            <a:r>
              <a:rPr lang="en-GB" dirty="0"/>
              <a:t>Improves decision quality through systematic data analysis</a:t>
            </a:r>
          </a:p>
          <a:p>
            <a:r>
              <a:rPr lang="en-GB" dirty="0"/>
              <a:t>Makes assumptions transparent &amp; testable</a:t>
            </a:r>
          </a:p>
          <a:p>
            <a:r>
              <a:rPr lang="en-GB" dirty="0"/>
              <a:t>Helps identify real drivers of performance and risk</a:t>
            </a:r>
          </a:p>
          <a:p>
            <a:r>
              <a:rPr lang="en-GB" dirty="0"/>
              <a:t>Enables evaluation of strategic alternatives before committing resources</a:t>
            </a:r>
          </a:p>
          <a:p>
            <a:r>
              <a:rPr lang="en-GB" dirty="0"/>
              <a:t>Supports learning from past decisions through measurable outcomes</a:t>
            </a:r>
          </a:p>
          <a:p>
            <a:r>
              <a:rPr lang="en-GB" dirty="0"/>
              <a:t>Strengthens accountability towards stakeholders</a:t>
            </a:r>
          </a:p>
          <a:p>
            <a:r>
              <a:rPr lang="en-GB" dirty="0"/>
              <a:t>Increases organisational credibility and legitimacy</a:t>
            </a:r>
          </a:p>
          <a:p>
            <a:r>
              <a:rPr lang="en-GB" dirty="0"/>
              <a:t>Improves adaptability in dynamic and uncertain environments</a:t>
            </a:r>
          </a:p>
          <a:p>
            <a:r>
              <a:rPr lang="en-GB" dirty="0"/>
              <a:t>Aligns strategy with measurable impact rather than opinion</a:t>
            </a:r>
          </a:p>
        </p:txBody>
      </p:sp>
      <p:sp>
        <p:nvSpPr>
          <p:cNvPr id="5" name="Date Placeholder 4">
            <a:extLst>
              <a:ext uri="{FF2B5EF4-FFF2-40B4-BE49-F238E27FC236}">
                <a16:creationId xmlns:a16="http://schemas.microsoft.com/office/drawing/2014/main" id="{5E336C9D-3E7E-F7C1-8032-440FCD838525}"/>
              </a:ext>
            </a:extLst>
          </p:cNvPr>
          <p:cNvSpPr>
            <a:spLocks noGrp="1"/>
          </p:cNvSpPr>
          <p:nvPr>
            <p:ph type="dt" sz="half" idx="10"/>
          </p:nvPr>
        </p:nvSpPr>
        <p:spPr/>
        <p:txBody>
          <a:bodyPr/>
          <a:lstStyle/>
          <a:p>
            <a:endParaRPr lang="en-GB" dirty="0"/>
          </a:p>
        </p:txBody>
      </p:sp>
      <p:sp>
        <p:nvSpPr>
          <p:cNvPr id="6" name="Footer Placeholder 5">
            <a:extLst>
              <a:ext uri="{FF2B5EF4-FFF2-40B4-BE49-F238E27FC236}">
                <a16:creationId xmlns:a16="http://schemas.microsoft.com/office/drawing/2014/main" id="{29F06C73-77F5-BB5A-CA6C-FAEF3BA5B1B1}"/>
              </a:ext>
            </a:extLst>
          </p:cNvPr>
          <p:cNvSpPr>
            <a:spLocks noGrp="1"/>
          </p:cNvSpPr>
          <p:nvPr>
            <p:ph type="ftr" sz="quarter" idx="11"/>
          </p:nvPr>
        </p:nvSpPr>
        <p:spPr/>
        <p:txBody>
          <a:bodyPr/>
          <a:lstStyle/>
          <a:p>
            <a:r>
              <a:rPr lang="en-GB" dirty="0"/>
              <a:t>KMH</a:t>
            </a:r>
          </a:p>
        </p:txBody>
      </p:sp>
    </p:spTree>
    <p:extLst>
      <p:ext uri="{BB962C8B-B14F-4D97-AF65-F5344CB8AC3E}">
        <p14:creationId xmlns:p14="http://schemas.microsoft.com/office/powerpoint/2010/main" val="25823381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47B2E142-0F97-8638-6CF6-A18D0AF82B51}"/>
              </a:ext>
            </a:extLst>
          </p:cNvPr>
          <p:cNvSpPr>
            <a:spLocks noGrp="1"/>
          </p:cNvSpPr>
          <p:nvPr>
            <p:ph type="sldNum" sz="quarter" idx="12"/>
          </p:nvPr>
        </p:nvSpPr>
        <p:spPr/>
        <p:txBody>
          <a:bodyPr/>
          <a:lstStyle/>
          <a:p>
            <a:fld id="{D836C0FE-70CA-4950-82D6-CF602CC2B770}" type="slidenum">
              <a:rPr lang="en-GB" smtClean="0"/>
              <a:t>5</a:t>
            </a:fld>
            <a:endParaRPr lang="en-GB" dirty="0"/>
          </a:p>
        </p:txBody>
      </p:sp>
      <p:sp>
        <p:nvSpPr>
          <p:cNvPr id="3" name="Titel 2">
            <a:extLst>
              <a:ext uri="{FF2B5EF4-FFF2-40B4-BE49-F238E27FC236}">
                <a16:creationId xmlns:a16="http://schemas.microsoft.com/office/drawing/2014/main" id="{89B430DA-A732-D84B-EE2F-0181142EDA83}"/>
              </a:ext>
            </a:extLst>
          </p:cNvPr>
          <p:cNvSpPr>
            <a:spLocks noGrp="1"/>
          </p:cNvSpPr>
          <p:nvPr>
            <p:ph type="title"/>
          </p:nvPr>
        </p:nvSpPr>
        <p:spPr/>
        <p:txBody>
          <a:bodyPr/>
          <a:lstStyle/>
          <a:p>
            <a:r>
              <a:rPr lang="en-GB" dirty="0"/>
              <a:t>From Statistics to Data Science</a:t>
            </a:r>
          </a:p>
        </p:txBody>
      </p:sp>
      <p:sp>
        <p:nvSpPr>
          <p:cNvPr id="6" name="Datumsplatzhalter 5">
            <a:extLst>
              <a:ext uri="{FF2B5EF4-FFF2-40B4-BE49-F238E27FC236}">
                <a16:creationId xmlns:a16="http://schemas.microsoft.com/office/drawing/2014/main" id="{28177751-CF43-A768-1240-21EA6ACF8152}"/>
              </a:ext>
            </a:extLst>
          </p:cNvPr>
          <p:cNvSpPr>
            <a:spLocks noGrp="1"/>
          </p:cNvSpPr>
          <p:nvPr>
            <p:ph type="dt" sz="half" idx="10"/>
          </p:nvPr>
        </p:nvSpPr>
        <p:spPr/>
        <p:txBody>
          <a:bodyPr/>
          <a:lstStyle/>
          <a:p>
            <a:r>
              <a:rPr lang="en-GB" dirty="0"/>
              <a:t>(Baldassarre, 2016: n.p.)</a:t>
            </a:r>
          </a:p>
        </p:txBody>
      </p:sp>
      <p:sp>
        <p:nvSpPr>
          <p:cNvPr id="7" name="Fußzeilenplatzhalter 6">
            <a:extLst>
              <a:ext uri="{FF2B5EF4-FFF2-40B4-BE49-F238E27FC236}">
                <a16:creationId xmlns:a16="http://schemas.microsoft.com/office/drawing/2014/main" id="{6F279A3D-7509-E270-3BC9-43047DC80E0F}"/>
              </a:ext>
            </a:extLst>
          </p:cNvPr>
          <p:cNvSpPr>
            <a:spLocks noGrp="1"/>
          </p:cNvSpPr>
          <p:nvPr>
            <p:ph type="ftr" sz="quarter" idx="11"/>
          </p:nvPr>
        </p:nvSpPr>
        <p:spPr/>
        <p:txBody>
          <a:bodyPr/>
          <a:lstStyle/>
          <a:p>
            <a:r>
              <a:rPr lang="en-GB" dirty="0"/>
              <a:t>KMH / IMC-Mehrwerttag Jänner 2026</a:t>
            </a:r>
          </a:p>
        </p:txBody>
      </p:sp>
      <p:pic>
        <p:nvPicPr>
          <p:cNvPr id="12" name="Picture 2">
            <a:hlinkClick r:id="rId2"/>
            <a:extLst>
              <a:ext uri="{FF2B5EF4-FFF2-40B4-BE49-F238E27FC236}">
                <a16:creationId xmlns:a16="http://schemas.microsoft.com/office/drawing/2014/main" id="{04F74109-C2B3-6445-0E7C-0C81C9434EFD}"/>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bwMode="auto">
          <a:xfrm>
            <a:off x="1016877" y="1594581"/>
            <a:ext cx="10152675" cy="45866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77058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DDCF96F2-7C7C-1BD1-B1D2-64501DF2BE12}"/>
              </a:ext>
            </a:extLst>
          </p:cNvPr>
          <p:cNvSpPr>
            <a:spLocks noGrp="1"/>
          </p:cNvSpPr>
          <p:nvPr>
            <p:ph type="sldNum" sz="quarter" idx="12"/>
          </p:nvPr>
        </p:nvSpPr>
        <p:spPr/>
        <p:txBody>
          <a:bodyPr/>
          <a:lstStyle/>
          <a:p>
            <a:fld id="{D836C0FE-70CA-4950-82D6-CF602CC2B770}" type="slidenum">
              <a:rPr lang="en-GB" smtClean="0"/>
              <a:t>6</a:t>
            </a:fld>
            <a:endParaRPr lang="en-GB" dirty="0"/>
          </a:p>
        </p:txBody>
      </p:sp>
      <p:sp>
        <p:nvSpPr>
          <p:cNvPr id="8" name="Titel 7">
            <a:extLst>
              <a:ext uri="{FF2B5EF4-FFF2-40B4-BE49-F238E27FC236}">
                <a16:creationId xmlns:a16="http://schemas.microsoft.com/office/drawing/2014/main" id="{70312A67-3E09-410B-FB2E-9E6EF4B51A83}"/>
              </a:ext>
            </a:extLst>
          </p:cNvPr>
          <p:cNvSpPr>
            <a:spLocks noGrp="1"/>
          </p:cNvSpPr>
          <p:nvPr>
            <p:ph type="title"/>
          </p:nvPr>
        </p:nvSpPr>
        <p:spPr/>
        <p:txBody>
          <a:bodyPr/>
          <a:lstStyle/>
          <a:p>
            <a:r>
              <a:rPr lang="en-GB" dirty="0"/>
              <a:t>An often Unspoken Assumption:</a:t>
            </a:r>
          </a:p>
        </p:txBody>
      </p:sp>
      <p:sp>
        <p:nvSpPr>
          <p:cNvPr id="9" name="Inhaltsplatzhalter 8">
            <a:extLst>
              <a:ext uri="{FF2B5EF4-FFF2-40B4-BE49-F238E27FC236}">
                <a16:creationId xmlns:a16="http://schemas.microsoft.com/office/drawing/2014/main" id="{4ED84A96-1F48-0E8E-9020-EE988A6D4978}"/>
              </a:ext>
            </a:extLst>
          </p:cNvPr>
          <p:cNvSpPr>
            <a:spLocks noGrp="1"/>
          </p:cNvSpPr>
          <p:nvPr>
            <p:ph idx="1"/>
          </p:nvPr>
        </p:nvSpPr>
        <p:spPr>
          <a:xfrm>
            <a:off x="695324" y="1053001"/>
            <a:ext cx="10800675" cy="5111264"/>
          </a:xfrm>
        </p:spPr>
        <p:txBody>
          <a:bodyPr>
            <a:normAutofit/>
          </a:bodyPr>
          <a:lstStyle/>
          <a:p>
            <a:r>
              <a:rPr lang="en-GB" b="1" dirty="0"/>
              <a:t>Data = Numbers (= structured data)</a:t>
            </a:r>
          </a:p>
          <a:p>
            <a:pPr lvl="1"/>
            <a:r>
              <a:rPr lang="en-GB" dirty="0"/>
              <a:t>Sensor &amp; IoT data: temperature, GPS coordinates, accelerometer readings</a:t>
            </a:r>
          </a:p>
          <a:p>
            <a:pPr lvl="1"/>
            <a:endParaRPr lang="en-GB" sz="1100" dirty="0"/>
          </a:p>
          <a:p>
            <a:r>
              <a:rPr lang="en-GB" b="1" dirty="0"/>
              <a:t>Text: </a:t>
            </a:r>
            <a:r>
              <a:rPr lang="en-GB" dirty="0"/>
              <a:t>emails, reports, social media posts, survey responses</a:t>
            </a:r>
          </a:p>
          <a:p>
            <a:pPr lvl="1"/>
            <a:r>
              <a:rPr lang="en-GB" dirty="0"/>
              <a:t>Documents: contracts, research papers, forms</a:t>
            </a:r>
          </a:p>
          <a:p>
            <a:r>
              <a:rPr lang="en-GB" b="1" dirty="0"/>
              <a:t>Images: </a:t>
            </a:r>
            <a:r>
              <a:rPr lang="en-GB" dirty="0"/>
              <a:t>photos, satellite imagery, medical scans, diagrams</a:t>
            </a:r>
          </a:p>
          <a:p>
            <a:r>
              <a:rPr lang="en-GB" b="1" dirty="0"/>
              <a:t>Audio: </a:t>
            </a:r>
            <a:r>
              <a:rPr lang="en-GB" dirty="0"/>
              <a:t>voice recordings, music, podcasts, environmental sensors</a:t>
            </a:r>
          </a:p>
          <a:p>
            <a:r>
              <a:rPr lang="en-GB" b="1" dirty="0"/>
              <a:t>Video: </a:t>
            </a:r>
            <a:r>
              <a:rPr lang="en-GB" dirty="0"/>
              <a:t>surveillance footage, lecture recordings, user-generated content</a:t>
            </a:r>
          </a:p>
          <a:p>
            <a:r>
              <a:rPr lang="en-GB" b="1" dirty="0"/>
              <a:t>Graphs &amp; networks: </a:t>
            </a:r>
            <a:r>
              <a:rPr lang="en-GB" dirty="0"/>
              <a:t>social connections, supply chains, knowledge graphs</a:t>
            </a:r>
          </a:p>
        </p:txBody>
      </p:sp>
      <p:sp>
        <p:nvSpPr>
          <p:cNvPr id="6" name="Datumsplatzhalter 5">
            <a:extLst>
              <a:ext uri="{FF2B5EF4-FFF2-40B4-BE49-F238E27FC236}">
                <a16:creationId xmlns:a16="http://schemas.microsoft.com/office/drawing/2014/main" id="{5E06AD3B-C4D8-4022-5D5C-1AD3FCFB2309}"/>
              </a:ext>
            </a:extLst>
          </p:cNvPr>
          <p:cNvSpPr>
            <a:spLocks noGrp="1"/>
          </p:cNvSpPr>
          <p:nvPr>
            <p:ph type="dt" sz="half" idx="10"/>
          </p:nvPr>
        </p:nvSpPr>
        <p:spPr/>
        <p:txBody>
          <a:bodyPr/>
          <a:lstStyle/>
          <a:p>
            <a:endParaRPr lang="en-GB" dirty="0"/>
          </a:p>
        </p:txBody>
      </p:sp>
      <p:sp>
        <p:nvSpPr>
          <p:cNvPr id="7" name="Fußzeilenplatzhalter 6">
            <a:extLst>
              <a:ext uri="{FF2B5EF4-FFF2-40B4-BE49-F238E27FC236}">
                <a16:creationId xmlns:a16="http://schemas.microsoft.com/office/drawing/2014/main" id="{ED9C2F04-994C-6DAA-8843-AA19B115C822}"/>
              </a:ext>
            </a:extLst>
          </p:cNvPr>
          <p:cNvSpPr>
            <a:spLocks noGrp="1"/>
          </p:cNvSpPr>
          <p:nvPr>
            <p:ph type="ftr" sz="quarter" idx="11"/>
          </p:nvPr>
        </p:nvSpPr>
        <p:spPr/>
        <p:txBody>
          <a:bodyPr/>
          <a:lstStyle/>
          <a:p>
            <a:r>
              <a:rPr lang="en-GB" dirty="0"/>
              <a:t>KMH</a:t>
            </a:r>
          </a:p>
        </p:txBody>
      </p:sp>
    </p:spTree>
    <p:extLst>
      <p:ext uri="{BB962C8B-B14F-4D97-AF65-F5344CB8AC3E}">
        <p14:creationId xmlns:p14="http://schemas.microsoft.com/office/powerpoint/2010/main" val="38136419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3B157-DBBC-3D7C-4693-144114BC2C6C}"/>
            </a:ext>
          </a:extLst>
        </p:cNvPr>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4D526C15-4A18-D787-40D7-2F04D427CE74}"/>
              </a:ext>
            </a:extLst>
          </p:cNvPr>
          <p:cNvSpPr>
            <a:spLocks noGrp="1"/>
          </p:cNvSpPr>
          <p:nvPr>
            <p:ph type="sldNum" sz="quarter" idx="12"/>
          </p:nvPr>
        </p:nvSpPr>
        <p:spPr/>
        <p:txBody>
          <a:bodyPr/>
          <a:lstStyle/>
          <a:p>
            <a:fld id="{D836C0FE-70CA-4950-82D6-CF602CC2B770}" type="slidenum">
              <a:rPr lang="en-GB" smtClean="0"/>
              <a:t>7</a:t>
            </a:fld>
            <a:endParaRPr lang="en-GB" dirty="0"/>
          </a:p>
        </p:txBody>
      </p:sp>
      <p:sp>
        <p:nvSpPr>
          <p:cNvPr id="3" name="Titel 2">
            <a:extLst>
              <a:ext uri="{FF2B5EF4-FFF2-40B4-BE49-F238E27FC236}">
                <a16:creationId xmlns:a16="http://schemas.microsoft.com/office/drawing/2014/main" id="{0523CD29-ABD4-2DBC-72EE-0FC44233D710}"/>
              </a:ext>
            </a:extLst>
          </p:cNvPr>
          <p:cNvSpPr>
            <a:spLocks noGrp="1"/>
          </p:cNvSpPr>
          <p:nvPr>
            <p:ph type="title"/>
          </p:nvPr>
        </p:nvSpPr>
        <p:spPr/>
        <p:txBody>
          <a:bodyPr/>
          <a:lstStyle/>
          <a:p>
            <a:pPr>
              <a:lnSpc>
                <a:spcPct val="150000"/>
              </a:lnSpc>
            </a:pPr>
            <a:r>
              <a:rPr lang="en-GB" dirty="0"/>
              <a:t>Look, Think, Test, Tell</a:t>
            </a:r>
          </a:p>
        </p:txBody>
      </p:sp>
      <p:pic>
        <p:nvPicPr>
          <p:cNvPr id="8" name="Content Placeholder 7">
            <a:extLst>
              <a:ext uri="{FF2B5EF4-FFF2-40B4-BE49-F238E27FC236}">
                <a16:creationId xmlns:a16="http://schemas.microsoft.com/office/drawing/2014/main" id="{4D9E66EF-48EA-3C2F-743B-911AC4BA453C}"/>
              </a:ext>
            </a:extLst>
          </p:cNvPr>
          <p:cNvPicPr>
            <a:picLocks noGrp="1" noChangeAspect="1"/>
          </p:cNvPicPr>
          <p:nvPr>
            <p:ph idx="1"/>
          </p:nvPr>
        </p:nvPicPr>
        <p:blipFill>
          <a:blip r:embed="rId2"/>
          <a:stretch>
            <a:fillRect/>
          </a:stretch>
        </p:blipFill>
        <p:spPr>
          <a:xfrm>
            <a:off x="5099585" y="404664"/>
            <a:ext cx="5244887" cy="5652617"/>
          </a:xfrm>
        </p:spPr>
      </p:pic>
      <p:sp>
        <p:nvSpPr>
          <p:cNvPr id="5" name="Datumsplatzhalter 4">
            <a:extLst>
              <a:ext uri="{FF2B5EF4-FFF2-40B4-BE49-F238E27FC236}">
                <a16:creationId xmlns:a16="http://schemas.microsoft.com/office/drawing/2014/main" id="{004519FA-D001-78C7-D7F9-43E174AEC794}"/>
              </a:ext>
            </a:extLst>
          </p:cNvPr>
          <p:cNvSpPr>
            <a:spLocks noGrp="1"/>
          </p:cNvSpPr>
          <p:nvPr>
            <p:ph type="dt" sz="half" idx="10"/>
          </p:nvPr>
        </p:nvSpPr>
        <p:spPr/>
        <p:txBody>
          <a:bodyPr/>
          <a:lstStyle/>
          <a:p>
            <a:r>
              <a:rPr lang="en-GB" dirty="0"/>
              <a:t>(Sheppard, 2020:5)</a:t>
            </a:r>
          </a:p>
        </p:txBody>
      </p:sp>
      <p:sp>
        <p:nvSpPr>
          <p:cNvPr id="6" name="Fußzeilenplatzhalter 5">
            <a:extLst>
              <a:ext uri="{FF2B5EF4-FFF2-40B4-BE49-F238E27FC236}">
                <a16:creationId xmlns:a16="http://schemas.microsoft.com/office/drawing/2014/main" id="{F6155332-0EC1-4F71-A7C2-0C58D36CFE91}"/>
              </a:ext>
            </a:extLst>
          </p:cNvPr>
          <p:cNvSpPr>
            <a:spLocks noGrp="1"/>
          </p:cNvSpPr>
          <p:nvPr>
            <p:ph type="ftr" sz="quarter" idx="11"/>
          </p:nvPr>
        </p:nvSpPr>
        <p:spPr/>
        <p:txBody>
          <a:bodyPr/>
          <a:lstStyle/>
          <a:p>
            <a:r>
              <a:rPr lang="en-GB" dirty="0"/>
              <a:t>KMH | IL Scientific Method</a:t>
            </a:r>
          </a:p>
        </p:txBody>
      </p:sp>
      <p:sp>
        <p:nvSpPr>
          <p:cNvPr id="7" name="Rechteck: abgerundete Ecken 6">
            <a:extLst>
              <a:ext uri="{FF2B5EF4-FFF2-40B4-BE49-F238E27FC236}">
                <a16:creationId xmlns:a16="http://schemas.microsoft.com/office/drawing/2014/main" id="{9C1CEC67-F518-CA08-45C0-F28E1B2C19A3}"/>
              </a:ext>
            </a:extLst>
          </p:cNvPr>
          <p:cNvSpPr/>
          <p:nvPr/>
        </p:nvSpPr>
        <p:spPr>
          <a:xfrm>
            <a:off x="5099585" y="2194560"/>
            <a:ext cx="1859914" cy="3696197"/>
          </a:xfrm>
          <a:prstGeom prst="roundRect">
            <a:avLst/>
          </a:prstGeom>
          <a:noFill/>
          <a:ln w="76200">
            <a:solidFill>
              <a:schemeClr val="tx1"/>
            </a:solidFill>
            <a:prstDash val="sysDot"/>
          </a:ln>
          <a:effectLst>
            <a:glow rad="139700">
              <a:schemeClr val="bg1"/>
            </a:glow>
          </a:effectLst>
        </p:spPr>
        <p:style>
          <a:lnRef idx="2">
            <a:schemeClr val="accent2"/>
          </a:lnRef>
          <a:fillRef idx="1">
            <a:schemeClr val="lt1"/>
          </a:fillRef>
          <a:effectRef idx="0">
            <a:schemeClr val="accent2"/>
          </a:effectRef>
          <a:fontRef idx="minor">
            <a:schemeClr val="dk1"/>
          </a:fontRef>
        </p:style>
        <p:txBody>
          <a:bodyPr rtlCol="0" anchor="ctr"/>
          <a:lstStyle/>
          <a:p>
            <a:pPr algn="ctr">
              <a:lnSpc>
                <a:spcPct val="120000"/>
              </a:lnSpc>
            </a:pPr>
            <a:endParaRPr lang="en-GB" sz="1600" dirty="0">
              <a:solidFill>
                <a:schemeClr val="tx1"/>
              </a:solidFill>
            </a:endParaRPr>
          </a:p>
        </p:txBody>
      </p:sp>
      <p:sp>
        <p:nvSpPr>
          <p:cNvPr id="4" name="Rechteck: abgerundete Ecken 3">
            <a:extLst>
              <a:ext uri="{FF2B5EF4-FFF2-40B4-BE49-F238E27FC236}">
                <a16:creationId xmlns:a16="http://schemas.microsoft.com/office/drawing/2014/main" id="{77BB7C33-0D87-961F-0293-56A8B0C55170}"/>
              </a:ext>
            </a:extLst>
          </p:cNvPr>
          <p:cNvSpPr/>
          <p:nvPr/>
        </p:nvSpPr>
        <p:spPr>
          <a:xfrm>
            <a:off x="5099585" y="2194560"/>
            <a:ext cx="1859914" cy="1911847"/>
          </a:xfrm>
          <a:prstGeom prst="roundRect">
            <a:avLst/>
          </a:prstGeom>
          <a:noFill/>
          <a:ln w="76200">
            <a:solidFill>
              <a:schemeClr val="tx1"/>
            </a:solidFill>
          </a:ln>
          <a:effectLst>
            <a:glow rad="139700">
              <a:schemeClr val="bg1"/>
            </a:glow>
          </a:effectLst>
        </p:spPr>
        <p:style>
          <a:lnRef idx="2">
            <a:schemeClr val="accent2"/>
          </a:lnRef>
          <a:fillRef idx="1">
            <a:schemeClr val="lt1"/>
          </a:fillRef>
          <a:effectRef idx="0">
            <a:schemeClr val="accent2"/>
          </a:effectRef>
          <a:fontRef idx="minor">
            <a:schemeClr val="dk1"/>
          </a:fontRef>
        </p:style>
        <p:txBody>
          <a:bodyPr rtlCol="0" anchor="ctr"/>
          <a:lstStyle/>
          <a:p>
            <a:pPr algn="ctr">
              <a:lnSpc>
                <a:spcPct val="120000"/>
              </a:lnSpc>
            </a:pPr>
            <a:endParaRPr lang="en-GB" sz="1600" dirty="0">
              <a:solidFill>
                <a:schemeClr val="tx1"/>
              </a:solidFill>
            </a:endParaRPr>
          </a:p>
        </p:txBody>
      </p:sp>
    </p:spTree>
    <p:extLst>
      <p:ext uri="{BB962C8B-B14F-4D97-AF65-F5344CB8AC3E}">
        <p14:creationId xmlns:p14="http://schemas.microsoft.com/office/powerpoint/2010/main" val="19148109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6E5EC7-6BD8-4CE3-9F5B-7C35B4A7F1B8}"/>
            </a:ext>
          </a:extLst>
        </p:cNvPr>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823199FF-3E76-1E86-3564-C406B88D03E4}"/>
              </a:ext>
            </a:extLst>
          </p:cNvPr>
          <p:cNvSpPr>
            <a:spLocks noGrp="1"/>
          </p:cNvSpPr>
          <p:nvPr>
            <p:ph type="sldNum" sz="quarter" idx="12"/>
          </p:nvPr>
        </p:nvSpPr>
        <p:spPr/>
        <p:txBody>
          <a:bodyPr/>
          <a:lstStyle/>
          <a:p>
            <a:fld id="{D836C0FE-70CA-4950-82D6-CF602CC2B770}" type="slidenum">
              <a:rPr lang="en-GB" smtClean="0"/>
              <a:t>8</a:t>
            </a:fld>
            <a:endParaRPr lang="en-GB" dirty="0"/>
          </a:p>
        </p:txBody>
      </p:sp>
      <p:sp>
        <p:nvSpPr>
          <p:cNvPr id="3" name="Titel 2">
            <a:extLst>
              <a:ext uri="{FF2B5EF4-FFF2-40B4-BE49-F238E27FC236}">
                <a16:creationId xmlns:a16="http://schemas.microsoft.com/office/drawing/2014/main" id="{DA6DE2D5-C2C0-FD98-3BB7-30AC9C7F4D80}"/>
              </a:ext>
            </a:extLst>
          </p:cNvPr>
          <p:cNvSpPr>
            <a:spLocks noGrp="1"/>
          </p:cNvSpPr>
          <p:nvPr>
            <p:ph type="title"/>
          </p:nvPr>
        </p:nvSpPr>
        <p:spPr>
          <a:xfrm>
            <a:off x="695326" y="476672"/>
            <a:ext cx="2489308" cy="792000"/>
          </a:xfrm>
        </p:spPr>
        <p:txBody>
          <a:bodyPr/>
          <a:lstStyle/>
          <a:p>
            <a:pPr>
              <a:lnSpc>
                <a:spcPct val="150000"/>
              </a:lnSpc>
            </a:pPr>
            <a:r>
              <a:rPr lang="en-GB" dirty="0"/>
              <a:t>What Methods are There? </a:t>
            </a:r>
            <a:br>
              <a:rPr lang="en-GB" dirty="0"/>
            </a:br>
            <a:r>
              <a:rPr lang="en-GB" dirty="0"/>
              <a:t>An Overview</a:t>
            </a:r>
          </a:p>
        </p:txBody>
      </p:sp>
      <p:sp>
        <p:nvSpPr>
          <p:cNvPr id="5" name="Datumsplatzhalter 4">
            <a:extLst>
              <a:ext uri="{FF2B5EF4-FFF2-40B4-BE49-F238E27FC236}">
                <a16:creationId xmlns:a16="http://schemas.microsoft.com/office/drawing/2014/main" id="{4EC54C65-B9B1-6A4E-0CC2-D675AD3D7017}"/>
              </a:ext>
            </a:extLst>
          </p:cNvPr>
          <p:cNvSpPr>
            <a:spLocks noGrp="1"/>
          </p:cNvSpPr>
          <p:nvPr>
            <p:ph type="dt" sz="half" idx="10"/>
          </p:nvPr>
        </p:nvSpPr>
        <p:spPr/>
        <p:txBody>
          <a:bodyPr/>
          <a:lstStyle/>
          <a:p>
            <a:r>
              <a:rPr lang="en-GB" dirty="0"/>
              <a:t>(Based on: Reuber &amp; Pfaffenbach 2005:21)</a:t>
            </a:r>
          </a:p>
        </p:txBody>
      </p:sp>
      <p:sp>
        <p:nvSpPr>
          <p:cNvPr id="6" name="Fußzeilenplatzhalter 5">
            <a:extLst>
              <a:ext uri="{FF2B5EF4-FFF2-40B4-BE49-F238E27FC236}">
                <a16:creationId xmlns:a16="http://schemas.microsoft.com/office/drawing/2014/main" id="{E2AC9B08-2E55-1AC2-EB64-EF1D60688C7E}"/>
              </a:ext>
            </a:extLst>
          </p:cNvPr>
          <p:cNvSpPr>
            <a:spLocks noGrp="1"/>
          </p:cNvSpPr>
          <p:nvPr>
            <p:ph type="ftr" sz="quarter" idx="11"/>
          </p:nvPr>
        </p:nvSpPr>
        <p:spPr/>
        <p:txBody>
          <a:bodyPr/>
          <a:lstStyle/>
          <a:p>
            <a:r>
              <a:rPr lang="en-GB" dirty="0"/>
              <a:t>KMH | IL Scientific Method</a:t>
            </a:r>
          </a:p>
        </p:txBody>
      </p:sp>
      <p:pic>
        <p:nvPicPr>
          <p:cNvPr id="7" name="Picture 2">
            <a:extLst>
              <a:ext uri="{FF2B5EF4-FFF2-40B4-BE49-F238E27FC236}">
                <a16:creationId xmlns:a16="http://schemas.microsoft.com/office/drawing/2014/main" id="{F81CFF94-31A5-6408-D3F0-E44A434991FC}"/>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r="30042" b="53166"/>
          <a:stretch>
            <a:fillRect/>
          </a:stretch>
        </p:blipFill>
        <p:spPr bwMode="auto">
          <a:xfrm>
            <a:off x="14126506" y="-6847719"/>
            <a:ext cx="5737025" cy="2708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2">
            <a:extLst>
              <a:ext uri="{FF2B5EF4-FFF2-40B4-BE49-F238E27FC236}">
                <a16:creationId xmlns:a16="http://schemas.microsoft.com/office/drawing/2014/main" id="{5FC1407C-BE1A-F680-BC09-BE75B4D405A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0091" r="30042"/>
          <a:stretch>
            <a:fillRect/>
          </a:stretch>
        </p:blipFill>
        <p:spPr bwMode="auto">
          <a:xfrm>
            <a:off x="14128629" y="-6315526"/>
            <a:ext cx="5737025" cy="4042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Grafik 10">
            <a:extLst>
              <a:ext uri="{FF2B5EF4-FFF2-40B4-BE49-F238E27FC236}">
                <a16:creationId xmlns:a16="http://schemas.microsoft.com/office/drawing/2014/main" id="{78557D1A-E2AA-5810-2ECA-C9C9BAF64CA2}"/>
              </a:ext>
            </a:extLst>
          </p:cNvPr>
          <p:cNvPicPr>
            <a:picLocks noChangeAspect="1"/>
          </p:cNvPicPr>
          <p:nvPr/>
        </p:nvPicPr>
        <p:blipFill>
          <a:blip r:embed="rId3"/>
          <a:stretch>
            <a:fillRect/>
          </a:stretch>
        </p:blipFill>
        <p:spPr>
          <a:xfrm>
            <a:off x="3447626" y="476672"/>
            <a:ext cx="7181472" cy="5725356"/>
          </a:xfrm>
          <a:prstGeom prst="rect">
            <a:avLst/>
          </a:prstGeom>
        </p:spPr>
      </p:pic>
      <p:sp>
        <p:nvSpPr>
          <p:cNvPr id="9" name="Rechteck: abgerundete Ecken 8">
            <a:extLst>
              <a:ext uri="{FF2B5EF4-FFF2-40B4-BE49-F238E27FC236}">
                <a16:creationId xmlns:a16="http://schemas.microsoft.com/office/drawing/2014/main" id="{9EF4DF79-D8D1-6DE8-E89C-85886AA86DDC}"/>
              </a:ext>
            </a:extLst>
          </p:cNvPr>
          <p:cNvSpPr/>
          <p:nvPr/>
        </p:nvSpPr>
        <p:spPr>
          <a:xfrm>
            <a:off x="7452360" y="4127864"/>
            <a:ext cx="2579914" cy="1267096"/>
          </a:xfrm>
          <a:prstGeom prst="roundRect">
            <a:avLst>
              <a:gd name="adj" fmla="val 1504"/>
            </a:avLst>
          </a:prstGeom>
          <a:noFill/>
          <a:ln w="76200">
            <a:solidFill>
              <a:srgbClr val="FF9E1B"/>
            </a:solidFill>
          </a:ln>
          <a:effectLst>
            <a:glow rad="139700">
              <a:schemeClr val="bg1"/>
            </a:glow>
          </a:effectLst>
        </p:spPr>
        <p:style>
          <a:lnRef idx="2">
            <a:schemeClr val="accent2"/>
          </a:lnRef>
          <a:fillRef idx="1">
            <a:schemeClr val="lt1"/>
          </a:fillRef>
          <a:effectRef idx="0">
            <a:schemeClr val="accent2"/>
          </a:effectRef>
          <a:fontRef idx="minor">
            <a:schemeClr val="dk1"/>
          </a:fontRef>
        </p:style>
        <p:txBody>
          <a:bodyPr rtlCol="0" anchor="ctr"/>
          <a:lstStyle/>
          <a:p>
            <a:pPr algn="ctr">
              <a:lnSpc>
                <a:spcPct val="120000"/>
              </a:lnSpc>
            </a:pPr>
            <a:endParaRPr lang="en-GB" sz="1600" dirty="0">
              <a:solidFill>
                <a:schemeClr val="tx1"/>
              </a:solidFill>
            </a:endParaRPr>
          </a:p>
        </p:txBody>
      </p:sp>
    </p:spTree>
    <p:extLst>
      <p:ext uri="{BB962C8B-B14F-4D97-AF65-F5344CB8AC3E}">
        <p14:creationId xmlns:p14="http://schemas.microsoft.com/office/powerpoint/2010/main" val="16820342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dirty="0"/>
              <a:t>The qualitative Interview</a:t>
            </a:r>
          </a:p>
        </p:txBody>
      </p:sp>
      <p:sp>
        <p:nvSpPr>
          <p:cNvPr id="3" name="Inhaltsplatzhalter 2"/>
          <p:cNvSpPr>
            <a:spLocks noGrp="1"/>
          </p:cNvSpPr>
          <p:nvPr>
            <p:ph idx="1"/>
          </p:nvPr>
        </p:nvSpPr>
        <p:spPr>
          <a:xfrm>
            <a:off x="695324" y="1556793"/>
            <a:ext cx="8462964" cy="4607472"/>
          </a:xfrm>
        </p:spPr>
        <p:txBody>
          <a:bodyPr>
            <a:normAutofit fontScale="92500" lnSpcReduction="10000"/>
          </a:bodyPr>
          <a:lstStyle/>
          <a:p>
            <a:r>
              <a:rPr lang="en-GB" sz="3000" b="1" dirty="0">
                <a:solidFill>
                  <a:srgbClr val="E37823"/>
                </a:solidFill>
              </a:rPr>
              <a:t>Aim: </a:t>
            </a:r>
            <a:r>
              <a:rPr lang="en-GB" sz="3000" i="1" dirty="0">
                <a:solidFill>
                  <a:srgbClr val="E37823"/>
                </a:solidFill>
              </a:rPr>
              <a:t>"subjective view of actors about past events, future plans, opinions, health complaints, relationship problems, experiences in the world of work, etc.“ </a:t>
            </a:r>
            <a:br>
              <a:rPr lang="en-GB" sz="3000" i="1" dirty="0">
                <a:solidFill>
                  <a:srgbClr val="E37823"/>
                </a:solidFill>
              </a:rPr>
            </a:br>
            <a:r>
              <a:rPr lang="en-GB" sz="3000" i="1" dirty="0">
                <a:solidFill>
                  <a:srgbClr val="E37823"/>
                </a:solidFill>
              </a:rPr>
              <a:t>(Bortz &amp; Döring 2009:308)</a:t>
            </a:r>
          </a:p>
          <a:p>
            <a:endParaRPr lang="en-GB" sz="1051" i="1" dirty="0">
              <a:solidFill>
                <a:srgbClr val="E37823"/>
              </a:solidFill>
            </a:endParaRPr>
          </a:p>
          <a:p>
            <a:r>
              <a:rPr lang="en-GB" sz="2000" dirty="0"/>
              <a:t>Based on </a:t>
            </a:r>
            <a:r>
              <a:rPr lang="en-GB" sz="2000" b="1" dirty="0"/>
              <a:t>open questions</a:t>
            </a:r>
            <a:br>
              <a:rPr lang="en-GB" sz="2000" b="1" dirty="0"/>
            </a:br>
            <a:r>
              <a:rPr lang="en-GB" sz="2000" dirty="0"/>
              <a:t>→ Allows interviewees </a:t>
            </a:r>
            <a:r>
              <a:rPr lang="en-GB" sz="2000" b="1" dirty="0"/>
              <a:t>room for manoeuvre</a:t>
            </a:r>
            <a:r>
              <a:rPr lang="en-GB" sz="2000" dirty="0"/>
              <a:t> when answering</a:t>
            </a:r>
          </a:p>
          <a:p>
            <a:r>
              <a:rPr lang="en-GB" sz="2000" dirty="0"/>
              <a:t>Takes into account </a:t>
            </a:r>
            <a:r>
              <a:rPr lang="en-GB" sz="2000" b="1" dirty="0"/>
              <a:t>interaction</a:t>
            </a:r>
            <a:r>
              <a:rPr lang="en-GB" sz="2000" dirty="0"/>
              <a:t> between interviewer and interviewee </a:t>
            </a:r>
            <a:br>
              <a:rPr lang="en-GB" sz="2000" dirty="0"/>
            </a:br>
            <a:r>
              <a:rPr lang="en-GB" sz="2000" dirty="0"/>
              <a:t>→ follow-up questions etc.</a:t>
            </a:r>
          </a:p>
          <a:p>
            <a:r>
              <a:rPr lang="en-GB" sz="2000" dirty="0"/>
              <a:t>Takes into account </a:t>
            </a:r>
            <a:r>
              <a:rPr lang="en-GB" sz="2000" b="1" dirty="0"/>
              <a:t>impressions &amp; interpretations</a:t>
            </a:r>
            <a:r>
              <a:rPr lang="en-GB" sz="2000" dirty="0"/>
              <a:t> of the interviewer</a:t>
            </a:r>
            <a:endParaRPr lang="en-GB" dirty="0"/>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48404" y="3603892"/>
            <a:ext cx="2448272" cy="2380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11697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21ED5F8E-DE33-2C88-1311-DF6915F9C199}"/>
              </a:ext>
            </a:extLst>
          </p:cNvPr>
          <p:cNvSpPr>
            <a:spLocks noGrp="1"/>
          </p:cNvSpPr>
          <p:nvPr>
            <p:ph type="sldNum" sz="quarter" idx="12"/>
          </p:nvPr>
        </p:nvSpPr>
        <p:spPr/>
        <p:txBody>
          <a:bodyPr/>
          <a:lstStyle/>
          <a:p>
            <a:fld id="{D836C0FE-70CA-4950-82D6-CF602CC2B770}" type="slidenum">
              <a:rPr lang="en-GB" smtClean="0"/>
              <a:t>10</a:t>
            </a:fld>
            <a:endParaRPr lang="en-GB" dirty="0"/>
          </a:p>
        </p:txBody>
      </p:sp>
      <p:sp>
        <p:nvSpPr>
          <p:cNvPr id="3" name="Titel 2">
            <a:extLst>
              <a:ext uri="{FF2B5EF4-FFF2-40B4-BE49-F238E27FC236}">
                <a16:creationId xmlns:a16="http://schemas.microsoft.com/office/drawing/2014/main" id="{D0070D7D-1055-2EB9-29BD-360A643C7AAE}"/>
              </a:ext>
            </a:extLst>
          </p:cNvPr>
          <p:cNvSpPr>
            <a:spLocks noGrp="1"/>
          </p:cNvSpPr>
          <p:nvPr>
            <p:ph type="title"/>
          </p:nvPr>
        </p:nvSpPr>
        <p:spPr/>
        <p:txBody>
          <a:bodyPr/>
          <a:lstStyle/>
          <a:p>
            <a:r>
              <a:rPr lang="en-GB" dirty="0"/>
              <a:t>Workflow</a:t>
            </a:r>
          </a:p>
        </p:txBody>
      </p:sp>
      <p:sp>
        <p:nvSpPr>
          <p:cNvPr id="5" name="Datumsplatzhalter 4">
            <a:extLst>
              <a:ext uri="{FF2B5EF4-FFF2-40B4-BE49-F238E27FC236}">
                <a16:creationId xmlns:a16="http://schemas.microsoft.com/office/drawing/2014/main" id="{75495A29-B974-E7D0-0769-C0687886DA7B}"/>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50EB71C6-F936-F412-E36D-ECA66BEC4408}"/>
              </a:ext>
            </a:extLst>
          </p:cNvPr>
          <p:cNvSpPr>
            <a:spLocks noGrp="1"/>
          </p:cNvSpPr>
          <p:nvPr>
            <p:ph type="ftr" sz="quarter" idx="11"/>
          </p:nvPr>
        </p:nvSpPr>
        <p:spPr/>
        <p:txBody>
          <a:bodyPr/>
          <a:lstStyle/>
          <a:p>
            <a:r>
              <a:rPr lang="en-GB" dirty="0"/>
              <a:t>KMH | IL Scientific Method</a:t>
            </a:r>
          </a:p>
        </p:txBody>
      </p:sp>
      <p:sp>
        <p:nvSpPr>
          <p:cNvPr id="17" name="Freihandform 4">
            <a:extLst>
              <a:ext uri="{FF2B5EF4-FFF2-40B4-BE49-F238E27FC236}">
                <a16:creationId xmlns:a16="http://schemas.microsoft.com/office/drawing/2014/main" id="{250E2978-FE51-3FCC-2EE3-FD36B985EB27}"/>
              </a:ext>
            </a:extLst>
          </p:cNvPr>
          <p:cNvSpPr/>
          <p:nvPr/>
        </p:nvSpPr>
        <p:spPr>
          <a:xfrm>
            <a:off x="4491730" y="5486093"/>
            <a:ext cx="3617919" cy="529492"/>
          </a:xfrm>
          <a:custGeom>
            <a:avLst/>
            <a:gdLst>
              <a:gd name="connsiteX0" fmla="*/ 0 w 4823892"/>
              <a:gd name="connsiteY0" fmla="*/ 0 h 438113"/>
              <a:gd name="connsiteX1" fmla="*/ 4823892 w 4823892"/>
              <a:gd name="connsiteY1" fmla="*/ 0 h 438113"/>
              <a:gd name="connsiteX2" fmla="*/ 4823892 w 4823892"/>
              <a:gd name="connsiteY2" fmla="*/ 438113 h 438113"/>
              <a:gd name="connsiteX3" fmla="*/ 0 w 4823892"/>
              <a:gd name="connsiteY3" fmla="*/ 438113 h 438113"/>
              <a:gd name="connsiteX4" fmla="*/ 0 w 4823892"/>
              <a:gd name="connsiteY4" fmla="*/ 0 h 4381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23892" h="438113">
                <a:moveTo>
                  <a:pt x="0" y="0"/>
                </a:moveTo>
                <a:lnTo>
                  <a:pt x="4823892" y="0"/>
                </a:lnTo>
                <a:lnTo>
                  <a:pt x="4823892" y="438113"/>
                </a:lnTo>
                <a:lnTo>
                  <a:pt x="0" y="438113"/>
                </a:lnTo>
                <a:lnTo>
                  <a:pt x="0" y="0"/>
                </a:lnTo>
                <a:close/>
              </a:path>
            </a:pathLst>
          </a:custGeom>
          <a:solidFill>
            <a:srgbClr val="4F81BD">
              <a:hueOff val="0"/>
              <a:satOff val="0"/>
              <a:lumOff val="0"/>
              <a:alphaOff val="0"/>
            </a:srgbClr>
          </a:solidFill>
          <a:ln w="25400" cap="flat" cmpd="sng" algn="ctr">
            <a:solidFill>
              <a:sysClr val="window" lastClr="FFFFFF">
                <a:hueOff val="0"/>
                <a:satOff val="0"/>
                <a:lumOff val="0"/>
                <a:alphaOff val="0"/>
              </a:sysClr>
            </a:solidFill>
            <a:prstDash val="solid"/>
          </a:ln>
          <a:effectLst/>
        </p:spPr>
        <p:txBody>
          <a:bodyPr spcFirstLastPara="0" vert="horz" wrap="square" lIns="96012" tIns="96012" rIns="96012" bIns="96012" numCol="1" spcCol="1270" anchor="ctr" anchorCtr="0">
            <a:noAutofit/>
          </a:bodyPr>
          <a:lstStyle/>
          <a:p>
            <a:pPr marL="0" marR="0" lvl="0" indent="0" algn="ctr" defTabSz="600075" eaLnBrk="1" fontAlgn="base" latinLnBrk="0" hangingPunct="1">
              <a:lnSpc>
                <a:spcPct val="90000"/>
              </a:lnSpc>
              <a:spcBef>
                <a:spcPct val="0"/>
              </a:spcBef>
              <a:spcAft>
                <a:spcPct val="35000"/>
              </a:spcAft>
              <a:buClrTx/>
              <a:buSzTx/>
              <a:buFontTx/>
              <a:buNone/>
              <a:tabLst/>
              <a:defRPr/>
            </a:pPr>
            <a:r>
              <a:rPr kumimoji="0" lang="en-GB" b="0" i="0" u="none" strike="noStrike" kern="0" cap="none" spc="0" normalizeH="0" baseline="0" noProof="0" dirty="0">
                <a:ln>
                  <a:noFill/>
                </a:ln>
                <a:solidFill>
                  <a:prstClr val="white"/>
                </a:solidFill>
                <a:effectLst/>
                <a:uLnTx/>
                <a:uFillTx/>
                <a:latin typeface="Calibri"/>
                <a:ea typeface="+mn-ea"/>
                <a:cs typeface="+mn-cs"/>
              </a:rPr>
              <a:t>8. Content analysis</a:t>
            </a:r>
          </a:p>
        </p:txBody>
      </p:sp>
      <p:sp>
        <p:nvSpPr>
          <p:cNvPr id="18" name="Freihandform 5">
            <a:extLst>
              <a:ext uri="{FF2B5EF4-FFF2-40B4-BE49-F238E27FC236}">
                <a16:creationId xmlns:a16="http://schemas.microsoft.com/office/drawing/2014/main" id="{5AF7390F-B88D-E178-95CB-CC1EE6C5A562}"/>
              </a:ext>
            </a:extLst>
          </p:cNvPr>
          <p:cNvSpPr/>
          <p:nvPr/>
        </p:nvSpPr>
        <p:spPr>
          <a:xfrm>
            <a:off x="4491730" y="4791670"/>
            <a:ext cx="3617920" cy="814359"/>
          </a:xfrm>
          <a:custGeom>
            <a:avLst/>
            <a:gdLst>
              <a:gd name="connsiteX0" fmla="*/ 0 w 4823892"/>
              <a:gd name="connsiteY0" fmla="*/ 235991 h 673817"/>
              <a:gd name="connsiteX1" fmla="*/ 2327719 w 4823892"/>
              <a:gd name="connsiteY1" fmla="*/ 235991 h 673817"/>
              <a:gd name="connsiteX2" fmla="*/ 2327719 w 4823892"/>
              <a:gd name="connsiteY2" fmla="*/ 168454 h 673817"/>
              <a:gd name="connsiteX3" fmla="*/ 2243492 w 4823892"/>
              <a:gd name="connsiteY3" fmla="*/ 168454 h 673817"/>
              <a:gd name="connsiteX4" fmla="*/ 2411946 w 4823892"/>
              <a:gd name="connsiteY4" fmla="*/ 0 h 673817"/>
              <a:gd name="connsiteX5" fmla="*/ 2580400 w 4823892"/>
              <a:gd name="connsiteY5" fmla="*/ 168454 h 673817"/>
              <a:gd name="connsiteX6" fmla="*/ 2496173 w 4823892"/>
              <a:gd name="connsiteY6" fmla="*/ 168454 h 673817"/>
              <a:gd name="connsiteX7" fmla="*/ 2496173 w 4823892"/>
              <a:gd name="connsiteY7" fmla="*/ 235991 h 673817"/>
              <a:gd name="connsiteX8" fmla="*/ 4823892 w 4823892"/>
              <a:gd name="connsiteY8" fmla="*/ 235991 h 673817"/>
              <a:gd name="connsiteX9" fmla="*/ 4823892 w 4823892"/>
              <a:gd name="connsiteY9" fmla="*/ 673817 h 673817"/>
              <a:gd name="connsiteX10" fmla="*/ 0 w 4823892"/>
              <a:gd name="connsiteY10" fmla="*/ 673817 h 673817"/>
              <a:gd name="connsiteX11" fmla="*/ 0 w 4823892"/>
              <a:gd name="connsiteY11" fmla="*/ 235991 h 673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23892" h="673817">
                <a:moveTo>
                  <a:pt x="4823892" y="437826"/>
                </a:moveTo>
                <a:lnTo>
                  <a:pt x="2496173" y="437826"/>
                </a:lnTo>
                <a:lnTo>
                  <a:pt x="2496173" y="505363"/>
                </a:lnTo>
                <a:lnTo>
                  <a:pt x="2580400" y="505363"/>
                </a:lnTo>
                <a:lnTo>
                  <a:pt x="2411946" y="673816"/>
                </a:lnTo>
                <a:lnTo>
                  <a:pt x="2243492" y="505363"/>
                </a:lnTo>
                <a:lnTo>
                  <a:pt x="2327719" y="505363"/>
                </a:lnTo>
                <a:lnTo>
                  <a:pt x="2327719" y="437826"/>
                </a:lnTo>
                <a:lnTo>
                  <a:pt x="0" y="437826"/>
                </a:lnTo>
                <a:lnTo>
                  <a:pt x="0" y="1"/>
                </a:lnTo>
                <a:lnTo>
                  <a:pt x="4823892" y="1"/>
                </a:lnTo>
                <a:lnTo>
                  <a:pt x="4823892" y="437826"/>
                </a:lnTo>
                <a:close/>
              </a:path>
            </a:pathLst>
          </a:custGeom>
          <a:solidFill>
            <a:srgbClr val="4F81BD">
              <a:hueOff val="0"/>
              <a:satOff val="0"/>
              <a:lumOff val="0"/>
              <a:alphaOff val="0"/>
            </a:srgbClr>
          </a:solidFill>
          <a:ln w="25400" cap="flat" cmpd="sng" algn="ctr">
            <a:solidFill>
              <a:sysClr val="window" lastClr="FFFFFF">
                <a:hueOff val="0"/>
                <a:satOff val="0"/>
                <a:lumOff val="0"/>
                <a:alphaOff val="0"/>
              </a:sysClr>
            </a:solidFill>
            <a:prstDash val="solid"/>
          </a:ln>
          <a:effectLst/>
        </p:spPr>
        <p:txBody>
          <a:bodyPr spcFirstLastPara="0" vert="horz" wrap="square" lIns="96011" tIns="96013" rIns="96013" bIns="273005" numCol="1" spcCol="1270" anchor="ctr" anchorCtr="0">
            <a:noAutofit/>
          </a:bodyPr>
          <a:lstStyle/>
          <a:p>
            <a:pPr marL="0" marR="0" lvl="0" indent="0" algn="ctr" defTabSz="600075" eaLnBrk="1" fontAlgn="base" latinLnBrk="0" hangingPunct="1">
              <a:lnSpc>
                <a:spcPct val="90000"/>
              </a:lnSpc>
              <a:spcBef>
                <a:spcPct val="0"/>
              </a:spcBef>
              <a:spcAft>
                <a:spcPct val="35000"/>
              </a:spcAft>
              <a:buClrTx/>
              <a:buSzTx/>
              <a:buFontTx/>
              <a:buNone/>
              <a:tabLst/>
              <a:defRPr/>
            </a:pPr>
            <a:r>
              <a:rPr kumimoji="0" lang="en-GB" b="0" i="0" u="none" strike="noStrike" kern="0" cap="none" spc="0" normalizeH="0" baseline="0" noProof="0" dirty="0">
                <a:ln>
                  <a:noFill/>
                </a:ln>
                <a:solidFill>
                  <a:prstClr val="white"/>
                </a:solidFill>
                <a:effectLst/>
                <a:uLnTx/>
                <a:uFillTx/>
                <a:latin typeface="Calibri"/>
                <a:ea typeface="+mn-ea"/>
                <a:cs typeface="+mn-cs"/>
              </a:rPr>
              <a:t>7.Transcription</a:t>
            </a:r>
          </a:p>
        </p:txBody>
      </p:sp>
      <p:sp>
        <p:nvSpPr>
          <p:cNvPr id="19" name="Freihandform 6">
            <a:extLst>
              <a:ext uri="{FF2B5EF4-FFF2-40B4-BE49-F238E27FC236}">
                <a16:creationId xmlns:a16="http://schemas.microsoft.com/office/drawing/2014/main" id="{399F380B-3705-4222-BCAA-E9701399C481}"/>
              </a:ext>
            </a:extLst>
          </p:cNvPr>
          <p:cNvSpPr/>
          <p:nvPr/>
        </p:nvSpPr>
        <p:spPr>
          <a:xfrm>
            <a:off x="4491730" y="4097244"/>
            <a:ext cx="3617920" cy="814359"/>
          </a:xfrm>
          <a:custGeom>
            <a:avLst/>
            <a:gdLst>
              <a:gd name="connsiteX0" fmla="*/ 0 w 4823892"/>
              <a:gd name="connsiteY0" fmla="*/ 235991 h 673817"/>
              <a:gd name="connsiteX1" fmla="*/ 2327719 w 4823892"/>
              <a:gd name="connsiteY1" fmla="*/ 235991 h 673817"/>
              <a:gd name="connsiteX2" fmla="*/ 2327719 w 4823892"/>
              <a:gd name="connsiteY2" fmla="*/ 168454 h 673817"/>
              <a:gd name="connsiteX3" fmla="*/ 2243492 w 4823892"/>
              <a:gd name="connsiteY3" fmla="*/ 168454 h 673817"/>
              <a:gd name="connsiteX4" fmla="*/ 2411946 w 4823892"/>
              <a:gd name="connsiteY4" fmla="*/ 0 h 673817"/>
              <a:gd name="connsiteX5" fmla="*/ 2580400 w 4823892"/>
              <a:gd name="connsiteY5" fmla="*/ 168454 h 673817"/>
              <a:gd name="connsiteX6" fmla="*/ 2496173 w 4823892"/>
              <a:gd name="connsiteY6" fmla="*/ 168454 h 673817"/>
              <a:gd name="connsiteX7" fmla="*/ 2496173 w 4823892"/>
              <a:gd name="connsiteY7" fmla="*/ 235991 h 673817"/>
              <a:gd name="connsiteX8" fmla="*/ 4823892 w 4823892"/>
              <a:gd name="connsiteY8" fmla="*/ 235991 h 673817"/>
              <a:gd name="connsiteX9" fmla="*/ 4823892 w 4823892"/>
              <a:gd name="connsiteY9" fmla="*/ 673817 h 673817"/>
              <a:gd name="connsiteX10" fmla="*/ 0 w 4823892"/>
              <a:gd name="connsiteY10" fmla="*/ 673817 h 673817"/>
              <a:gd name="connsiteX11" fmla="*/ 0 w 4823892"/>
              <a:gd name="connsiteY11" fmla="*/ 235991 h 673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23892" h="673817">
                <a:moveTo>
                  <a:pt x="4823892" y="437826"/>
                </a:moveTo>
                <a:lnTo>
                  <a:pt x="2496173" y="437826"/>
                </a:lnTo>
                <a:lnTo>
                  <a:pt x="2496173" y="505363"/>
                </a:lnTo>
                <a:lnTo>
                  <a:pt x="2580400" y="505363"/>
                </a:lnTo>
                <a:lnTo>
                  <a:pt x="2411946" y="673816"/>
                </a:lnTo>
                <a:lnTo>
                  <a:pt x="2243492" y="505363"/>
                </a:lnTo>
                <a:lnTo>
                  <a:pt x="2327719" y="505363"/>
                </a:lnTo>
                <a:lnTo>
                  <a:pt x="2327719" y="437826"/>
                </a:lnTo>
                <a:lnTo>
                  <a:pt x="0" y="437826"/>
                </a:lnTo>
                <a:lnTo>
                  <a:pt x="0" y="1"/>
                </a:lnTo>
                <a:lnTo>
                  <a:pt x="4823892" y="1"/>
                </a:lnTo>
                <a:lnTo>
                  <a:pt x="4823892" y="437826"/>
                </a:lnTo>
                <a:close/>
              </a:path>
            </a:pathLst>
          </a:custGeom>
          <a:solidFill>
            <a:srgbClr val="4F81BD">
              <a:hueOff val="0"/>
              <a:satOff val="0"/>
              <a:lumOff val="0"/>
              <a:alphaOff val="0"/>
            </a:srgbClr>
          </a:solidFill>
          <a:ln w="25400" cap="flat" cmpd="sng" algn="ctr">
            <a:solidFill>
              <a:sysClr val="window" lastClr="FFFFFF">
                <a:hueOff val="0"/>
                <a:satOff val="0"/>
                <a:lumOff val="0"/>
                <a:alphaOff val="0"/>
              </a:sysClr>
            </a:solidFill>
            <a:prstDash val="solid"/>
          </a:ln>
          <a:effectLst/>
        </p:spPr>
        <p:txBody>
          <a:bodyPr spcFirstLastPara="0" vert="horz" wrap="square" lIns="96012" tIns="96013" rIns="96013" bIns="273005" numCol="1" spcCol="1270" anchor="ctr" anchorCtr="0">
            <a:noAutofit/>
          </a:bodyPr>
          <a:lstStyle/>
          <a:p>
            <a:pPr marL="0" marR="0" lvl="0" indent="0" algn="ctr" defTabSz="600075" eaLnBrk="1" fontAlgn="base" latinLnBrk="0" hangingPunct="1">
              <a:lnSpc>
                <a:spcPct val="90000"/>
              </a:lnSpc>
              <a:spcBef>
                <a:spcPct val="0"/>
              </a:spcBef>
              <a:spcAft>
                <a:spcPct val="35000"/>
              </a:spcAft>
              <a:buClrTx/>
              <a:buSzTx/>
              <a:buFontTx/>
              <a:buNone/>
              <a:tabLst/>
              <a:defRPr/>
            </a:pPr>
            <a:r>
              <a:rPr kumimoji="0" lang="en-GB" b="0" i="0" u="none" strike="noStrike" kern="0" cap="none" spc="0" normalizeH="0" baseline="0" noProof="0" dirty="0">
                <a:ln>
                  <a:noFill/>
                </a:ln>
                <a:solidFill>
                  <a:prstClr val="white"/>
                </a:solidFill>
                <a:effectLst/>
                <a:uLnTx/>
                <a:uFillTx/>
                <a:latin typeface="Calibri"/>
                <a:ea typeface="+mn-ea"/>
                <a:cs typeface="+mn-cs"/>
              </a:rPr>
              <a:t>6. Interview notes</a:t>
            </a:r>
          </a:p>
        </p:txBody>
      </p:sp>
      <p:sp>
        <p:nvSpPr>
          <p:cNvPr id="20" name="Freihandform 7">
            <a:extLst>
              <a:ext uri="{FF2B5EF4-FFF2-40B4-BE49-F238E27FC236}">
                <a16:creationId xmlns:a16="http://schemas.microsoft.com/office/drawing/2014/main" id="{80748E6A-2DC8-B137-3103-559638E27C12}"/>
              </a:ext>
            </a:extLst>
          </p:cNvPr>
          <p:cNvSpPr/>
          <p:nvPr/>
        </p:nvSpPr>
        <p:spPr>
          <a:xfrm>
            <a:off x="4491730" y="3402818"/>
            <a:ext cx="3617919" cy="814359"/>
          </a:xfrm>
          <a:custGeom>
            <a:avLst/>
            <a:gdLst>
              <a:gd name="connsiteX0" fmla="*/ 0 w 4823892"/>
              <a:gd name="connsiteY0" fmla="*/ 235991 h 673817"/>
              <a:gd name="connsiteX1" fmla="*/ 2327719 w 4823892"/>
              <a:gd name="connsiteY1" fmla="*/ 235991 h 673817"/>
              <a:gd name="connsiteX2" fmla="*/ 2327719 w 4823892"/>
              <a:gd name="connsiteY2" fmla="*/ 168454 h 673817"/>
              <a:gd name="connsiteX3" fmla="*/ 2243492 w 4823892"/>
              <a:gd name="connsiteY3" fmla="*/ 168454 h 673817"/>
              <a:gd name="connsiteX4" fmla="*/ 2411946 w 4823892"/>
              <a:gd name="connsiteY4" fmla="*/ 0 h 673817"/>
              <a:gd name="connsiteX5" fmla="*/ 2580400 w 4823892"/>
              <a:gd name="connsiteY5" fmla="*/ 168454 h 673817"/>
              <a:gd name="connsiteX6" fmla="*/ 2496173 w 4823892"/>
              <a:gd name="connsiteY6" fmla="*/ 168454 h 673817"/>
              <a:gd name="connsiteX7" fmla="*/ 2496173 w 4823892"/>
              <a:gd name="connsiteY7" fmla="*/ 235991 h 673817"/>
              <a:gd name="connsiteX8" fmla="*/ 4823892 w 4823892"/>
              <a:gd name="connsiteY8" fmla="*/ 235991 h 673817"/>
              <a:gd name="connsiteX9" fmla="*/ 4823892 w 4823892"/>
              <a:gd name="connsiteY9" fmla="*/ 673817 h 673817"/>
              <a:gd name="connsiteX10" fmla="*/ 0 w 4823892"/>
              <a:gd name="connsiteY10" fmla="*/ 673817 h 673817"/>
              <a:gd name="connsiteX11" fmla="*/ 0 w 4823892"/>
              <a:gd name="connsiteY11" fmla="*/ 235991 h 673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23892" h="673817">
                <a:moveTo>
                  <a:pt x="4823892" y="437826"/>
                </a:moveTo>
                <a:lnTo>
                  <a:pt x="2496173" y="437826"/>
                </a:lnTo>
                <a:lnTo>
                  <a:pt x="2496173" y="505363"/>
                </a:lnTo>
                <a:lnTo>
                  <a:pt x="2580400" y="505363"/>
                </a:lnTo>
                <a:lnTo>
                  <a:pt x="2411946" y="673816"/>
                </a:lnTo>
                <a:lnTo>
                  <a:pt x="2243492" y="505363"/>
                </a:lnTo>
                <a:lnTo>
                  <a:pt x="2327719" y="505363"/>
                </a:lnTo>
                <a:lnTo>
                  <a:pt x="2327719" y="437826"/>
                </a:lnTo>
                <a:lnTo>
                  <a:pt x="0" y="437826"/>
                </a:lnTo>
                <a:lnTo>
                  <a:pt x="0" y="1"/>
                </a:lnTo>
                <a:lnTo>
                  <a:pt x="4823892" y="1"/>
                </a:lnTo>
                <a:lnTo>
                  <a:pt x="4823892" y="437826"/>
                </a:lnTo>
                <a:close/>
              </a:path>
            </a:pathLst>
          </a:custGeom>
          <a:solidFill>
            <a:srgbClr val="4F81BD">
              <a:hueOff val="0"/>
              <a:satOff val="0"/>
              <a:lumOff val="0"/>
              <a:alphaOff val="0"/>
            </a:srgbClr>
          </a:solidFill>
          <a:ln w="25400" cap="flat" cmpd="sng" algn="ctr">
            <a:solidFill>
              <a:sysClr val="window" lastClr="FFFFFF">
                <a:hueOff val="0"/>
                <a:satOff val="0"/>
                <a:lumOff val="0"/>
                <a:alphaOff val="0"/>
              </a:sysClr>
            </a:solidFill>
            <a:prstDash val="solid"/>
          </a:ln>
          <a:effectLst/>
        </p:spPr>
        <p:txBody>
          <a:bodyPr spcFirstLastPara="0" vert="horz" wrap="square" lIns="96012" tIns="96013" rIns="96012" bIns="273005" numCol="1" spcCol="1270" anchor="ctr" anchorCtr="0">
            <a:noAutofit/>
          </a:bodyPr>
          <a:lstStyle/>
          <a:p>
            <a:pPr marL="0" marR="0" lvl="0" indent="0" algn="ctr" defTabSz="600075" eaLnBrk="1" fontAlgn="base" latinLnBrk="0" hangingPunct="1">
              <a:lnSpc>
                <a:spcPct val="90000"/>
              </a:lnSpc>
              <a:spcBef>
                <a:spcPct val="0"/>
              </a:spcBef>
              <a:spcAft>
                <a:spcPct val="35000"/>
              </a:spcAft>
              <a:buClrTx/>
              <a:buSzTx/>
              <a:buFontTx/>
              <a:buNone/>
              <a:tabLst/>
              <a:defRPr/>
            </a:pPr>
            <a:r>
              <a:rPr kumimoji="0" lang="en-GB" b="0" i="0" u="none" strike="noStrike" kern="0" cap="none" spc="0" normalizeH="0" baseline="0" noProof="0" dirty="0">
                <a:ln>
                  <a:noFill/>
                </a:ln>
                <a:solidFill>
                  <a:prstClr val="white"/>
                </a:solidFill>
                <a:effectLst/>
                <a:uLnTx/>
                <a:uFillTx/>
                <a:latin typeface="Calibri"/>
                <a:ea typeface="+mn-ea"/>
                <a:cs typeface="+mn-cs"/>
              </a:rPr>
              <a:t>5. End of conversation &amp; farewell</a:t>
            </a:r>
          </a:p>
        </p:txBody>
      </p:sp>
      <p:sp>
        <p:nvSpPr>
          <p:cNvPr id="21" name="Freihandform 8">
            <a:extLst>
              <a:ext uri="{FF2B5EF4-FFF2-40B4-BE49-F238E27FC236}">
                <a16:creationId xmlns:a16="http://schemas.microsoft.com/office/drawing/2014/main" id="{E2F6035C-16F9-7B94-F3AD-CADC9C1CB66A}"/>
              </a:ext>
            </a:extLst>
          </p:cNvPr>
          <p:cNvSpPr/>
          <p:nvPr/>
        </p:nvSpPr>
        <p:spPr>
          <a:xfrm>
            <a:off x="4491730" y="2708392"/>
            <a:ext cx="3617919" cy="814359"/>
          </a:xfrm>
          <a:custGeom>
            <a:avLst/>
            <a:gdLst>
              <a:gd name="connsiteX0" fmla="*/ 0 w 4823892"/>
              <a:gd name="connsiteY0" fmla="*/ 235991 h 673817"/>
              <a:gd name="connsiteX1" fmla="*/ 2327719 w 4823892"/>
              <a:gd name="connsiteY1" fmla="*/ 235991 h 673817"/>
              <a:gd name="connsiteX2" fmla="*/ 2327719 w 4823892"/>
              <a:gd name="connsiteY2" fmla="*/ 168454 h 673817"/>
              <a:gd name="connsiteX3" fmla="*/ 2243492 w 4823892"/>
              <a:gd name="connsiteY3" fmla="*/ 168454 h 673817"/>
              <a:gd name="connsiteX4" fmla="*/ 2411946 w 4823892"/>
              <a:gd name="connsiteY4" fmla="*/ 0 h 673817"/>
              <a:gd name="connsiteX5" fmla="*/ 2580400 w 4823892"/>
              <a:gd name="connsiteY5" fmla="*/ 168454 h 673817"/>
              <a:gd name="connsiteX6" fmla="*/ 2496173 w 4823892"/>
              <a:gd name="connsiteY6" fmla="*/ 168454 h 673817"/>
              <a:gd name="connsiteX7" fmla="*/ 2496173 w 4823892"/>
              <a:gd name="connsiteY7" fmla="*/ 235991 h 673817"/>
              <a:gd name="connsiteX8" fmla="*/ 4823892 w 4823892"/>
              <a:gd name="connsiteY8" fmla="*/ 235991 h 673817"/>
              <a:gd name="connsiteX9" fmla="*/ 4823892 w 4823892"/>
              <a:gd name="connsiteY9" fmla="*/ 673817 h 673817"/>
              <a:gd name="connsiteX10" fmla="*/ 0 w 4823892"/>
              <a:gd name="connsiteY10" fmla="*/ 673817 h 673817"/>
              <a:gd name="connsiteX11" fmla="*/ 0 w 4823892"/>
              <a:gd name="connsiteY11" fmla="*/ 235991 h 673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23892" h="673817">
                <a:moveTo>
                  <a:pt x="4823892" y="437826"/>
                </a:moveTo>
                <a:lnTo>
                  <a:pt x="2496173" y="437826"/>
                </a:lnTo>
                <a:lnTo>
                  <a:pt x="2496173" y="505363"/>
                </a:lnTo>
                <a:lnTo>
                  <a:pt x="2580400" y="505363"/>
                </a:lnTo>
                <a:lnTo>
                  <a:pt x="2411946" y="673816"/>
                </a:lnTo>
                <a:lnTo>
                  <a:pt x="2243492" y="505363"/>
                </a:lnTo>
                <a:lnTo>
                  <a:pt x="2327719" y="505363"/>
                </a:lnTo>
                <a:lnTo>
                  <a:pt x="2327719" y="437826"/>
                </a:lnTo>
                <a:lnTo>
                  <a:pt x="0" y="437826"/>
                </a:lnTo>
                <a:lnTo>
                  <a:pt x="0" y="1"/>
                </a:lnTo>
                <a:lnTo>
                  <a:pt x="4823892" y="1"/>
                </a:lnTo>
                <a:lnTo>
                  <a:pt x="4823892" y="437826"/>
                </a:lnTo>
                <a:close/>
              </a:path>
            </a:pathLst>
          </a:custGeom>
          <a:solidFill>
            <a:srgbClr val="4F81BD">
              <a:hueOff val="0"/>
              <a:satOff val="0"/>
              <a:lumOff val="0"/>
              <a:alphaOff val="0"/>
            </a:srgbClr>
          </a:solidFill>
          <a:ln w="25400" cap="flat" cmpd="sng" algn="ctr">
            <a:solidFill>
              <a:sysClr val="window" lastClr="FFFFFF">
                <a:hueOff val="0"/>
                <a:satOff val="0"/>
                <a:lumOff val="0"/>
                <a:alphaOff val="0"/>
              </a:sysClr>
            </a:solidFill>
            <a:prstDash val="solid"/>
          </a:ln>
          <a:effectLst/>
        </p:spPr>
        <p:txBody>
          <a:bodyPr spcFirstLastPara="0" vert="horz" wrap="square" lIns="96011" tIns="96013" rIns="96012" bIns="273005" numCol="1" spcCol="1270" anchor="ctr" anchorCtr="0">
            <a:noAutofit/>
          </a:bodyPr>
          <a:lstStyle/>
          <a:p>
            <a:pPr marL="0" marR="0" lvl="0" indent="0" algn="ctr" defTabSz="600075" eaLnBrk="1" fontAlgn="base" latinLnBrk="0" hangingPunct="1">
              <a:lnSpc>
                <a:spcPct val="90000"/>
              </a:lnSpc>
              <a:spcBef>
                <a:spcPct val="0"/>
              </a:spcBef>
              <a:spcAft>
                <a:spcPct val="35000"/>
              </a:spcAft>
              <a:buClrTx/>
              <a:buSzTx/>
              <a:buFontTx/>
              <a:buNone/>
              <a:tabLst/>
              <a:defRPr/>
            </a:pPr>
            <a:r>
              <a:rPr kumimoji="0" lang="en-GB" b="0" i="0" u="none" strike="noStrike" kern="0" cap="none" spc="0" normalizeH="0" baseline="0" noProof="0" dirty="0">
                <a:ln>
                  <a:noFill/>
                </a:ln>
                <a:solidFill>
                  <a:prstClr val="white"/>
                </a:solidFill>
                <a:effectLst/>
                <a:uLnTx/>
                <a:uFillTx/>
                <a:latin typeface="Calibri"/>
                <a:ea typeface="+mn-ea"/>
                <a:cs typeface="+mn-cs"/>
              </a:rPr>
              <a:t>4. </a:t>
            </a:r>
            <a:r>
              <a:rPr lang="en-GB" kern="0" dirty="0">
                <a:solidFill>
                  <a:prstClr val="white"/>
                </a:solidFill>
                <a:latin typeface="Calibri"/>
              </a:rPr>
              <a:t>C</a:t>
            </a:r>
            <a:r>
              <a:rPr kumimoji="0" lang="en-GB" b="0" i="0" u="none" strike="noStrike" kern="0" cap="none" spc="0" normalizeH="0" baseline="0" noProof="0" dirty="0">
                <a:ln>
                  <a:noFill/>
                </a:ln>
                <a:solidFill>
                  <a:prstClr val="white"/>
                </a:solidFill>
                <a:effectLst/>
                <a:uLnTx/>
                <a:uFillTx/>
                <a:latin typeface="Calibri"/>
                <a:ea typeface="+mn-ea"/>
                <a:cs typeface="+mn-cs"/>
              </a:rPr>
              <a:t>onducting the interview</a:t>
            </a:r>
          </a:p>
        </p:txBody>
      </p:sp>
      <p:sp>
        <p:nvSpPr>
          <p:cNvPr id="22" name="Freihandform 9">
            <a:extLst>
              <a:ext uri="{FF2B5EF4-FFF2-40B4-BE49-F238E27FC236}">
                <a16:creationId xmlns:a16="http://schemas.microsoft.com/office/drawing/2014/main" id="{37A9FD98-CD2D-0A56-90D4-EE0C296B4876}"/>
              </a:ext>
            </a:extLst>
          </p:cNvPr>
          <p:cNvSpPr/>
          <p:nvPr/>
        </p:nvSpPr>
        <p:spPr>
          <a:xfrm>
            <a:off x="4491730" y="2013966"/>
            <a:ext cx="3617919" cy="814359"/>
          </a:xfrm>
          <a:custGeom>
            <a:avLst/>
            <a:gdLst>
              <a:gd name="connsiteX0" fmla="*/ 0 w 4823892"/>
              <a:gd name="connsiteY0" fmla="*/ 235991 h 673817"/>
              <a:gd name="connsiteX1" fmla="*/ 2327719 w 4823892"/>
              <a:gd name="connsiteY1" fmla="*/ 235991 h 673817"/>
              <a:gd name="connsiteX2" fmla="*/ 2327719 w 4823892"/>
              <a:gd name="connsiteY2" fmla="*/ 168454 h 673817"/>
              <a:gd name="connsiteX3" fmla="*/ 2243492 w 4823892"/>
              <a:gd name="connsiteY3" fmla="*/ 168454 h 673817"/>
              <a:gd name="connsiteX4" fmla="*/ 2411946 w 4823892"/>
              <a:gd name="connsiteY4" fmla="*/ 0 h 673817"/>
              <a:gd name="connsiteX5" fmla="*/ 2580400 w 4823892"/>
              <a:gd name="connsiteY5" fmla="*/ 168454 h 673817"/>
              <a:gd name="connsiteX6" fmla="*/ 2496173 w 4823892"/>
              <a:gd name="connsiteY6" fmla="*/ 168454 h 673817"/>
              <a:gd name="connsiteX7" fmla="*/ 2496173 w 4823892"/>
              <a:gd name="connsiteY7" fmla="*/ 235991 h 673817"/>
              <a:gd name="connsiteX8" fmla="*/ 4823892 w 4823892"/>
              <a:gd name="connsiteY8" fmla="*/ 235991 h 673817"/>
              <a:gd name="connsiteX9" fmla="*/ 4823892 w 4823892"/>
              <a:gd name="connsiteY9" fmla="*/ 673817 h 673817"/>
              <a:gd name="connsiteX10" fmla="*/ 0 w 4823892"/>
              <a:gd name="connsiteY10" fmla="*/ 673817 h 673817"/>
              <a:gd name="connsiteX11" fmla="*/ 0 w 4823892"/>
              <a:gd name="connsiteY11" fmla="*/ 235991 h 673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23892" h="673817">
                <a:moveTo>
                  <a:pt x="4823892" y="437826"/>
                </a:moveTo>
                <a:lnTo>
                  <a:pt x="2496173" y="437826"/>
                </a:lnTo>
                <a:lnTo>
                  <a:pt x="2496173" y="505363"/>
                </a:lnTo>
                <a:lnTo>
                  <a:pt x="2580400" y="505363"/>
                </a:lnTo>
                <a:lnTo>
                  <a:pt x="2411946" y="673816"/>
                </a:lnTo>
                <a:lnTo>
                  <a:pt x="2243492" y="505363"/>
                </a:lnTo>
                <a:lnTo>
                  <a:pt x="2327719" y="505363"/>
                </a:lnTo>
                <a:lnTo>
                  <a:pt x="2327719" y="437826"/>
                </a:lnTo>
                <a:lnTo>
                  <a:pt x="0" y="437826"/>
                </a:lnTo>
                <a:lnTo>
                  <a:pt x="0" y="1"/>
                </a:lnTo>
                <a:lnTo>
                  <a:pt x="4823892" y="1"/>
                </a:lnTo>
                <a:lnTo>
                  <a:pt x="4823892" y="437826"/>
                </a:lnTo>
                <a:close/>
              </a:path>
            </a:pathLst>
          </a:custGeom>
          <a:solidFill>
            <a:srgbClr val="4F81BD">
              <a:hueOff val="0"/>
              <a:satOff val="0"/>
              <a:lumOff val="0"/>
              <a:alphaOff val="0"/>
            </a:srgbClr>
          </a:solidFill>
          <a:ln w="25400" cap="flat" cmpd="sng" algn="ctr">
            <a:solidFill>
              <a:sysClr val="window" lastClr="FFFFFF">
                <a:hueOff val="0"/>
                <a:satOff val="0"/>
                <a:lumOff val="0"/>
                <a:alphaOff val="0"/>
              </a:sysClr>
            </a:solidFill>
            <a:prstDash val="solid"/>
          </a:ln>
          <a:effectLst/>
        </p:spPr>
        <p:txBody>
          <a:bodyPr spcFirstLastPara="0" vert="horz" wrap="square" lIns="96011" tIns="96013" rIns="96012" bIns="273005" numCol="1" spcCol="1270" anchor="ctr" anchorCtr="0">
            <a:noAutofit/>
          </a:bodyPr>
          <a:lstStyle/>
          <a:p>
            <a:pPr marL="0" marR="0" lvl="0" indent="0" algn="ctr" defTabSz="600075" eaLnBrk="1" fontAlgn="base" latinLnBrk="0" hangingPunct="1">
              <a:lnSpc>
                <a:spcPct val="90000"/>
              </a:lnSpc>
              <a:spcBef>
                <a:spcPct val="0"/>
              </a:spcBef>
              <a:spcAft>
                <a:spcPct val="35000"/>
              </a:spcAft>
              <a:buClrTx/>
              <a:buSzTx/>
              <a:buFontTx/>
              <a:buNone/>
              <a:tabLst/>
              <a:defRPr/>
            </a:pPr>
            <a:r>
              <a:rPr kumimoji="0" lang="en-GB" b="0" i="0" u="none" strike="noStrike" kern="0" cap="none" spc="0" normalizeH="0" baseline="0" noProof="0" dirty="0">
                <a:ln>
                  <a:noFill/>
                </a:ln>
                <a:solidFill>
                  <a:prstClr val="white"/>
                </a:solidFill>
                <a:effectLst/>
                <a:uLnTx/>
                <a:uFillTx/>
                <a:latin typeface="Calibri"/>
                <a:ea typeface="+mn-ea"/>
                <a:cs typeface="+mn-cs"/>
              </a:rPr>
              <a:t>3. Start of conversation</a:t>
            </a:r>
          </a:p>
        </p:txBody>
      </p:sp>
      <p:sp>
        <p:nvSpPr>
          <p:cNvPr id="23" name="Freihandform 10">
            <a:extLst>
              <a:ext uri="{FF2B5EF4-FFF2-40B4-BE49-F238E27FC236}">
                <a16:creationId xmlns:a16="http://schemas.microsoft.com/office/drawing/2014/main" id="{2E157DB1-E4D5-D098-93DD-2A612F68AAD5}"/>
              </a:ext>
            </a:extLst>
          </p:cNvPr>
          <p:cNvSpPr/>
          <p:nvPr/>
        </p:nvSpPr>
        <p:spPr>
          <a:xfrm>
            <a:off x="4491730" y="1319540"/>
            <a:ext cx="3617919" cy="814359"/>
          </a:xfrm>
          <a:custGeom>
            <a:avLst/>
            <a:gdLst>
              <a:gd name="connsiteX0" fmla="*/ 0 w 4823892"/>
              <a:gd name="connsiteY0" fmla="*/ 235991 h 673817"/>
              <a:gd name="connsiteX1" fmla="*/ 2327719 w 4823892"/>
              <a:gd name="connsiteY1" fmla="*/ 235991 h 673817"/>
              <a:gd name="connsiteX2" fmla="*/ 2327719 w 4823892"/>
              <a:gd name="connsiteY2" fmla="*/ 168454 h 673817"/>
              <a:gd name="connsiteX3" fmla="*/ 2243492 w 4823892"/>
              <a:gd name="connsiteY3" fmla="*/ 168454 h 673817"/>
              <a:gd name="connsiteX4" fmla="*/ 2411946 w 4823892"/>
              <a:gd name="connsiteY4" fmla="*/ 0 h 673817"/>
              <a:gd name="connsiteX5" fmla="*/ 2580400 w 4823892"/>
              <a:gd name="connsiteY5" fmla="*/ 168454 h 673817"/>
              <a:gd name="connsiteX6" fmla="*/ 2496173 w 4823892"/>
              <a:gd name="connsiteY6" fmla="*/ 168454 h 673817"/>
              <a:gd name="connsiteX7" fmla="*/ 2496173 w 4823892"/>
              <a:gd name="connsiteY7" fmla="*/ 235991 h 673817"/>
              <a:gd name="connsiteX8" fmla="*/ 4823892 w 4823892"/>
              <a:gd name="connsiteY8" fmla="*/ 235991 h 673817"/>
              <a:gd name="connsiteX9" fmla="*/ 4823892 w 4823892"/>
              <a:gd name="connsiteY9" fmla="*/ 673817 h 673817"/>
              <a:gd name="connsiteX10" fmla="*/ 0 w 4823892"/>
              <a:gd name="connsiteY10" fmla="*/ 673817 h 673817"/>
              <a:gd name="connsiteX11" fmla="*/ 0 w 4823892"/>
              <a:gd name="connsiteY11" fmla="*/ 235991 h 673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23892" h="673817">
                <a:moveTo>
                  <a:pt x="4823892" y="437826"/>
                </a:moveTo>
                <a:lnTo>
                  <a:pt x="2496173" y="437826"/>
                </a:lnTo>
                <a:lnTo>
                  <a:pt x="2496173" y="505363"/>
                </a:lnTo>
                <a:lnTo>
                  <a:pt x="2580400" y="505363"/>
                </a:lnTo>
                <a:lnTo>
                  <a:pt x="2411946" y="673816"/>
                </a:lnTo>
                <a:lnTo>
                  <a:pt x="2243492" y="505363"/>
                </a:lnTo>
                <a:lnTo>
                  <a:pt x="2327719" y="505363"/>
                </a:lnTo>
                <a:lnTo>
                  <a:pt x="2327719" y="437826"/>
                </a:lnTo>
                <a:lnTo>
                  <a:pt x="0" y="437826"/>
                </a:lnTo>
                <a:lnTo>
                  <a:pt x="0" y="1"/>
                </a:lnTo>
                <a:lnTo>
                  <a:pt x="4823892" y="1"/>
                </a:lnTo>
                <a:lnTo>
                  <a:pt x="4823892" y="437826"/>
                </a:lnTo>
                <a:close/>
              </a:path>
            </a:pathLst>
          </a:custGeom>
          <a:solidFill>
            <a:srgbClr val="4F81BD">
              <a:hueOff val="0"/>
              <a:satOff val="0"/>
              <a:lumOff val="0"/>
              <a:alphaOff val="0"/>
            </a:srgbClr>
          </a:solidFill>
          <a:ln w="25400" cap="flat" cmpd="sng" algn="ctr">
            <a:solidFill>
              <a:sysClr val="window" lastClr="FFFFFF">
                <a:hueOff val="0"/>
                <a:satOff val="0"/>
                <a:lumOff val="0"/>
                <a:alphaOff val="0"/>
              </a:sysClr>
            </a:solidFill>
            <a:prstDash val="solid"/>
          </a:ln>
          <a:effectLst/>
        </p:spPr>
        <p:txBody>
          <a:bodyPr spcFirstLastPara="0" vert="horz" wrap="square" lIns="96012" tIns="96013" rIns="96012" bIns="273006" numCol="1" spcCol="1270" anchor="ctr" anchorCtr="0">
            <a:noAutofit/>
          </a:bodyPr>
          <a:lstStyle/>
          <a:p>
            <a:pPr marL="0" marR="0" lvl="0" indent="0" algn="ctr" defTabSz="600075" eaLnBrk="1" fontAlgn="base" latinLnBrk="0" hangingPunct="1">
              <a:lnSpc>
                <a:spcPct val="90000"/>
              </a:lnSpc>
              <a:spcBef>
                <a:spcPct val="0"/>
              </a:spcBef>
              <a:spcAft>
                <a:spcPct val="35000"/>
              </a:spcAft>
              <a:buClrTx/>
              <a:buSzTx/>
              <a:buFontTx/>
              <a:buNone/>
              <a:tabLst/>
              <a:defRPr/>
            </a:pPr>
            <a:r>
              <a:rPr kumimoji="0" lang="en-GB" b="0" i="0" u="none" strike="noStrike" kern="0" cap="none" spc="0" normalizeH="0" baseline="0" noProof="0" dirty="0">
                <a:ln>
                  <a:noFill/>
                </a:ln>
                <a:solidFill>
                  <a:prstClr val="white"/>
                </a:solidFill>
                <a:effectLst/>
                <a:uLnTx/>
                <a:uFillTx/>
                <a:latin typeface="Calibri"/>
                <a:ea typeface="+mn-ea"/>
                <a:cs typeface="+mn-cs"/>
              </a:rPr>
              <a:t>2. Organisational preparation</a:t>
            </a:r>
          </a:p>
        </p:txBody>
      </p:sp>
      <p:sp>
        <p:nvSpPr>
          <p:cNvPr id="24" name="Freihandform 11">
            <a:extLst>
              <a:ext uri="{FF2B5EF4-FFF2-40B4-BE49-F238E27FC236}">
                <a16:creationId xmlns:a16="http://schemas.microsoft.com/office/drawing/2014/main" id="{A0DBCFB5-8C81-757F-409B-68CC3AF6B033}"/>
              </a:ext>
            </a:extLst>
          </p:cNvPr>
          <p:cNvSpPr/>
          <p:nvPr/>
        </p:nvSpPr>
        <p:spPr>
          <a:xfrm>
            <a:off x="4491730" y="625114"/>
            <a:ext cx="3617919" cy="814359"/>
          </a:xfrm>
          <a:custGeom>
            <a:avLst/>
            <a:gdLst>
              <a:gd name="connsiteX0" fmla="*/ 0 w 4823892"/>
              <a:gd name="connsiteY0" fmla="*/ 235991 h 673817"/>
              <a:gd name="connsiteX1" fmla="*/ 2327719 w 4823892"/>
              <a:gd name="connsiteY1" fmla="*/ 235991 h 673817"/>
              <a:gd name="connsiteX2" fmla="*/ 2327719 w 4823892"/>
              <a:gd name="connsiteY2" fmla="*/ 168454 h 673817"/>
              <a:gd name="connsiteX3" fmla="*/ 2243492 w 4823892"/>
              <a:gd name="connsiteY3" fmla="*/ 168454 h 673817"/>
              <a:gd name="connsiteX4" fmla="*/ 2411946 w 4823892"/>
              <a:gd name="connsiteY4" fmla="*/ 0 h 673817"/>
              <a:gd name="connsiteX5" fmla="*/ 2580400 w 4823892"/>
              <a:gd name="connsiteY5" fmla="*/ 168454 h 673817"/>
              <a:gd name="connsiteX6" fmla="*/ 2496173 w 4823892"/>
              <a:gd name="connsiteY6" fmla="*/ 168454 h 673817"/>
              <a:gd name="connsiteX7" fmla="*/ 2496173 w 4823892"/>
              <a:gd name="connsiteY7" fmla="*/ 235991 h 673817"/>
              <a:gd name="connsiteX8" fmla="*/ 4823892 w 4823892"/>
              <a:gd name="connsiteY8" fmla="*/ 235991 h 673817"/>
              <a:gd name="connsiteX9" fmla="*/ 4823892 w 4823892"/>
              <a:gd name="connsiteY9" fmla="*/ 673817 h 673817"/>
              <a:gd name="connsiteX10" fmla="*/ 0 w 4823892"/>
              <a:gd name="connsiteY10" fmla="*/ 673817 h 673817"/>
              <a:gd name="connsiteX11" fmla="*/ 0 w 4823892"/>
              <a:gd name="connsiteY11" fmla="*/ 235991 h 673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23892" h="673817">
                <a:moveTo>
                  <a:pt x="4823892" y="437826"/>
                </a:moveTo>
                <a:lnTo>
                  <a:pt x="2496173" y="437826"/>
                </a:lnTo>
                <a:lnTo>
                  <a:pt x="2496173" y="505363"/>
                </a:lnTo>
                <a:lnTo>
                  <a:pt x="2580400" y="505363"/>
                </a:lnTo>
                <a:lnTo>
                  <a:pt x="2411946" y="673816"/>
                </a:lnTo>
                <a:lnTo>
                  <a:pt x="2243492" y="505363"/>
                </a:lnTo>
                <a:lnTo>
                  <a:pt x="2327719" y="505363"/>
                </a:lnTo>
                <a:lnTo>
                  <a:pt x="2327719" y="437826"/>
                </a:lnTo>
                <a:lnTo>
                  <a:pt x="0" y="437826"/>
                </a:lnTo>
                <a:lnTo>
                  <a:pt x="0" y="1"/>
                </a:lnTo>
                <a:lnTo>
                  <a:pt x="4823892" y="1"/>
                </a:lnTo>
                <a:lnTo>
                  <a:pt x="4823892" y="437826"/>
                </a:lnTo>
                <a:close/>
              </a:path>
            </a:pathLst>
          </a:custGeom>
          <a:solidFill>
            <a:srgbClr val="4F81BD">
              <a:hueOff val="0"/>
              <a:satOff val="0"/>
              <a:lumOff val="0"/>
              <a:alphaOff val="0"/>
            </a:srgbClr>
          </a:solidFill>
          <a:ln w="25400" cap="flat" cmpd="sng" algn="ctr">
            <a:solidFill>
              <a:sysClr val="window" lastClr="FFFFFF">
                <a:hueOff val="0"/>
                <a:satOff val="0"/>
                <a:lumOff val="0"/>
                <a:alphaOff val="0"/>
              </a:sysClr>
            </a:solidFill>
            <a:prstDash val="solid"/>
          </a:ln>
          <a:effectLst/>
        </p:spPr>
        <p:txBody>
          <a:bodyPr spcFirstLastPara="0" vert="horz" wrap="square" lIns="96011" tIns="96013" rIns="96012" bIns="273006" numCol="1" spcCol="1270" anchor="ctr" anchorCtr="0">
            <a:noAutofit/>
          </a:bodyPr>
          <a:lstStyle/>
          <a:p>
            <a:pPr marL="0" marR="0" lvl="0" indent="0" algn="ctr" defTabSz="600075" eaLnBrk="1" fontAlgn="base" latinLnBrk="0" hangingPunct="1">
              <a:lnSpc>
                <a:spcPct val="90000"/>
              </a:lnSpc>
              <a:spcBef>
                <a:spcPct val="0"/>
              </a:spcBef>
              <a:spcAft>
                <a:spcPct val="35000"/>
              </a:spcAft>
              <a:buClrTx/>
              <a:buSzTx/>
              <a:buFontTx/>
              <a:buNone/>
              <a:tabLst/>
              <a:defRPr/>
            </a:pPr>
            <a:r>
              <a:rPr kumimoji="0" lang="en-GB" b="0" i="0" u="none" strike="noStrike" kern="0" cap="none" spc="0" normalizeH="0" baseline="0" noProof="0" dirty="0">
                <a:ln>
                  <a:noFill/>
                </a:ln>
                <a:solidFill>
                  <a:prstClr val="white"/>
                </a:solidFill>
                <a:effectLst/>
                <a:uLnTx/>
                <a:uFillTx/>
                <a:latin typeface="Calibri"/>
                <a:ea typeface="+mn-ea"/>
                <a:cs typeface="+mn-cs"/>
              </a:rPr>
              <a:t>1. Content preparation</a:t>
            </a:r>
          </a:p>
        </p:txBody>
      </p:sp>
      <p:sp>
        <p:nvSpPr>
          <p:cNvPr id="25" name="Geschweifte Klammer links 24">
            <a:extLst>
              <a:ext uri="{FF2B5EF4-FFF2-40B4-BE49-F238E27FC236}">
                <a16:creationId xmlns:a16="http://schemas.microsoft.com/office/drawing/2014/main" id="{8FE66858-7E1D-56B8-BBC3-16C7B9B87B38}"/>
              </a:ext>
            </a:extLst>
          </p:cNvPr>
          <p:cNvSpPr/>
          <p:nvPr/>
        </p:nvSpPr>
        <p:spPr>
          <a:xfrm>
            <a:off x="3792755" y="2013966"/>
            <a:ext cx="309345" cy="1840120"/>
          </a:xfrm>
          <a:prstGeom prst="leftBrace">
            <a:avLst>
              <a:gd name="adj1" fmla="val 45812"/>
              <a:gd name="adj2" fmla="val 50000"/>
            </a:avLst>
          </a:prstGeom>
          <a:ln w="38100">
            <a:headEnd type="none" w="med" len="med"/>
            <a:tailEnd type="none" w="med" len="med"/>
          </a:ln>
        </p:spPr>
        <p:style>
          <a:lnRef idx="1">
            <a:schemeClr val="accent2"/>
          </a:lnRef>
          <a:fillRef idx="0">
            <a:schemeClr val="accent2"/>
          </a:fillRef>
          <a:effectRef idx="0">
            <a:schemeClr val="accent2"/>
          </a:effectRef>
          <a:fontRef idx="minor">
            <a:schemeClr val="tx1"/>
          </a:fontRef>
        </p:style>
        <p:txBody>
          <a:bodyPr rtlCol="0" anchor="ctr"/>
          <a:lstStyle/>
          <a:p>
            <a:pPr marL="0" marR="0" lvl="0" indent="0" algn="ctr" defTabSz="342900" eaLnBrk="1" fontAlgn="base" latinLnBrk="0" hangingPunct="1">
              <a:lnSpc>
                <a:spcPct val="100000"/>
              </a:lnSpc>
              <a:spcBef>
                <a:spcPct val="0"/>
              </a:spcBef>
              <a:spcAft>
                <a:spcPct val="0"/>
              </a:spcAft>
              <a:buClrTx/>
              <a:buSzTx/>
              <a:buFontTx/>
              <a:buNone/>
              <a:tabLst/>
              <a:defRPr/>
            </a:pPr>
            <a:endParaRPr kumimoji="0" lang="en-GB" b="0" i="0" u="none" strike="noStrike" kern="0" cap="none" spc="0" normalizeH="0" baseline="0" noProof="0" dirty="0">
              <a:ln>
                <a:noFill/>
              </a:ln>
              <a:solidFill>
                <a:prstClr val="black"/>
              </a:solidFill>
              <a:effectLst/>
              <a:uLnTx/>
              <a:uFillTx/>
              <a:latin typeface="Calibri"/>
              <a:ea typeface="+mn-ea"/>
              <a:cs typeface="+mn-cs"/>
            </a:endParaRPr>
          </a:p>
        </p:txBody>
      </p:sp>
      <p:sp>
        <p:nvSpPr>
          <p:cNvPr id="26" name="Textfeld 25">
            <a:extLst>
              <a:ext uri="{FF2B5EF4-FFF2-40B4-BE49-F238E27FC236}">
                <a16:creationId xmlns:a16="http://schemas.microsoft.com/office/drawing/2014/main" id="{86D2FE52-3C73-9BAC-A36D-80CC38A3985B}"/>
              </a:ext>
            </a:extLst>
          </p:cNvPr>
          <p:cNvSpPr txBox="1"/>
          <p:nvPr/>
        </p:nvSpPr>
        <p:spPr>
          <a:xfrm rot="16200000">
            <a:off x="2626335" y="2718722"/>
            <a:ext cx="1871176" cy="461665"/>
          </a:xfrm>
          <a:prstGeom prst="rect">
            <a:avLst/>
          </a:prstGeom>
          <a:noFill/>
        </p:spPr>
        <p:txBody>
          <a:bodyPr wrap="square" rtlCol="0">
            <a:spAutoFit/>
          </a:bodyPr>
          <a:lstStyle/>
          <a:p>
            <a:pPr algn="ctr" defTabSz="342900" fontAlgn="base">
              <a:spcBef>
                <a:spcPct val="0"/>
              </a:spcBef>
              <a:spcAft>
                <a:spcPct val="0"/>
              </a:spcAft>
            </a:pPr>
            <a:r>
              <a:rPr lang="en-GB" sz="2400" b="1" dirty="0">
                <a:solidFill>
                  <a:schemeClr val="tx2"/>
                </a:solidFill>
                <a:ea typeface="ＭＳ Ｐゴシック" pitchFamily="-104" charset="-128"/>
              </a:rPr>
              <a:t>„Interview“</a:t>
            </a:r>
          </a:p>
        </p:txBody>
      </p:sp>
    </p:spTree>
    <p:extLst>
      <p:ext uri="{BB962C8B-B14F-4D97-AF65-F5344CB8AC3E}">
        <p14:creationId xmlns:p14="http://schemas.microsoft.com/office/powerpoint/2010/main" val="39360459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E8B2D8-DCB1-747C-30F0-FB548B819A56}"/>
            </a:ext>
          </a:extLst>
        </p:cNvPr>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F1AB9789-5B5F-C47D-7995-53FE0DCFA5B2}"/>
              </a:ext>
            </a:extLst>
          </p:cNvPr>
          <p:cNvSpPr>
            <a:spLocks noGrp="1"/>
          </p:cNvSpPr>
          <p:nvPr>
            <p:ph type="sldNum" sz="quarter" idx="12"/>
          </p:nvPr>
        </p:nvSpPr>
        <p:spPr/>
        <p:txBody>
          <a:bodyPr/>
          <a:lstStyle/>
          <a:p>
            <a:fld id="{D836C0FE-70CA-4950-82D6-CF602CC2B770}" type="slidenum">
              <a:rPr lang="en-GB" smtClean="0"/>
              <a:t>11</a:t>
            </a:fld>
            <a:endParaRPr lang="en-GB" dirty="0"/>
          </a:p>
        </p:txBody>
      </p:sp>
      <p:sp>
        <p:nvSpPr>
          <p:cNvPr id="3" name="Titel 2">
            <a:extLst>
              <a:ext uri="{FF2B5EF4-FFF2-40B4-BE49-F238E27FC236}">
                <a16:creationId xmlns:a16="http://schemas.microsoft.com/office/drawing/2014/main" id="{033CE2C7-6720-8E96-59CF-E30F64FC1629}"/>
              </a:ext>
            </a:extLst>
          </p:cNvPr>
          <p:cNvSpPr>
            <a:spLocks noGrp="1"/>
          </p:cNvSpPr>
          <p:nvPr>
            <p:ph type="title"/>
          </p:nvPr>
        </p:nvSpPr>
        <p:spPr/>
        <p:txBody>
          <a:bodyPr/>
          <a:lstStyle/>
          <a:p>
            <a:r>
              <a:rPr lang="en-GB" dirty="0"/>
              <a:t>Types of qualitative Interviews</a:t>
            </a:r>
          </a:p>
        </p:txBody>
      </p:sp>
      <p:sp>
        <p:nvSpPr>
          <p:cNvPr id="5" name="Datumsplatzhalter 4">
            <a:extLst>
              <a:ext uri="{FF2B5EF4-FFF2-40B4-BE49-F238E27FC236}">
                <a16:creationId xmlns:a16="http://schemas.microsoft.com/office/drawing/2014/main" id="{BF4F69A0-7119-E434-9646-A2191A721162}"/>
              </a:ext>
            </a:extLst>
          </p:cNvPr>
          <p:cNvSpPr>
            <a:spLocks noGrp="1"/>
          </p:cNvSpPr>
          <p:nvPr>
            <p:ph type="dt" sz="half" idx="10"/>
          </p:nvPr>
        </p:nvSpPr>
        <p:spPr/>
        <p:txBody>
          <a:bodyPr/>
          <a:lstStyle/>
          <a:p>
            <a:r>
              <a:rPr lang="en-GB" dirty="0"/>
              <a:t>(adapted from: Flick et al. 1995:159)</a:t>
            </a:r>
          </a:p>
        </p:txBody>
      </p:sp>
      <p:sp>
        <p:nvSpPr>
          <p:cNvPr id="6" name="Fußzeilenplatzhalter 5">
            <a:extLst>
              <a:ext uri="{FF2B5EF4-FFF2-40B4-BE49-F238E27FC236}">
                <a16:creationId xmlns:a16="http://schemas.microsoft.com/office/drawing/2014/main" id="{5CB652A2-DD22-704F-2893-83978AF9CDBB}"/>
              </a:ext>
            </a:extLst>
          </p:cNvPr>
          <p:cNvSpPr>
            <a:spLocks noGrp="1"/>
          </p:cNvSpPr>
          <p:nvPr>
            <p:ph type="ftr" sz="quarter" idx="11"/>
          </p:nvPr>
        </p:nvSpPr>
        <p:spPr/>
        <p:txBody>
          <a:bodyPr/>
          <a:lstStyle/>
          <a:p>
            <a:r>
              <a:rPr lang="en-GB" dirty="0"/>
              <a:t>KMH | IL Scientific Method</a:t>
            </a:r>
          </a:p>
        </p:txBody>
      </p:sp>
      <p:pic>
        <p:nvPicPr>
          <p:cNvPr id="10" name="Inhaltsplatzhalter 9">
            <a:extLst>
              <a:ext uri="{FF2B5EF4-FFF2-40B4-BE49-F238E27FC236}">
                <a16:creationId xmlns:a16="http://schemas.microsoft.com/office/drawing/2014/main" id="{BF9E4B99-ECCA-44EB-1CE7-5EAB661EE344}"/>
              </a:ext>
            </a:extLst>
          </p:cNvPr>
          <p:cNvPicPr>
            <a:picLocks noGrp="1" noChangeAspect="1"/>
          </p:cNvPicPr>
          <p:nvPr>
            <p:ph idx="1"/>
          </p:nvPr>
        </p:nvPicPr>
        <p:blipFill>
          <a:blip r:embed="rId2"/>
          <a:stretch>
            <a:fillRect/>
          </a:stretch>
        </p:blipFill>
        <p:spPr>
          <a:xfrm>
            <a:off x="1375116" y="1643060"/>
            <a:ext cx="9441768" cy="4264024"/>
          </a:xfrm>
          <a:prstGeom prst="rect">
            <a:avLst/>
          </a:prstGeom>
        </p:spPr>
      </p:pic>
    </p:spTree>
    <p:extLst>
      <p:ext uri="{BB962C8B-B14F-4D97-AF65-F5344CB8AC3E}">
        <p14:creationId xmlns:p14="http://schemas.microsoft.com/office/powerpoint/2010/main" val="24207742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dirty="0"/>
              <a:t>Digression: The Interview Guide</a:t>
            </a:r>
          </a:p>
        </p:txBody>
      </p:sp>
      <p:sp>
        <p:nvSpPr>
          <p:cNvPr id="3" name="Inhaltsplatzhalter 2"/>
          <p:cNvSpPr>
            <a:spLocks noGrp="1"/>
          </p:cNvSpPr>
          <p:nvPr>
            <p:ph idx="1"/>
          </p:nvPr>
        </p:nvSpPr>
        <p:spPr/>
        <p:txBody>
          <a:bodyPr>
            <a:normAutofit lnSpcReduction="10000"/>
          </a:bodyPr>
          <a:lstStyle/>
          <a:p>
            <a:r>
              <a:rPr lang="en-GB" dirty="0"/>
              <a:t>Partial standardisation</a:t>
            </a:r>
          </a:p>
          <a:p>
            <a:r>
              <a:rPr lang="en-GB" dirty="0"/>
              <a:t>Content-related considerations on a topic area</a:t>
            </a:r>
          </a:p>
          <a:p>
            <a:pPr marL="457189" lvl="1" indent="0">
              <a:buNone/>
            </a:pPr>
            <a:r>
              <a:rPr lang="en-GB" b="1" dirty="0">
                <a:solidFill>
                  <a:srgbClr val="E37823"/>
                </a:solidFill>
              </a:rPr>
              <a:t>👉 Useful if prior knowledge of the topic already exists &amp;</a:t>
            </a:r>
            <a:br>
              <a:rPr lang="en-GB" b="1" dirty="0">
                <a:solidFill>
                  <a:srgbClr val="E37823"/>
                </a:solidFill>
              </a:rPr>
            </a:br>
            <a:r>
              <a:rPr lang="en-GB" b="1" dirty="0">
                <a:solidFill>
                  <a:srgbClr val="E37823"/>
                </a:solidFill>
              </a:rPr>
              <a:t> certain questions should be at the centre</a:t>
            </a:r>
          </a:p>
          <a:p>
            <a:r>
              <a:rPr lang="en-GB" b="1" dirty="0"/>
              <a:t>Contents:</a:t>
            </a:r>
          </a:p>
          <a:p>
            <a:pPr lvl="1"/>
            <a:r>
              <a:rPr lang="en-GB" dirty="0"/>
              <a:t>Topics to be addressed in a reasonable order</a:t>
            </a:r>
          </a:p>
          <a:p>
            <a:pPr lvl="1"/>
            <a:r>
              <a:rPr lang="en-GB" dirty="0"/>
              <a:t>Possible formulation suggestions / key points</a:t>
            </a:r>
          </a:p>
          <a:p>
            <a:pPr marL="457189" lvl="1" indent="0">
              <a:buNone/>
            </a:pPr>
            <a:r>
              <a:rPr lang="en-GB" b="1" dirty="0"/>
              <a:t>→ Order not necessarily specified, arises in the course of the conversation</a:t>
            </a:r>
          </a:p>
          <a:p>
            <a:pPr marL="457189" lvl="1" indent="0">
              <a:buNone/>
            </a:pPr>
            <a:r>
              <a:rPr lang="en-GB" b="1" dirty="0"/>
              <a:t>→ Tick off questions so as not to forget anything</a:t>
            </a:r>
          </a:p>
          <a:p>
            <a:pPr lvl="1"/>
            <a:endParaRPr lang="en-GB" dirty="0"/>
          </a:p>
        </p:txBody>
      </p:sp>
      <p:pic>
        <p:nvPicPr>
          <p:cNvPr id="307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88149" y="2452540"/>
            <a:ext cx="2555851" cy="1407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Datumsplatzhalter 4">
            <a:extLst>
              <a:ext uri="{FF2B5EF4-FFF2-40B4-BE49-F238E27FC236}">
                <a16:creationId xmlns:a16="http://schemas.microsoft.com/office/drawing/2014/main" id="{B3447652-3200-1044-47FD-4699E5AAF5CA}"/>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4C108794-B513-2278-A9C8-D68221884A79}"/>
              </a:ext>
            </a:extLst>
          </p:cNvPr>
          <p:cNvSpPr>
            <a:spLocks noGrp="1"/>
          </p:cNvSpPr>
          <p:nvPr>
            <p:ph type="ftr" sz="quarter" idx="11"/>
          </p:nvPr>
        </p:nvSpPr>
        <p:spPr/>
        <p:txBody>
          <a:bodyPr/>
          <a:lstStyle/>
          <a:p>
            <a:r>
              <a:rPr lang="en-GB" dirty="0"/>
              <a:t>KMH | IL Scientific Method</a:t>
            </a:r>
          </a:p>
        </p:txBody>
      </p:sp>
      <p:sp>
        <p:nvSpPr>
          <p:cNvPr id="7" name="Foliennummernplatzhalter 6">
            <a:extLst>
              <a:ext uri="{FF2B5EF4-FFF2-40B4-BE49-F238E27FC236}">
                <a16:creationId xmlns:a16="http://schemas.microsoft.com/office/drawing/2014/main" id="{984C2377-E0E0-9881-5B2F-2220DAA399F8}"/>
              </a:ext>
            </a:extLst>
          </p:cNvPr>
          <p:cNvSpPr>
            <a:spLocks noGrp="1"/>
          </p:cNvSpPr>
          <p:nvPr>
            <p:ph type="sldNum" sz="quarter" idx="12"/>
          </p:nvPr>
        </p:nvSpPr>
        <p:spPr/>
        <p:txBody>
          <a:bodyPr/>
          <a:lstStyle/>
          <a:p>
            <a:fld id="{D836C0FE-70CA-4950-82D6-CF602CC2B770}" type="slidenum">
              <a:rPr lang="en-GB" smtClean="0"/>
              <a:t>12</a:t>
            </a:fld>
            <a:endParaRPr lang="en-GB" dirty="0"/>
          </a:p>
        </p:txBody>
      </p:sp>
    </p:spTree>
    <p:extLst>
      <p:ext uri="{BB962C8B-B14F-4D97-AF65-F5344CB8AC3E}">
        <p14:creationId xmlns:p14="http://schemas.microsoft.com/office/powerpoint/2010/main" val="1282373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0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AFC946-0452-F021-3EB8-4598F21726AC}"/>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7DF935AC-48CD-8569-A71A-76CA421102A0}"/>
              </a:ext>
            </a:extLst>
          </p:cNvPr>
          <p:cNvSpPr>
            <a:spLocks noGrp="1"/>
          </p:cNvSpPr>
          <p:nvPr>
            <p:ph type="title"/>
          </p:nvPr>
        </p:nvSpPr>
        <p:spPr>
          <a:xfrm>
            <a:off x="695326" y="549000"/>
            <a:ext cx="3816674" cy="792000"/>
          </a:xfrm>
        </p:spPr>
        <p:txBody>
          <a:bodyPr/>
          <a:lstStyle/>
          <a:p>
            <a:r>
              <a:rPr lang="en-GB" dirty="0"/>
              <a:t>The Interview Guide</a:t>
            </a:r>
          </a:p>
        </p:txBody>
      </p:sp>
      <p:sp>
        <p:nvSpPr>
          <p:cNvPr id="5" name="Inhaltsplatzhalter 2">
            <a:extLst>
              <a:ext uri="{FF2B5EF4-FFF2-40B4-BE49-F238E27FC236}">
                <a16:creationId xmlns:a16="http://schemas.microsoft.com/office/drawing/2014/main" id="{AED88234-BBC4-AB4B-EE8B-8B78A6603018}"/>
              </a:ext>
            </a:extLst>
          </p:cNvPr>
          <p:cNvSpPr>
            <a:spLocks noGrp="1"/>
          </p:cNvSpPr>
          <p:nvPr>
            <p:ph idx="1"/>
          </p:nvPr>
        </p:nvSpPr>
        <p:spPr>
          <a:xfrm>
            <a:off x="695325" y="1556793"/>
            <a:ext cx="3672676" cy="4607472"/>
          </a:xfrm>
        </p:spPr>
        <p:txBody>
          <a:bodyPr anchor="ctr"/>
          <a:lstStyle/>
          <a:p>
            <a:pPr marL="0" indent="0">
              <a:buNone/>
            </a:pPr>
            <a:r>
              <a:rPr lang="en-GB" sz="2000" dirty="0"/>
              <a:t>(Rädiker &amp; Kuckartz, 2020: 42)</a:t>
            </a:r>
          </a:p>
        </p:txBody>
      </p:sp>
      <p:sp>
        <p:nvSpPr>
          <p:cNvPr id="4" name="Datumsplatzhalter 3">
            <a:extLst>
              <a:ext uri="{FF2B5EF4-FFF2-40B4-BE49-F238E27FC236}">
                <a16:creationId xmlns:a16="http://schemas.microsoft.com/office/drawing/2014/main" id="{2C8F1948-DCDF-F435-6155-4013ACF92CC4}"/>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C6F351C0-7A19-FF49-83F1-72A3F4579DBC}"/>
              </a:ext>
            </a:extLst>
          </p:cNvPr>
          <p:cNvSpPr>
            <a:spLocks noGrp="1"/>
          </p:cNvSpPr>
          <p:nvPr>
            <p:ph type="ftr" sz="quarter" idx="11"/>
          </p:nvPr>
        </p:nvSpPr>
        <p:spPr/>
        <p:txBody>
          <a:bodyPr/>
          <a:lstStyle/>
          <a:p>
            <a:r>
              <a:rPr lang="en-GB" dirty="0"/>
              <a:t>KMH | IL Scientific Method</a:t>
            </a:r>
          </a:p>
        </p:txBody>
      </p:sp>
      <p:sp>
        <p:nvSpPr>
          <p:cNvPr id="7" name="Foliennummernplatzhalter 6">
            <a:extLst>
              <a:ext uri="{FF2B5EF4-FFF2-40B4-BE49-F238E27FC236}">
                <a16:creationId xmlns:a16="http://schemas.microsoft.com/office/drawing/2014/main" id="{2A4E241C-145A-3731-F6A0-069F4BC31FA1}"/>
              </a:ext>
            </a:extLst>
          </p:cNvPr>
          <p:cNvSpPr>
            <a:spLocks noGrp="1"/>
          </p:cNvSpPr>
          <p:nvPr>
            <p:ph type="sldNum" sz="quarter" idx="12"/>
          </p:nvPr>
        </p:nvSpPr>
        <p:spPr/>
        <p:txBody>
          <a:bodyPr/>
          <a:lstStyle/>
          <a:p>
            <a:fld id="{D836C0FE-70CA-4950-82D6-CF602CC2B770}" type="slidenum">
              <a:rPr lang="en-GB" smtClean="0"/>
              <a:t>13</a:t>
            </a:fld>
            <a:endParaRPr lang="en-GB" dirty="0"/>
          </a:p>
        </p:txBody>
      </p:sp>
      <p:pic>
        <p:nvPicPr>
          <p:cNvPr id="8" name="Grafik 7">
            <a:extLst>
              <a:ext uri="{FF2B5EF4-FFF2-40B4-BE49-F238E27FC236}">
                <a16:creationId xmlns:a16="http://schemas.microsoft.com/office/drawing/2014/main" id="{766ABB2E-448D-6F88-E2BC-B10F74A35A89}"/>
              </a:ext>
            </a:extLst>
          </p:cNvPr>
          <p:cNvPicPr>
            <a:picLocks noChangeAspect="1"/>
          </p:cNvPicPr>
          <p:nvPr/>
        </p:nvPicPr>
        <p:blipFill>
          <a:blip r:embed="rId3"/>
          <a:stretch>
            <a:fillRect/>
          </a:stretch>
        </p:blipFill>
        <p:spPr>
          <a:xfrm>
            <a:off x="4838828" y="404999"/>
            <a:ext cx="6914261" cy="5759265"/>
          </a:xfrm>
          <a:prstGeom prst="rect">
            <a:avLst/>
          </a:prstGeom>
        </p:spPr>
      </p:pic>
    </p:spTree>
    <p:extLst>
      <p:ext uri="{BB962C8B-B14F-4D97-AF65-F5344CB8AC3E}">
        <p14:creationId xmlns:p14="http://schemas.microsoft.com/office/powerpoint/2010/main" val="30218709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4A1A70DA-2BFA-27DA-FE9A-DC93B00209A3}"/>
              </a:ext>
            </a:extLst>
          </p:cNvPr>
          <p:cNvSpPr>
            <a:spLocks noGrp="1"/>
          </p:cNvSpPr>
          <p:nvPr>
            <p:ph type="sldNum" sz="quarter" idx="12"/>
          </p:nvPr>
        </p:nvSpPr>
        <p:spPr/>
        <p:txBody>
          <a:bodyPr/>
          <a:lstStyle/>
          <a:p>
            <a:fld id="{D836C0FE-70CA-4950-82D6-CF602CC2B770}" type="slidenum">
              <a:rPr lang="en-GB" smtClean="0"/>
              <a:t>14</a:t>
            </a:fld>
            <a:endParaRPr lang="en-GB" dirty="0"/>
          </a:p>
        </p:txBody>
      </p:sp>
      <p:sp>
        <p:nvSpPr>
          <p:cNvPr id="3" name="Titel 2">
            <a:extLst>
              <a:ext uri="{FF2B5EF4-FFF2-40B4-BE49-F238E27FC236}">
                <a16:creationId xmlns:a16="http://schemas.microsoft.com/office/drawing/2014/main" id="{49709237-ED7C-56CA-2B05-5DC10E926390}"/>
              </a:ext>
            </a:extLst>
          </p:cNvPr>
          <p:cNvSpPr>
            <a:spLocks noGrp="1"/>
          </p:cNvSpPr>
          <p:nvPr>
            <p:ph type="title"/>
          </p:nvPr>
        </p:nvSpPr>
        <p:spPr/>
        <p:txBody>
          <a:bodyPr/>
          <a:lstStyle/>
          <a:p>
            <a:r>
              <a:rPr lang="en-GB" dirty="0"/>
              <a:t>The Interview Guide – From Questions to Topics …</a:t>
            </a:r>
          </a:p>
        </p:txBody>
      </p:sp>
      <p:pic>
        <p:nvPicPr>
          <p:cNvPr id="8" name="Content Placeholder 7">
            <a:extLst>
              <a:ext uri="{FF2B5EF4-FFF2-40B4-BE49-F238E27FC236}">
                <a16:creationId xmlns:a16="http://schemas.microsoft.com/office/drawing/2014/main" id="{C226F391-C3E8-5FD6-4A97-0A51B2B7ED16}"/>
              </a:ext>
            </a:extLst>
          </p:cNvPr>
          <p:cNvPicPr>
            <a:picLocks noGrp="1" noChangeAspect="1"/>
          </p:cNvPicPr>
          <p:nvPr>
            <p:ph idx="1"/>
          </p:nvPr>
        </p:nvPicPr>
        <p:blipFill>
          <a:blip r:embed="rId2"/>
          <a:stretch>
            <a:fillRect/>
          </a:stretch>
        </p:blipFill>
        <p:spPr bwMode="gray">
          <a:xfrm>
            <a:off x="1416000" y="1917962"/>
            <a:ext cx="8969058" cy="3959038"/>
          </a:xfrm>
          <a:prstGeom prst="rect">
            <a:avLst/>
          </a:prstGeom>
        </p:spPr>
      </p:pic>
      <p:sp>
        <p:nvSpPr>
          <p:cNvPr id="5" name="Datumsplatzhalter 4">
            <a:extLst>
              <a:ext uri="{FF2B5EF4-FFF2-40B4-BE49-F238E27FC236}">
                <a16:creationId xmlns:a16="http://schemas.microsoft.com/office/drawing/2014/main" id="{AE71EEE7-2C05-C7C9-5473-775502F1BD82}"/>
              </a:ext>
            </a:extLst>
          </p:cNvPr>
          <p:cNvSpPr>
            <a:spLocks noGrp="1"/>
          </p:cNvSpPr>
          <p:nvPr>
            <p:ph type="dt" sz="half" idx="10"/>
          </p:nvPr>
        </p:nvSpPr>
        <p:spPr/>
        <p:txBody>
          <a:bodyPr/>
          <a:lstStyle/>
          <a:p>
            <a:r>
              <a:rPr lang="en-GB" dirty="0"/>
              <a:t>(Rädiker &amp; Kuckartz, 2020:43)</a:t>
            </a:r>
          </a:p>
        </p:txBody>
      </p:sp>
      <p:sp>
        <p:nvSpPr>
          <p:cNvPr id="6" name="Fußzeilenplatzhalter 5">
            <a:extLst>
              <a:ext uri="{FF2B5EF4-FFF2-40B4-BE49-F238E27FC236}">
                <a16:creationId xmlns:a16="http://schemas.microsoft.com/office/drawing/2014/main" id="{77913FE0-6C43-D6B4-57A9-087651F65F07}"/>
              </a:ext>
            </a:extLst>
          </p:cNvPr>
          <p:cNvSpPr>
            <a:spLocks noGrp="1"/>
          </p:cNvSpPr>
          <p:nvPr>
            <p:ph type="ftr" sz="quarter" idx="11"/>
          </p:nvPr>
        </p:nvSpPr>
        <p:spPr/>
        <p:txBody>
          <a:bodyPr/>
          <a:lstStyle/>
          <a:p>
            <a:r>
              <a:rPr lang="en-GB" dirty="0"/>
              <a:t>KMH</a:t>
            </a:r>
          </a:p>
        </p:txBody>
      </p:sp>
    </p:spTree>
    <p:extLst>
      <p:ext uri="{BB962C8B-B14F-4D97-AF65-F5344CB8AC3E}">
        <p14:creationId xmlns:p14="http://schemas.microsoft.com/office/powerpoint/2010/main" val="39953463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49540F-F232-F359-CE19-13030E6A86C5}"/>
            </a:ext>
          </a:extLst>
        </p:cNvPr>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16B7E1F6-3757-C8AE-82EF-6EA974F0F777}"/>
              </a:ext>
            </a:extLst>
          </p:cNvPr>
          <p:cNvSpPr>
            <a:spLocks noGrp="1"/>
          </p:cNvSpPr>
          <p:nvPr>
            <p:ph type="sldNum" sz="quarter" idx="12"/>
          </p:nvPr>
        </p:nvSpPr>
        <p:spPr/>
        <p:txBody>
          <a:bodyPr/>
          <a:lstStyle/>
          <a:p>
            <a:fld id="{D836C0FE-70CA-4950-82D6-CF602CC2B770}" type="slidenum">
              <a:rPr lang="en-GB" smtClean="0"/>
              <a:t>15</a:t>
            </a:fld>
            <a:endParaRPr lang="en-GB" dirty="0"/>
          </a:p>
        </p:txBody>
      </p:sp>
      <p:sp>
        <p:nvSpPr>
          <p:cNvPr id="3" name="Titel 2">
            <a:extLst>
              <a:ext uri="{FF2B5EF4-FFF2-40B4-BE49-F238E27FC236}">
                <a16:creationId xmlns:a16="http://schemas.microsoft.com/office/drawing/2014/main" id="{C728D297-5FFD-A09F-B7B4-E6AA90E60DF3}"/>
              </a:ext>
            </a:extLst>
          </p:cNvPr>
          <p:cNvSpPr>
            <a:spLocks noGrp="1"/>
          </p:cNvSpPr>
          <p:nvPr>
            <p:ph type="title"/>
          </p:nvPr>
        </p:nvSpPr>
        <p:spPr/>
        <p:txBody>
          <a:bodyPr/>
          <a:lstStyle/>
          <a:p>
            <a:r>
              <a:rPr lang="en-GB" dirty="0"/>
              <a:t>Workflow</a:t>
            </a:r>
          </a:p>
        </p:txBody>
      </p:sp>
      <p:sp>
        <p:nvSpPr>
          <p:cNvPr id="5" name="Datumsplatzhalter 4">
            <a:extLst>
              <a:ext uri="{FF2B5EF4-FFF2-40B4-BE49-F238E27FC236}">
                <a16:creationId xmlns:a16="http://schemas.microsoft.com/office/drawing/2014/main" id="{E3E5E71E-6AB8-53CA-2C08-544A50D90BE6}"/>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0F2467D5-9D23-45AD-F09A-DDE7864B23D0}"/>
              </a:ext>
            </a:extLst>
          </p:cNvPr>
          <p:cNvSpPr>
            <a:spLocks noGrp="1"/>
          </p:cNvSpPr>
          <p:nvPr>
            <p:ph type="ftr" sz="quarter" idx="11"/>
          </p:nvPr>
        </p:nvSpPr>
        <p:spPr/>
        <p:txBody>
          <a:bodyPr/>
          <a:lstStyle/>
          <a:p>
            <a:r>
              <a:rPr lang="en-GB" dirty="0"/>
              <a:t>KMH | IL Scientific Method</a:t>
            </a:r>
          </a:p>
        </p:txBody>
      </p:sp>
      <p:sp>
        <p:nvSpPr>
          <p:cNvPr id="17" name="Freihandform 4">
            <a:extLst>
              <a:ext uri="{FF2B5EF4-FFF2-40B4-BE49-F238E27FC236}">
                <a16:creationId xmlns:a16="http://schemas.microsoft.com/office/drawing/2014/main" id="{B6D353B9-5261-DCF6-52F5-9D5C8364560E}"/>
              </a:ext>
            </a:extLst>
          </p:cNvPr>
          <p:cNvSpPr/>
          <p:nvPr/>
        </p:nvSpPr>
        <p:spPr>
          <a:xfrm>
            <a:off x="4491730" y="5486093"/>
            <a:ext cx="3617919" cy="529492"/>
          </a:xfrm>
          <a:custGeom>
            <a:avLst/>
            <a:gdLst>
              <a:gd name="connsiteX0" fmla="*/ 0 w 4823892"/>
              <a:gd name="connsiteY0" fmla="*/ 0 h 438113"/>
              <a:gd name="connsiteX1" fmla="*/ 4823892 w 4823892"/>
              <a:gd name="connsiteY1" fmla="*/ 0 h 438113"/>
              <a:gd name="connsiteX2" fmla="*/ 4823892 w 4823892"/>
              <a:gd name="connsiteY2" fmla="*/ 438113 h 438113"/>
              <a:gd name="connsiteX3" fmla="*/ 0 w 4823892"/>
              <a:gd name="connsiteY3" fmla="*/ 438113 h 438113"/>
              <a:gd name="connsiteX4" fmla="*/ 0 w 4823892"/>
              <a:gd name="connsiteY4" fmla="*/ 0 h 4381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23892" h="438113">
                <a:moveTo>
                  <a:pt x="0" y="0"/>
                </a:moveTo>
                <a:lnTo>
                  <a:pt x="4823892" y="0"/>
                </a:lnTo>
                <a:lnTo>
                  <a:pt x="4823892" y="438113"/>
                </a:lnTo>
                <a:lnTo>
                  <a:pt x="0" y="438113"/>
                </a:lnTo>
                <a:lnTo>
                  <a:pt x="0" y="0"/>
                </a:lnTo>
                <a:close/>
              </a:path>
            </a:pathLst>
          </a:custGeom>
          <a:solidFill>
            <a:srgbClr val="4F81BD">
              <a:hueOff val="0"/>
              <a:satOff val="0"/>
              <a:lumOff val="0"/>
              <a:alphaOff val="0"/>
            </a:srgbClr>
          </a:solidFill>
          <a:ln w="25400" cap="flat" cmpd="sng" algn="ctr">
            <a:solidFill>
              <a:sysClr val="window" lastClr="FFFFFF">
                <a:hueOff val="0"/>
                <a:satOff val="0"/>
                <a:lumOff val="0"/>
                <a:alphaOff val="0"/>
              </a:sysClr>
            </a:solidFill>
            <a:prstDash val="solid"/>
          </a:ln>
          <a:effectLst/>
        </p:spPr>
        <p:txBody>
          <a:bodyPr spcFirstLastPara="0" vert="horz" wrap="square" lIns="96012" tIns="96012" rIns="96012" bIns="96012" numCol="1" spcCol="1270" anchor="ctr" anchorCtr="0">
            <a:noAutofit/>
          </a:bodyPr>
          <a:lstStyle/>
          <a:p>
            <a:pPr marL="0" marR="0" lvl="0" indent="0" algn="ctr" defTabSz="600075" eaLnBrk="1" fontAlgn="base" latinLnBrk="0" hangingPunct="1">
              <a:lnSpc>
                <a:spcPct val="90000"/>
              </a:lnSpc>
              <a:spcBef>
                <a:spcPct val="0"/>
              </a:spcBef>
              <a:spcAft>
                <a:spcPct val="35000"/>
              </a:spcAft>
              <a:buClrTx/>
              <a:buSzTx/>
              <a:buFontTx/>
              <a:buNone/>
              <a:tabLst/>
              <a:defRPr/>
            </a:pPr>
            <a:r>
              <a:rPr kumimoji="0" lang="en-GB" b="0" i="0" u="none" strike="noStrike" kern="0" cap="none" spc="0" normalizeH="0" baseline="0" noProof="0" dirty="0">
                <a:ln>
                  <a:noFill/>
                </a:ln>
                <a:solidFill>
                  <a:prstClr val="white"/>
                </a:solidFill>
                <a:effectLst/>
                <a:uLnTx/>
                <a:uFillTx/>
                <a:latin typeface="Calibri"/>
                <a:ea typeface="+mn-ea"/>
                <a:cs typeface="+mn-cs"/>
              </a:rPr>
              <a:t>8. Content analysis</a:t>
            </a:r>
          </a:p>
        </p:txBody>
      </p:sp>
      <p:sp>
        <p:nvSpPr>
          <p:cNvPr id="18" name="Freihandform 5">
            <a:extLst>
              <a:ext uri="{FF2B5EF4-FFF2-40B4-BE49-F238E27FC236}">
                <a16:creationId xmlns:a16="http://schemas.microsoft.com/office/drawing/2014/main" id="{3C79FF74-E384-7866-82A4-7355AA552451}"/>
              </a:ext>
            </a:extLst>
          </p:cNvPr>
          <p:cNvSpPr/>
          <p:nvPr/>
        </p:nvSpPr>
        <p:spPr>
          <a:xfrm>
            <a:off x="4491730" y="4791670"/>
            <a:ext cx="3617920" cy="814359"/>
          </a:xfrm>
          <a:custGeom>
            <a:avLst/>
            <a:gdLst>
              <a:gd name="connsiteX0" fmla="*/ 0 w 4823892"/>
              <a:gd name="connsiteY0" fmla="*/ 235991 h 673817"/>
              <a:gd name="connsiteX1" fmla="*/ 2327719 w 4823892"/>
              <a:gd name="connsiteY1" fmla="*/ 235991 h 673817"/>
              <a:gd name="connsiteX2" fmla="*/ 2327719 w 4823892"/>
              <a:gd name="connsiteY2" fmla="*/ 168454 h 673817"/>
              <a:gd name="connsiteX3" fmla="*/ 2243492 w 4823892"/>
              <a:gd name="connsiteY3" fmla="*/ 168454 h 673817"/>
              <a:gd name="connsiteX4" fmla="*/ 2411946 w 4823892"/>
              <a:gd name="connsiteY4" fmla="*/ 0 h 673817"/>
              <a:gd name="connsiteX5" fmla="*/ 2580400 w 4823892"/>
              <a:gd name="connsiteY5" fmla="*/ 168454 h 673817"/>
              <a:gd name="connsiteX6" fmla="*/ 2496173 w 4823892"/>
              <a:gd name="connsiteY6" fmla="*/ 168454 h 673817"/>
              <a:gd name="connsiteX7" fmla="*/ 2496173 w 4823892"/>
              <a:gd name="connsiteY7" fmla="*/ 235991 h 673817"/>
              <a:gd name="connsiteX8" fmla="*/ 4823892 w 4823892"/>
              <a:gd name="connsiteY8" fmla="*/ 235991 h 673817"/>
              <a:gd name="connsiteX9" fmla="*/ 4823892 w 4823892"/>
              <a:gd name="connsiteY9" fmla="*/ 673817 h 673817"/>
              <a:gd name="connsiteX10" fmla="*/ 0 w 4823892"/>
              <a:gd name="connsiteY10" fmla="*/ 673817 h 673817"/>
              <a:gd name="connsiteX11" fmla="*/ 0 w 4823892"/>
              <a:gd name="connsiteY11" fmla="*/ 235991 h 673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23892" h="673817">
                <a:moveTo>
                  <a:pt x="4823892" y="437826"/>
                </a:moveTo>
                <a:lnTo>
                  <a:pt x="2496173" y="437826"/>
                </a:lnTo>
                <a:lnTo>
                  <a:pt x="2496173" y="505363"/>
                </a:lnTo>
                <a:lnTo>
                  <a:pt x="2580400" y="505363"/>
                </a:lnTo>
                <a:lnTo>
                  <a:pt x="2411946" y="673816"/>
                </a:lnTo>
                <a:lnTo>
                  <a:pt x="2243492" y="505363"/>
                </a:lnTo>
                <a:lnTo>
                  <a:pt x="2327719" y="505363"/>
                </a:lnTo>
                <a:lnTo>
                  <a:pt x="2327719" y="437826"/>
                </a:lnTo>
                <a:lnTo>
                  <a:pt x="0" y="437826"/>
                </a:lnTo>
                <a:lnTo>
                  <a:pt x="0" y="1"/>
                </a:lnTo>
                <a:lnTo>
                  <a:pt x="4823892" y="1"/>
                </a:lnTo>
                <a:lnTo>
                  <a:pt x="4823892" y="437826"/>
                </a:lnTo>
                <a:close/>
              </a:path>
            </a:pathLst>
          </a:custGeom>
          <a:solidFill>
            <a:srgbClr val="4F81BD">
              <a:hueOff val="0"/>
              <a:satOff val="0"/>
              <a:lumOff val="0"/>
              <a:alphaOff val="0"/>
            </a:srgbClr>
          </a:solidFill>
          <a:ln w="25400" cap="flat" cmpd="sng" algn="ctr">
            <a:solidFill>
              <a:sysClr val="window" lastClr="FFFFFF">
                <a:hueOff val="0"/>
                <a:satOff val="0"/>
                <a:lumOff val="0"/>
                <a:alphaOff val="0"/>
              </a:sysClr>
            </a:solidFill>
            <a:prstDash val="solid"/>
          </a:ln>
          <a:effectLst/>
        </p:spPr>
        <p:txBody>
          <a:bodyPr spcFirstLastPara="0" vert="horz" wrap="square" lIns="96011" tIns="96013" rIns="96013" bIns="273005" numCol="1" spcCol="1270" anchor="ctr" anchorCtr="0">
            <a:noAutofit/>
          </a:bodyPr>
          <a:lstStyle/>
          <a:p>
            <a:pPr marL="0" marR="0" lvl="0" indent="0" algn="ctr" defTabSz="600075" eaLnBrk="1" fontAlgn="base" latinLnBrk="0" hangingPunct="1">
              <a:lnSpc>
                <a:spcPct val="90000"/>
              </a:lnSpc>
              <a:spcBef>
                <a:spcPct val="0"/>
              </a:spcBef>
              <a:spcAft>
                <a:spcPct val="35000"/>
              </a:spcAft>
              <a:buClrTx/>
              <a:buSzTx/>
              <a:buFontTx/>
              <a:buNone/>
              <a:tabLst/>
              <a:defRPr/>
            </a:pPr>
            <a:r>
              <a:rPr kumimoji="0" lang="en-GB" b="0" i="0" u="none" strike="noStrike" kern="0" cap="none" spc="0" normalizeH="0" baseline="0" noProof="0" dirty="0">
                <a:ln>
                  <a:noFill/>
                </a:ln>
                <a:solidFill>
                  <a:prstClr val="white"/>
                </a:solidFill>
                <a:effectLst/>
                <a:uLnTx/>
                <a:uFillTx/>
                <a:latin typeface="Calibri"/>
                <a:ea typeface="+mn-ea"/>
                <a:cs typeface="+mn-cs"/>
              </a:rPr>
              <a:t>7.Transcription</a:t>
            </a:r>
          </a:p>
        </p:txBody>
      </p:sp>
      <p:sp>
        <p:nvSpPr>
          <p:cNvPr id="19" name="Freihandform 6">
            <a:extLst>
              <a:ext uri="{FF2B5EF4-FFF2-40B4-BE49-F238E27FC236}">
                <a16:creationId xmlns:a16="http://schemas.microsoft.com/office/drawing/2014/main" id="{9D261E10-1694-0009-CAA7-0451FBA99C6B}"/>
              </a:ext>
            </a:extLst>
          </p:cNvPr>
          <p:cNvSpPr/>
          <p:nvPr/>
        </p:nvSpPr>
        <p:spPr>
          <a:xfrm>
            <a:off x="4491730" y="4097244"/>
            <a:ext cx="3617920" cy="814359"/>
          </a:xfrm>
          <a:custGeom>
            <a:avLst/>
            <a:gdLst>
              <a:gd name="connsiteX0" fmla="*/ 0 w 4823892"/>
              <a:gd name="connsiteY0" fmla="*/ 235991 h 673817"/>
              <a:gd name="connsiteX1" fmla="*/ 2327719 w 4823892"/>
              <a:gd name="connsiteY1" fmla="*/ 235991 h 673817"/>
              <a:gd name="connsiteX2" fmla="*/ 2327719 w 4823892"/>
              <a:gd name="connsiteY2" fmla="*/ 168454 h 673817"/>
              <a:gd name="connsiteX3" fmla="*/ 2243492 w 4823892"/>
              <a:gd name="connsiteY3" fmla="*/ 168454 h 673817"/>
              <a:gd name="connsiteX4" fmla="*/ 2411946 w 4823892"/>
              <a:gd name="connsiteY4" fmla="*/ 0 h 673817"/>
              <a:gd name="connsiteX5" fmla="*/ 2580400 w 4823892"/>
              <a:gd name="connsiteY5" fmla="*/ 168454 h 673817"/>
              <a:gd name="connsiteX6" fmla="*/ 2496173 w 4823892"/>
              <a:gd name="connsiteY6" fmla="*/ 168454 h 673817"/>
              <a:gd name="connsiteX7" fmla="*/ 2496173 w 4823892"/>
              <a:gd name="connsiteY7" fmla="*/ 235991 h 673817"/>
              <a:gd name="connsiteX8" fmla="*/ 4823892 w 4823892"/>
              <a:gd name="connsiteY8" fmla="*/ 235991 h 673817"/>
              <a:gd name="connsiteX9" fmla="*/ 4823892 w 4823892"/>
              <a:gd name="connsiteY9" fmla="*/ 673817 h 673817"/>
              <a:gd name="connsiteX10" fmla="*/ 0 w 4823892"/>
              <a:gd name="connsiteY10" fmla="*/ 673817 h 673817"/>
              <a:gd name="connsiteX11" fmla="*/ 0 w 4823892"/>
              <a:gd name="connsiteY11" fmla="*/ 235991 h 673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23892" h="673817">
                <a:moveTo>
                  <a:pt x="4823892" y="437826"/>
                </a:moveTo>
                <a:lnTo>
                  <a:pt x="2496173" y="437826"/>
                </a:lnTo>
                <a:lnTo>
                  <a:pt x="2496173" y="505363"/>
                </a:lnTo>
                <a:lnTo>
                  <a:pt x="2580400" y="505363"/>
                </a:lnTo>
                <a:lnTo>
                  <a:pt x="2411946" y="673816"/>
                </a:lnTo>
                <a:lnTo>
                  <a:pt x="2243492" y="505363"/>
                </a:lnTo>
                <a:lnTo>
                  <a:pt x="2327719" y="505363"/>
                </a:lnTo>
                <a:lnTo>
                  <a:pt x="2327719" y="437826"/>
                </a:lnTo>
                <a:lnTo>
                  <a:pt x="0" y="437826"/>
                </a:lnTo>
                <a:lnTo>
                  <a:pt x="0" y="1"/>
                </a:lnTo>
                <a:lnTo>
                  <a:pt x="4823892" y="1"/>
                </a:lnTo>
                <a:lnTo>
                  <a:pt x="4823892" y="437826"/>
                </a:lnTo>
                <a:close/>
              </a:path>
            </a:pathLst>
          </a:custGeom>
          <a:solidFill>
            <a:srgbClr val="4F81BD">
              <a:hueOff val="0"/>
              <a:satOff val="0"/>
              <a:lumOff val="0"/>
              <a:alphaOff val="0"/>
            </a:srgbClr>
          </a:solidFill>
          <a:ln w="25400" cap="flat" cmpd="sng" algn="ctr">
            <a:solidFill>
              <a:sysClr val="window" lastClr="FFFFFF">
                <a:hueOff val="0"/>
                <a:satOff val="0"/>
                <a:lumOff val="0"/>
                <a:alphaOff val="0"/>
              </a:sysClr>
            </a:solidFill>
            <a:prstDash val="solid"/>
          </a:ln>
          <a:effectLst/>
        </p:spPr>
        <p:txBody>
          <a:bodyPr spcFirstLastPara="0" vert="horz" wrap="square" lIns="96012" tIns="96013" rIns="96013" bIns="273005" numCol="1" spcCol="1270" anchor="ctr" anchorCtr="0">
            <a:noAutofit/>
          </a:bodyPr>
          <a:lstStyle/>
          <a:p>
            <a:pPr marL="0" marR="0" lvl="0" indent="0" algn="ctr" defTabSz="600075" eaLnBrk="1" fontAlgn="base" latinLnBrk="0" hangingPunct="1">
              <a:lnSpc>
                <a:spcPct val="90000"/>
              </a:lnSpc>
              <a:spcBef>
                <a:spcPct val="0"/>
              </a:spcBef>
              <a:spcAft>
                <a:spcPct val="35000"/>
              </a:spcAft>
              <a:buClrTx/>
              <a:buSzTx/>
              <a:buFontTx/>
              <a:buNone/>
              <a:tabLst/>
              <a:defRPr/>
            </a:pPr>
            <a:r>
              <a:rPr kumimoji="0" lang="en-GB" b="0" i="0" u="none" strike="noStrike" kern="0" cap="none" spc="0" normalizeH="0" baseline="0" noProof="0" dirty="0">
                <a:ln>
                  <a:noFill/>
                </a:ln>
                <a:solidFill>
                  <a:prstClr val="white"/>
                </a:solidFill>
                <a:effectLst/>
                <a:uLnTx/>
                <a:uFillTx/>
                <a:latin typeface="Calibri"/>
                <a:ea typeface="+mn-ea"/>
                <a:cs typeface="+mn-cs"/>
              </a:rPr>
              <a:t>6. Interview notes</a:t>
            </a:r>
          </a:p>
        </p:txBody>
      </p:sp>
      <p:sp>
        <p:nvSpPr>
          <p:cNvPr id="20" name="Freihandform 7">
            <a:extLst>
              <a:ext uri="{FF2B5EF4-FFF2-40B4-BE49-F238E27FC236}">
                <a16:creationId xmlns:a16="http://schemas.microsoft.com/office/drawing/2014/main" id="{8D2FBB77-6971-2B1A-75D0-5816956A193F}"/>
              </a:ext>
            </a:extLst>
          </p:cNvPr>
          <p:cNvSpPr/>
          <p:nvPr/>
        </p:nvSpPr>
        <p:spPr>
          <a:xfrm>
            <a:off x="4491730" y="3402818"/>
            <a:ext cx="3617919" cy="814359"/>
          </a:xfrm>
          <a:custGeom>
            <a:avLst/>
            <a:gdLst>
              <a:gd name="connsiteX0" fmla="*/ 0 w 4823892"/>
              <a:gd name="connsiteY0" fmla="*/ 235991 h 673817"/>
              <a:gd name="connsiteX1" fmla="*/ 2327719 w 4823892"/>
              <a:gd name="connsiteY1" fmla="*/ 235991 h 673817"/>
              <a:gd name="connsiteX2" fmla="*/ 2327719 w 4823892"/>
              <a:gd name="connsiteY2" fmla="*/ 168454 h 673817"/>
              <a:gd name="connsiteX3" fmla="*/ 2243492 w 4823892"/>
              <a:gd name="connsiteY3" fmla="*/ 168454 h 673817"/>
              <a:gd name="connsiteX4" fmla="*/ 2411946 w 4823892"/>
              <a:gd name="connsiteY4" fmla="*/ 0 h 673817"/>
              <a:gd name="connsiteX5" fmla="*/ 2580400 w 4823892"/>
              <a:gd name="connsiteY5" fmla="*/ 168454 h 673817"/>
              <a:gd name="connsiteX6" fmla="*/ 2496173 w 4823892"/>
              <a:gd name="connsiteY6" fmla="*/ 168454 h 673817"/>
              <a:gd name="connsiteX7" fmla="*/ 2496173 w 4823892"/>
              <a:gd name="connsiteY7" fmla="*/ 235991 h 673817"/>
              <a:gd name="connsiteX8" fmla="*/ 4823892 w 4823892"/>
              <a:gd name="connsiteY8" fmla="*/ 235991 h 673817"/>
              <a:gd name="connsiteX9" fmla="*/ 4823892 w 4823892"/>
              <a:gd name="connsiteY9" fmla="*/ 673817 h 673817"/>
              <a:gd name="connsiteX10" fmla="*/ 0 w 4823892"/>
              <a:gd name="connsiteY10" fmla="*/ 673817 h 673817"/>
              <a:gd name="connsiteX11" fmla="*/ 0 w 4823892"/>
              <a:gd name="connsiteY11" fmla="*/ 235991 h 673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23892" h="673817">
                <a:moveTo>
                  <a:pt x="4823892" y="437826"/>
                </a:moveTo>
                <a:lnTo>
                  <a:pt x="2496173" y="437826"/>
                </a:lnTo>
                <a:lnTo>
                  <a:pt x="2496173" y="505363"/>
                </a:lnTo>
                <a:lnTo>
                  <a:pt x="2580400" y="505363"/>
                </a:lnTo>
                <a:lnTo>
                  <a:pt x="2411946" y="673816"/>
                </a:lnTo>
                <a:lnTo>
                  <a:pt x="2243492" y="505363"/>
                </a:lnTo>
                <a:lnTo>
                  <a:pt x="2327719" y="505363"/>
                </a:lnTo>
                <a:lnTo>
                  <a:pt x="2327719" y="437826"/>
                </a:lnTo>
                <a:lnTo>
                  <a:pt x="0" y="437826"/>
                </a:lnTo>
                <a:lnTo>
                  <a:pt x="0" y="1"/>
                </a:lnTo>
                <a:lnTo>
                  <a:pt x="4823892" y="1"/>
                </a:lnTo>
                <a:lnTo>
                  <a:pt x="4823892" y="437826"/>
                </a:lnTo>
                <a:close/>
              </a:path>
            </a:pathLst>
          </a:custGeom>
          <a:solidFill>
            <a:srgbClr val="4F81BD">
              <a:hueOff val="0"/>
              <a:satOff val="0"/>
              <a:lumOff val="0"/>
              <a:alphaOff val="0"/>
            </a:srgbClr>
          </a:solidFill>
          <a:ln w="25400" cap="flat" cmpd="sng" algn="ctr">
            <a:solidFill>
              <a:sysClr val="window" lastClr="FFFFFF">
                <a:hueOff val="0"/>
                <a:satOff val="0"/>
                <a:lumOff val="0"/>
                <a:alphaOff val="0"/>
              </a:sysClr>
            </a:solidFill>
            <a:prstDash val="solid"/>
          </a:ln>
          <a:effectLst/>
        </p:spPr>
        <p:txBody>
          <a:bodyPr spcFirstLastPara="0" vert="horz" wrap="square" lIns="96012" tIns="96013" rIns="96012" bIns="273005" numCol="1" spcCol="1270" anchor="ctr" anchorCtr="0">
            <a:noAutofit/>
          </a:bodyPr>
          <a:lstStyle/>
          <a:p>
            <a:pPr marL="0" marR="0" lvl="0" indent="0" algn="ctr" defTabSz="600075" eaLnBrk="1" fontAlgn="base" latinLnBrk="0" hangingPunct="1">
              <a:lnSpc>
                <a:spcPct val="90000"/>
              </a:lnSpc>
              <a:spcBef>
                <a:spcPct val="0"/>
              </a:spcBef>
              <a:spcAft>
                <a:spcPct val="35000"/>
              </a:spcAft>
              <a:buClrTx/>
              <a:buSzTx/>
              <a:buFontTx/>
              <a:buNone/>
              <a:tabLst/>
              <a:defRPr/>
            </a:pPr>
            <a:r>
              <a:rPr kumimoji="0" lang="en-GB" b="0" i="0" u="none" strike="noStrike" kern="0" cap="none" spc="0" normalizeH="0" baseline="0" noProof="0" dirty="0">
                <a:ln>
                  <a:noFill/>
                </a:ln>
                <a:solidFill>
                  <a:prstClr val="white"/>
                </a:solidFill>
                <a:effectLst/>
                <a:uLnTx/>
                <a:uFillTx/>
                <a:latin typeface="Calibri"/>
                <a:ea typeface="+mn-ea"/>
                <a:cs typeface="+mn-cs"/>
              </a:rPr>
              <a:t>5. End of conversation &amp; farewell</a:t>
            </a:r>
          </a:p>
        </p:txBody>
      </p:sp>
      <p:sp>
        <p:nvSpPr>
          <p:cNvPr id="21" name="Freihandform 8">
            <a:extLst>
              <a:ext uri="{FF2B5EF4-FFF2-40B4-BE49-F238E27FC236}">
                <a16:creationId xmlns:a16="http://schemas.microsoft.com/office/drawing/2014/main" id="{C29ED0D2-9E86-185C-DC3E-8225986B2840}"/>
              </a:ext>
            </a:extLst>
          </p:cNvPr>
          <p:cNvSpPr/>
          <p:nvPr/>
        </p:nvSpPr>
        <p:spPr>
          <a:xfrm>
            <a:off x="4491730" y="2708392"/>
            <a:ext cx="3617919" cy="814359"/>
          </a:xfrm>
          <a:custGeom>
            <a:avLst/>
            <a:gdLst>
              <a:gd name="connsiteX0" fmla="*/ 0 w 4823892"/>
              <a:gd name="connsiteY0" fmla="*/ 235991 h 673817"/>
              <a:gd name="connsiteX1" fmla="*/ 2327719 w 4823892"/>
              <a:gd name="connsiteY1" fmla="*/ 235991 h 673817"/>
              <a:gd name="connsiteX2" fmla="*/ 2327719 w 4823892"/>
              <a:gd name="connsiteY2" fmla="*/ 168454 h 673817"/>
              <a:gd name="connsiteX3" fmla="*/ 2243492 w 4823892"/>
              <a:gd name="connsiteY3" fmla="*/ 168454 h 673817"/>
              <a:gd name="connsiteX4" fmla="*/ 2411946 w 4823892"/>
              <a:gd name="connsiteY4" fmla="*/ 0 h 673817"/>
              <a:gd name="connsiteX5" fmla="*/ 2580400 w 4823892"/>
              <a:gd name="connsiteY5" fmla="*/ 168454 h 673817"/>
              <a:gd name="connsiteX6" fmla="*/ 2496173 w 4823892"/>
              <a:gd name="connsiteY6" fmla="*/ 168454 h 673817"/>
              <a:gd name="connsiteX7" fmla="*/ 2496173 w 4823892"/>
              <a:gd name="connsiteY7" fmla="*/ 235991 h 673817"/>
              <a:gd name="connsiteX8" fmla="*/ 4823892 w 4823892"/>
              <a:gd name="connsiteY8" fmla="*/ 235991 h 673817"/>
              <a:gd name="connsiteX9" fmla="*/ 4823892 w 4823892"/>
              <a:gd name="connsiteY9" fmla="*/ 673817 h 673817"/>
              <a:gd name="connsiteX10" fmla="*/ 0 w 4823892"/>
              <a:gd name="connsiteY10" fmla="*/ 673817 h 673817"/>
              <a:gd name="connsiteX11" fmla="*/ 0 w 4823892"/>
              <a:gd name="connsiteY11" fmla="*/ 235991 h 673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23892" h="673817">
                <a:moveTo>
                  <a:pt x="4823892" y="437826"/>
                </a:moveTo>
                <a:lnTo>
                  <a:pt x="2496173" y="437826"/>
                </a:lnTo>
                <a:lnTo>
                  <a:pt x="2496173" y="505363"/>
                </a:lnTo>
                <a:lnTo>
                  <a:pt x="2580400" y="505363"/>
                </a:lnTo>
                <a:lnTo>
                  <a:pt x="2411946" y="673816"/>
                </a:lnTo>
                <a:lnTo>
                  <a:pt x="2243492" y="505363"/>
                </a:lnTo>
                <a:lnTo>
                  <a:pt x="2327719" y="505363"/>
                </a:lnTo>
                <a:lnTo>
                  <a:pt x="2327719" y="437826"/>
                </a:lnTo>
                <a:lnTo>
                  <a:pt x="0" y="437826"/>
                </a:lnTo>
                <a:lnTo>
                  <a:pt x="0" y="1"/>
                </a:lnTo>
                <a:lnTo>
                  <a:pt x="4823892" y="1"/>
                </a:lnTo>
                <a:lnTo>
                  <a:pt x="4823892" y="437826"/>
                </a:lnTo>
                <a:close/>
              </a:path>
            </a:pathLst>
          </a:custGeom>
          <a:solidFill>
            <a:srgbClr val="4F81BD">
              <a:hueOff val="0"/>
              <a:satOff val="0"/>
              <a:lumOff val="0"/>
              <a:alphaOff val="0"/>
            </a:srgbClr>
          </a:solidFill>
          <a:ln w="25400" cap="flat" cmpd="sng" algn="ctr">
            <a:solidFill>
              <a:sysClr val="window" lastClr="FFFFFF">
                <a:hueOff val="0"/>
                <a:satOff val="0"/>
                <a:lumOff val="0"/>
                <a:alphaOff val="0"/>
              </a:sysClr>
            </a:solidFill>
            <a:prstDash val="solid"/>
          </a:ln>
          <a:effectLst/>
        </p:spPr>
        <p:txBody>
          <a:bodyPr spcFirstLastPara="0" vert="horz" wrap="square" lIns="96011" tIns="96013" rIns="96012" bIns="273005" numCol="1" spcCol="1270" anchor="ctr" anchorCtr="0">
            <a:noAutofit/>
          </a:bodyPr>
          <a:lstStyle/>
          <a:p>
            <a:pPr marL="0" marR="0" lvl="0" indent="0" algn="ctr" defTabSz="600075" eaLnBrk="1" fontAlgn="base" latinLnBrk="0" hangingPunct="1">
              <a:lnSpc>
                <a:spcPct val="90000"/>
              </a:lnSpc>
              <a:spcBef>
                <a:spcPct val="0"/>
              </a:spcBef>
              <a:spcAft>
                <a:spcPct val="35000"/>
              </a:spcAft>
              <a:buClrTx/>
              <a:buSzTx/>
              <a:buFontTx/>
              <a:buNone/>
              <a:tabLst/>
              <a:defRPr/>
            </a:pPr>
            <a:r>
              <a:rPr kumimoji="0" lang="en-GB" b="0" i="0" u="none" strike="noStrike" kern="0" cap="none" spc="0" normalizeH="0" baseline="0" noProof="0" dirty="0">
                <a:ln>
                  <a:noFill/>
                </a:ln>
                <a:solidFill>
                  <a:prstClr val="white"/>
                </a:solidFill>
                <a:effectLst/>
                <a:uLnTx/>
                <a:uFillTx/>
                <a:latin typeface="Calibri"/>
                <a:ea typeface="+mn-ea"/>
                <a:cs typeface="+mn-cs"/>
              </a:rPr>
              <a:t>4. </a:t>
            </a:r>
            <a:r>
              <a:rPr lang="en-GB" kern="0" dirty="0">
                <a:solidFill>
                  <a:prstClr val="white"/>
                </a:solidFill>
                <a:latin typeface="Calibri"/>
              </a:rPr>
              <a:t>C</a:t>
            </a:r>
            <a:r>
              <a:rPr kumimoji="0" lang="en-GB" b="0" i="0" u="none" strike="noStrike" kern="0" cap="none" spc="0" normalizeH="0" baseline="0" noProof="0" dirty="0">
                <a:ln>
                  <a:noFill/>
                </a:ln>
                <a:solidFill>
                  <a:prstClr val="white"/>
                </a:solidFill>
                <a:effectLst/>
                <a:uLnTx/>
                <a:uFillTx/>
                <a:latin typeface="Calibri"/>
                <a:ea typeface="+mn-ea"/>
                <a:cs typeface="+mn-cs"/>
              </a:rPr>
              <a:t>onducting the interview</a:t>
            </a:r>
          </a:p>
        </p:txBody>
      </p:sp>
      <p:sp>
        <p:nvSpPr>
          <p:cNvPr id="22" name="Freihandform 9">
            <a:extLst>
              <a:ext uri="{FF2B5EF4-FFF2-40B4-BE49-F238E27FC236}">
                <a16:creationId xmlns:a16="http://schemas.microsoft.com/office/drawing/2014/main" id="{1EF1977E-A8AE-8972-C30F-0BCC4EE11289}"/>
              </a:ext>
            </a:extLst>
          </p:cNvPr>
          <p:cNvSpPr/>
          <p:nvPr/>
        </p:nvSpPr>
        <p:spPr>
          <a:xfrm>
            <a:off x="4491730" y="2013966"/>
            <a:ext cx="3617919" cy="814359"/>
          </a:xfrm>
          <a:custGeom>
            <a:avLst/>
            <a:gdLst>
              <a:gd name="connsiteX0" fmla="*/ 0 w 4823892"/>
              <a:gd name="connsiteY0" fmla="*/ 235991 h 673817"/>
              <a:gd name="connsiteX1" fmla="*/ 2327719 w 4823892"/>
              <a:gd name="connsiteY1" fmla="*/ 235991 h 673817"/>
              <a:gd name="connsiteX2" fmla="*/ 2327719 w 4823892"/>
              <a:gd name="connsiteY2" fmla="*/ 168454 h 673817"/>
              <a:gd name="connsiteX3" fmla="*/ 2243492 w 4823892"/>
              <a:gd name="connsiteY3" fmla="*/ 168454 h 673817"/>
              <a:gd name="connsiteX4" fmla="*/ 2411946 w 4823892"/>
              <a:gd name="connsiteY4" fmla="*/ 0 h 673817"/>
              <a:gd name="connsiteX5" fmla="*/ 2580400 w 4823892"/>
              <a:gd name="connsiteY5" fmla="*/ 168454 h 673817"/>
              <a:gd name="connsiteX6" fmla="*/ 2496173 w 4823892"/>
              <a:gd name="connsiteY6" fmla="*/ 168454 h 673817"/>
              <a:gd name="connsiteX7" fmla="*/ 2496173 w 4823892"/>
              <a:gd name="connsiteY7" fmla="*/ 235991 h 673817"/>
              <a:gd name="connsiteX8" fmla="*/ 4823892 w 4823892"/>
              <a:gd name="connsiteY8" fmla="*/ 235991 h 673817"/>
              <a:gd name="connsiteX9" fmla="*/ 4823892 w 4823892"/>
              <a:gd name="connsiteY9" fmla="*/ 673817 h 673817"/>
              <a:gd name="connsiteX10" fmla="*/ 0 w 4823892"/>
              <a:gd name="connsiteY10" fmla="*/ 673817 h 673817"/>
              <a:gd name="connsiteX11" fmla="*/ 0 w 4823892"/>
              <a:gd name="connsiteY11" fmla="*/ 235991 h 673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23892" h="673817">
                <a:moveTo>
                  <a:pt x="4823892" y="437826"/>
                </a:moveTo>
                <a:lnTo>
                  <a:pt x="2496173" y="437826"/>
                </a:lnTo>
                <a:lnTo>
                  <a:pt x="2496173" y="505363"/>
                </a:lnTo>
                <a:lnTo>
                  <a:pt x="2580400" y="505363"/>
                </a:lnTo>
                <a:lnTo>
                  <a:pt x="2411946" y="673816"/>
                </a:lnTo>
                <a:lnTo>
                  <a:pt x="2243492" y="505363"/>
                </a:lnTo>
                <a:lnTo>
                  <a:pt x="2327719" y="505363"/>
                </a:lnTo>
                <a:lnTo>
                  <a:pt x="2327719" y="437826"/>
                </a:lnTo>
                <a:lnTo>
                  <a:pt x="0" y="437826"/>
                </a:lnTo>
                <a:lnTo>
                  <a:pt x="0" y="1"/>
                </a:lnTo>
                <a:lnTo>
                  <a:pt x="4823892" y="1"/>
                </a:lnTo>
                <a:lnTo>
                  <a:pt x="4823892" y="437826"/>
                </a:lnTo>
                <a:close/>
              </a:path>
            </a:pathLst>
          </a:custGeom>
          <a:solidFill>
            <a:srgbClr val="4F81BD">
              <a:hueOff val="0"/>
              <a:satOff val="0"/>
              <a:lumOff val="0"/>
              <a:alphaOff val="0"/>
            </a:srgbClr>
          </a:solidFill>
          <a:ln w="25400" cap="flat" cmpd="sng" algn="ctr">
            <a:solidFill>
              <a:sysClr val="window" lastClr="FFFFFF">
                <a:hueOff val="0"/>
                <a:satOff val="0"/>
                <a:lumOff val="0"/>
                <a:alphaOff val="0"/>
              </a:sysClr>
            </a:solidFill>
            <a:prstDash val="solid"/>
          </a:ln>
          <a:effectLst/>
        </p:spPr>
        <p:txBody>
          <a:bodyPr spcFirstLastPara="0" vert="horz" wrap="square" lIns="96011" tIns="96013" rIns="96012" bIns="273005" numCol="1" spcCol="1270" anchor="ctr" anchorCtr="0">
            <a:noAutofit/>
          </a:bodyPr>
          <a:lstStyle/>
          <a:p>
            <a:pPr marL="0" marR="0" lvl="0" indent="0" algn="ctr" defTabSz="600075" eaLnBrk="1" fontAlgn="base" latinLnBrk="0" hangingPunct="1">
              <a:lnSpc>
                <a:spcPct val="90000"/>
              </a:lnSpc>
              <a:spcBef>
                <a:spcPct val="0"/>
              </a:spcBef>
              <a:spcAft>
                <a:spcPct val="35000"/>
              </a:spcAft>
              <a:buClrTx/>
              <a:buSzTx/>
              <a:buFontTx/>
              <a:buNone/>
              <a:tabLst/>
              <a:defRPr/>
            </a:pPr>
            <a:r>
              <a:rPr kumimoji="0" lang="en-GB" b="0" i="0" u="none" strike="noStrike" kern="0" cap="none" spc="0" normalizeH="0" baseline="0" noProof="0" dirty="0">
                <a:ln>
                  <a:noFill/>
                </a:ln>
                <a:solidFill>
                  <a:prstClr val="white"/>
                </a:solidFill>
                <a:effectLst/>
                <a:uLnTx/>
                <a:uFillTx/>
                <a:latin typeface="Calibri"/>
                <a:ea typeface="+mn-ea"/>
                <a:cs typeface="+mn-cs"/>
              </a:rPr>
              <a:t>3. Start of conversation</a:t>
            </a:r>
          </a:p>
        </p:txBody>
      </p:sp>
      <p:sp>
        <p:nvSpPr>
          <p:cNvPr id="23" name="Freihandform 10">
            <a:extLst>
              <a:ext uri="{FF2B5EF4-FFF2-40B4-BE49-F238E27FC236}">
                <a16:creationId xmlns:a16="http://schemas.microsoft.com/office/drawing/2014/main" id="{810C41F7-6446-44A5-E6F8-B42CF78B90E8}"/>
              </a:ext>
            </a:extLst>
          </p:cNvPr>
          <p:cNvSpPr/>
          <p:nvPr/>
        </p:nvSpPr>
        <p:spPr>
          <a:xfrm>
            <a:off x="4491730" y="1319540"/>
            <a:ext cx="3617919" cy="814359"/>
          </a:xfrm>
          <a:custGeom>
            <a:avLst/>
            <a:gdLst>
              <a:gd name="connsiteX0" fmla="*/ 0 w 4823892"/>
              <a:gd name="connsiteY0" fmla="*/ 235991 h 673817"/>
              <a:gd name="connsiteX1" fmla="*/ 2327719 w 4823892"/>
              <a:gd name="connsiteY1" fmla="*/ 235991 h 673817"/>
              <a:gd name="connsiteX2" fmla="*/ 2327719 w 4823892"/>
              <a:gd name="connsiteY2" fmla="*/ 168454 h 673817"/>
              <a:gd name="connsiteX3" fmla="*/ 2243492 w 4823892"/>
              <a:gd name="connsiteY3" fmla="*/ 168454 h 673817"/>
              <a:gd name="connsiteX4" fmla="*/ 2411946 w 4823892"/>
              <a:gd name="connsiteY4" fmla="*/ 0 h 673817"/>
              <a:gd name="connsiteX5" fmla="*/ 2580400 w 4823892"/>
              <a:gd name="connsiteY5" fmla="*/ 168454 h 673817"/>
              <a:gd name="connsiteX6" fmla="*/ 2496173 w 4823892"/>
              <a:gd name="connsiteY6" fmla="*/ 168454 h 673817"/>
              <a:gd name="connsiteX7" fmla="*/ 2496173 w 4823892"/>
              <a:gd name="connsiteY7" fmla="*/ 235991 h 673817"/>
              <a:gd name="connsiteX8" fmla="*/ 4823892 w 4823892"/>
              <a:gd name="connsiteY8" fmla="*/ 235991 h 673817"/>
              <a:gd name="connsiteX9" fmla="*/ 4823892 w 4823892"/>
              <a:gd name="connsiteY9" fmla="*/ 673817 h 673817"/>
              <a:gd name="connsiteX10" fmla="*/ 0 w 4823892"/>
              <a:gd name="connsiteY10" fmla="*/ 673817 h 673817"/>
              <a:gd name="connsiteX11" fmla="*/ 0 w 4823892"/>
              <a:gd name="connsiteY11" fmla="*/ 235991 h 673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23892" h="673817">
                <a:moveTo>
                  <a:pt x="4823892" y="437826"/>
                </a:moveTo>
                <a:lnTo>
                  <a:pt x="2496173" y="437826"/>
                </a:lnTo>
                <a:lnTo>
                  <a:pt x="2496173" y="505363"/>
                </a:lnTo>
                <a:lnTo>
                  <a:pt x="2580400" y="505363"/>
                </a:lnTo>
                <a:lnTo>
                  <a:pt x="2411946" y="673816"/>
                </a:lnTo>
                <a:lnTo>
                  <a:pt x="2243492" y="505363"/>
                </a:lnTo>
                <a:lnTo>
                  <a:pt x="2327719" y="505363"/>
                </a:lnTo>
                <a:lnTo>
                  <a:pt x="2327719" y="437826"/>
                </a:lnTo>
                <a:lnTo>
                  <a:pt x="0" y="437826"/>
                </a:lnTo>
                <a:lnTo>
                  <a:pt x="0" y="1"/>
                </a:lnTo>
                <a:lnTo>
                  <a:pt x="4823892" y="1"/>
                </a:lnTo>
                <a:lnTo>
                  <a:pt x="4823892" y="437826"/>
                </a:lnTo>
                <a:close/>
              </a:path>
            </a:pathLst>
          </a:custGeom>
          <a:solidFill>
            <a:srgbClr val="4F81BD">
              <a:hueOff val="0"/>
              <a:satOff val="0"/>
              <a:lumOff val="0"/>
              <a:alphaOff val="0"/>
            </a:srgbClr>
          </a:solidFill>
          <a:ln w="25400" cap="flat" cmpd="sng" algn="ctr">
            <a:solidFill>
              <a:sysClr val="window" lastClr="FFFFFF">
                <a:hueOff val="0"/>
                <a:satOff val="0"/>
                <a:lumOff val="0"/>
                <a:alphaOff val="0"/>
              </a:sysClr>
            </a:solidFill>
            <a:prstDash val="solid"/>
          </a:ln>
          <a:effectLst/>
        </p:spPr>
        <p:txBody>
          <a:bodyPr spcFirstLastPara="0" vert="horz" wrap="square" lIns="96012" tIns="96013" rIns="96012" bIns="273006" numCol="1" spcCol="1270" anchor="ctr" anchorCtr="0">
            <a:noAutofit/>
          </a:bodyPr>
          <a:lstStyle/>
          <a:p>
            <a:pPr marL="0" marR="0" lvl="0" indent="0" algn="ctr" defTabSz="600075" eaLnBrk="1" fontAlgn="base" latinLnBrk="0" hangingPunct="1">
              <a:lnSpc>
                <a:spcPct val="90000"/>
              </a:lnSpc>
              <a:spcBef>
                <a:spcPct val="0"/>
              </a:spcBef>
              <a:spcAft>
                <a:spcPct val="35000"/>
              </a:spcAft>
              <a:buClrTx/>
              <a:buSzTx/>
              <a:buFontTx/>
              <a:buNone/>
              <a:tabLst/>
              <a:defRPr/>
            </a:pPr>
            <a:r>
              <a:rPr kumimoji="0" lang="en-GB" b="0" i="0" u="none" strike="noStrike" kern="0" cap="none" spc="0" normalizeH="0" baseline="0" noProof="0" dirty="0">
                <a:ln>
                  <a:noFill/>
                </a:ln>
                <a:solidFill>
                  <a:prstClr val="white"/>
                </a:solidFill>
                <a:effectLst/>
                <a:uLnTx/>
                <a:uFillTx/>
                <a:latin typeface="Calibri"/>
                <a:ea typeface="+mn-ea"/>
                <a:cs typeface="+mn-cs"/>
              </a:rPr>
              <a:t>2. Organisational preparation</a:t>
            </a:r>
          </a:p>
        </p:txBody>
      </p:sp>
      <p:sp>
        <p:nvSpPr>
          <p:cNvPr id="24" name="Freihandform 11">
            <a:extLst>
              <a:ext uri="{FF2B5EF4-FFF2-40B4-BE49-F238E27FC236}">
                <a16:creationId xmlns:a16="http://schemas.microsoft.com/office/drawing/2014/main" id="{22BC36DC-D062-4F14-B472-2E145D127EBF}"/>
              </a:ext>
            </a:extLst>
          </p:cNvPr>
          <p:cNvSpPr/>
          <p:nvPr/>
        </p:nvSpPr>
        <p:spPr>
          <a:xfrm>
            <a:off x="4491730" y="625114"/>
            <a:ext cx="3617919" cy="814359"/>
          </a:xfrm>
          <a:custGeom>
            <a:avLst/>
            <a:gdLst>
              <a:gd name="connsiteX0" fmla="*/ 0 w 4823892"/>
              <a:gd name="connsiteY0" fmla="*/ 235991 h 673817"/>
              <a:gd name="connsiteX1" fmla="*/ 2327719 w 4823892"/>
              <a:gd name="connsiteY1" fmla="*/ 235991 h 673817"/>
              <a:gd name="connsiteX2" fmla="*/ 2327719 w 4823892"/>
              <a:gd name="connsiteY2" fmla="*/ 168454 h 673817"/>
              <a:gd name="connsiteX3" fmla="*/ 2243492 w 4823892"/>
              <a:gd name="connsiteY3" fmla="*/ 168454 h 673817"/>
              <a:gd name="connsiteX4" fmla="*/ 2411946 w 4823892"/>
              <a:gd name="connsiteY4" fmla="*/ 0 h 673817"/>
              <a:gd name="connsiteX5" fmla="*/ 2580400 w 4823892"/>
              <a:gd name="connsiteY5" fmla="*/ 168454 h 673817"/>
              <a:gd name="connsiteX6" fmla="*/ 2496173 w 4823892"/>
              <a:gd name="connsiteY6" fmla="*/ 168454 h 673817"/>
              <a:gd name="connsiteX7" fmla="*/ 2496173 w 4823892"/>
              <a:gd name="connsiteY7" fmla="*/ 235991 h 673817"/>
              <a:gd name="connsiteX8" fmla="*/ 4823892 w 4823892"/>
              <a:gd name="connsiteY8" fmla="*/ 235991 h 673817"/>
              <a:gd name="connsiteX9" fmla="*/ 4823892 w 4823892"/>
              <a:gd name="connsiteY9" fmla="*/ 673817 h 673817"/>
              <a:gd name="connsiteX10" fmla="*/ 0 w 4823892"/>
              <a:gd name="connsiteY10" fmla="*/ 673817 h 673817"/>
              <a:gd name="connsiteX11" fmla="*/ 0 w 4823892"/>
              <a:gd name="connsiteY11" fmla="*/ 235991 h 673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23892" h="673817">
                <a:moveTo>
                  <a:pt x="4823892" y="437826"/>
                </a:moveTo>
                <a:lnTo>
                  <a:pt x="2496173" y="437826"/>
                </a:lnTo>
                <a:lnTo>
                  <a:pt x="2496173" y="505363"/>
                </a:lnTo>
                <a:lnTo>
                  <a:pt x="2580400" y="505363"/>
                </a:lnTo>
                <a:lnTo>
                  <a:pt x="2411946" y="673816"/>
                </a:lnTo>
                <a:lnTo>
                  <a:pt x="2243492" y="505363"/>
                </a:lnTo>
                <a:lnTo>
                  <a:pt x="2327719" y="505363"/>
                </a:lnTo>
                <a:lnTo>
                  <a:pt x="2327719" y="437826"/>
                </a:lnTo>
                <a:lnTo>
                  <a:pt x="0" y="437826"/>
                </a:lnTo>
                <a:lnTo>
                  <a:pt x="0" y="1"/>
                </a:lnTo>
                <a:lnTo>
                  <a:pt x="4823892" y="1"/>
                </a:lnTo>
                <a:lnTo>
                  <a:pt x="4823892" y="437826"/>
                </a:lnTo>
                <a:close/>
              </a:path>
            </a:pathLst>
          </a:custGeom>
          <a:solidFill>
            <a:srgbClr val="4F81BD">
              <a:hueOff val="0"/>
              <a:satOff val="0"/>
              <a:lumOff val="0"/>
              <a:alphaOff val="0"/>
            </a:srgbClr>
          </a:solidFill>
          <a:ln w="25400" cap="flat" cmpd="sng" algn="ctr">
            <a:solidFill>
              <a:sysClr val="window" lastClr="FFFFFF">
                <a:hueOff val="0"/>
                <a:satOff val="0"/>
                <a:lumOff val="0"/>
                <a:alphaOff val="0"/>
              </a:sysClr>
            </a:solidFill>
            <a:prstDash val="solid"/>
          </a:ln>
          <a:effectLst/>
        </p:spPr>
        <p:txBody>
          <a:bodyPr spcFirstLastPara="0" vert="horz" wrap="square" lIns="96011" tIns="96013" rIns="96012" bIns="273006" numCol="1" spcCol="1270" anchor="ctr" anchorCtr="0">
            <a:noAutofit/>
          </a:bodyPr>
          <a:lstStyle/>
          <a:p>
            <a:pPr marL="0" marR="0" lvl="0" indent="0" algn="ctr" defTabSz="600075" eaLnBrk="1" fontAlgn="base" latinLnBrk="0" hangingPunct="1">
              <a:lnSpc>
                <a:spcPct val="90000"/>
              </a:lnSpc>
              <a:spcBef>
                <a:spcPct val="0"/>
              </a:spcBef>
              <a:spcAft>
                <a:spcPct val="35000"/>
              </a:spcAft>
              <a:buClrTx/>
              <a:buSzTx/>
              <a:buFontTx/>
              <a:buNone/>
              <a:tabLst/>
              <a:defRPr/>
            </a:pPr>
            <a:r>
              <a:rPr kumimoji="0" lang="en-GB" b="0" i="0" u="none" strike="noStrike" kern="0" cap="none" spc="0" normalizeH="0" baseline="0" noProof="0" dirty="0">
                <a:ln>
                  <a:noFill/>
                </a:ln>
                <a:solidFill>
                  <a:prstClr val="white"/>
                </a:solidFill>
                <a:effectLst/>
                <a:uLnTx/>
                <a:uFillTx/>
                <a:latin typeface="Calibri"/>
                <a:ea typeface="+mn-ea"/>
                <a:cs typeface="+mn-cs"/>
              </a:rPr>
              <a:t>1. Content preparation</a:t>
            </a:r>
          </a:p>
        </p:txBody>
      </p:sp>
      <p:sp>
        <p:nvSpPr>
          <p:cNvPr id="25" name="Geschweifte Klammer links 24">
            <a:extLst>
              <a:ext uri="{FF2B5EF4-FFF2-40B4-BE49-F238E27FC236}">
                <a16:creationId xmlns:a16="http://schemas.microsoft.com/office/drawing/2014/main" id="{485A29B4-BAB6-26FE-20CF-360C6CA629BD}"/>
              </a:ext>
            </a:extLst>
          </p:cNvPr>
          <p:cNvSpPr/>
          <p:nvPr/>
        </p:nvSpPr>
        <p:spPr>
          <a:xfrm>
            <a:off x="3792755" y="2013966"/>
            <a:ext cx="309345" cy="1840120"/>
          </a:xfrm>
          <a:prstGeom prst="leftBrace">
            <a:avLst>
              <a:gd name="adj1" fmla="val 45812"/>
              <a:gd name="adj2" fmla="val 50000"/>
            </a:avLst>
          </a:prstGeom>
          <a:ln w="38100">
            <a:headEnd type="none" w="med" len="med"/>
            <a:tailEnd type="none" w="med" len="med"/>
          </a:ln>
        </p:spPr>
        <p:style>
          <a:lnRef idx="1">
            <a:schemeClr val="accent2"/>
          </a:lnRef>
          <a:fillRef idx="0">
            <a:schemeClr val="accent2"/>
          </a:fillRef>
          <a:effectRef idx="0">
            <a:schemeClr val="accent2"/>
          </a:effectRef>
          <a:fontRef idx="minor">
            <a:schemeClr val="tx1"/>
          </a:fontRef>
        </p:style>
        <p:txBody>
          <a:bodyPr rtlCol="0" anchor="ctr"/>
          <a:lstStyle/>
          <a:p>
            <a:pPr marL="0" marR="0" lvl="0" indent="0" algn="ctr" defTabSz="342900" eaLnBrk="1" fontAlgn="base" latinLnBrk="0" hangingPunct="1">
              <a:lnSpc>
                <a:spcPct val="100000"/>
              </a:lnSpc>
              <a:spcBef>
                <a:spcPct val="0"/>
              </a:spcBef>
              <a:spcAft>
                <a:spcPct val="0"/>
              </a:spcAft>
              <a:buClrTx/>
              <a:buSzTx/>
              <a:buFontTx/>
              <a:buNone/>
              <a:tabLst/>
              <a:defRPr/>
            </a:pPr>
            <a:endParaRPr kumimoji="0" lang="en-GB" b="0" i="0" u="none" strike="noStrike" kern="0" cap="none" spc="0" normalizeH="0" baseline="0" noProof="0" dirty="0">
              <a:ln>
                <a:noFill/>
              </a:ln>
              <a:solidFill>
                <a:prstClr val="black"/>
              </a:solidFill>
              <a:effectLst/>
              <a:uLnTx/>
              <a:uFillTx/>
              <a:latin typeface="Calibri"/>
              <a:ea typeface="+mn-ea"/>
              <a:cs typeface="+mn-cs"/>
            </a:endParaRPr>
          </a:p>
        </p:txBody>
      </p:sp>
      <p:sp>
        <p:nvSpPr>
          <p:cNvPr id="26" name="Textfeld 25">
            <a:extLst>
              <a:ext uri="{FF2B5EF4-FFF2-40B4-BE49-F238E27FC236}">
                <a16:creationId xmlns:a16="http://schemas.microsoft.com/office/drawing/2014/main" id="{E8578611-7DA2-F7DC-1014-C756C65EA5A6}"/>
              </a:ext>
            </a:extLst>
          </p:cNvPr>
          <p:cNvSpPr txBox="1"/>
          <p:nvPr/>
        </p:nvSpPr>
        <p:spPr>
          <a:xfrm rot="16200000">
            <a:off x="2626335" y="2718722"/>
            <a:ext cx="1871176" cy="461665"/>
          </a:xfrm>
          <a:prstGeom prst="rect">
            <a:avLst/>
          </a:prstGeom>
          <a:noFill/>
        </p:spPr>
        <p:txBody>
          <a:bodyPr wrap="square" rtlCol="0">
            <a:spAutoFit/>
          </a:bodyPr>
          <a:lstStyle/>
          <a:p>
            <a:pPr algn="ctr" defTabSz="342900" fontAlgn="base">
              <a:spcBef>
                <a:spcPct val="0"/>
              </a:spcBef>
              <a:spcAft>
                <a:spcPct val="0"/>
              </a:spcAft>
            </a:pPr>
            <a:r>
              <a:rPr lang="en-GB" sz="2400" b="1" dirty="0">
                <a:solidFill>
                  <a:schemeClr val="tx2"/>
                </a:solidFill>
                <a:ea typeface="ＭＳ Ｐゴシック" pitchFamily="-104" charset="-128"/>
              </a:rPr>
              <a:t>„Interview“</a:t>
            </a:r>
          </a:p>
        </p:txBody>
      </p:sp>
    </p:spTree>
    <p:extLst>
      <p:ext uri="{BB962C8B-B14F-4D97-AF65-F5344CB8AC3E}">
        <p14:creationId xmlns:p14="http://schemas.microsoft.com/office/powerpoint/2010/main" val="6909076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DAC213-7C08-7B90-8FED-6A54B046CEF4}"/>
            </a:ext>
          </a:extLst>
        </p:cNvPr>
        <p:cNvGrpSpPr/>
        <p:nvPr/>
      </p:nvGrpSpPr>
      <p:grpSpPr>
        <a:xfrm>
          <a:off x="0" y="0"/>
          <a:ext cx="0" cy="0"/>
          <a:chOff x="0" y="0"/>
          <a:chExt cx="0" cy="0"/>
        </a:xfrm>
      </p:grpSpPr>
      <p:sp>
        <p:nvSpPr>
          <p:cNvPr id="7" name="Titel 6">
            <a:extLst>
              <a:ext uri="{FF2B5EF4-FFF2-40B4-BE49-F238E27FC236}">
                <a16:creationId xmlns:a16="http://schemas.microsoft.com/office/drawing/2014/main" id="{3ADAC09B-1D1B-6FB2-728A-ABF9CD5C7AEE}"/>
              </a:ext>
            </a:extLst>
          </p:cNvPr>
          <p:cNvSpPr>
            <a:spLocks noGrp="1"/>
          </p:cNvSpPr>
          <p:nvPr>
            <p:ph type="title"/>
          </p:nvPr>
        </p:nvSpPr>
        <p:spPr/>
        <p:txBody>
          <a:bodyPr/>
          <a:lstStyle/>
          <a:p>
            <a:r>
              <a:rPr lang="en-GB" dirty="0"/>
              <a:t>Transcription</a:t>
            </a:r>
          </a:p>
        </p:txBody>
      </p:sp>
      <p:sp>
        <p:nvSpPr>
          <p:cNvPr id="2" name="Foliennummernplatzhalter 1">
            <a:extLst>
              <a:ext uri="{FF2B5EF4-FFF2-40B4-BE49-F238E27FC236}">
                <a16:creationId xmlns:a16="http://schemas.microsoft.com/office/drawing/2014/main" id="{230DF552-BC74-518A-38B0-D6A2C785F6DA}"/>
              </a:ext>
            </a:extLst>
          </p:cNvPr>
          <p:cNvSpPr>
            <a:spLocks noGrp="1"/>
          </p:cNvSpPr>
          <p:nvPr>
            <p:ph type="sldNum" sz="quarter" idx="4294967295"/>
          </p:nvPr>
        </p:nvSpPr>
        <p:spPr>
          <a:xfrm>
            <a:off x="11687175" y="6438900"/>
            <a:ext cx="504825" cy="144463"/>
          </a:xfrm>
        </p:spPr>
        <p:txBody>
          <a:bodyPr/>
          <a:lstStyle/>
          <a:p>
            <a:fld id="{D836C0FE-70CA-4950-82D6-CF602CC2B770}" type="slidenum">
              <a:rPr lang="en-GB" smtClean="0"/>
              <a:t>16</a:t>
            </a:fld>
            <a:endParaRPr lang="en-GB" dirty="0"/>
          </a:p>
        </p:txBody>
      </p:sp>
    </p:spTree>
    <p:extLst>
      <p:ext uri="{BB962C8B-B14F-4D97-AF65-F5344CB8AC3E}">
        <p14:creationId xmlns:p14="http://schemas.microsoft.com/office/powerpoint/2010/main" val="925685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695326" y="662410"/>
            <a:ext cx="8928100" cy="792000"/>
          </a:xfrm>
        </p:spPr>
        <p:txBody>
          <a:bodyPr/>
          <a:lstStyle/>
          <a:p>
            <a:r>
              <a:rPr lang="en-GB" dirty="0"/>
              <a:t>Transcription Old School Style</a:t>
            </a:r>
          </a:p>
        </p:txBody>
      </p:sp>
      <p:sp>
        <p:nvSpPr>
          <p:cNvPr id="3" name="Inhaltsplatzhalter 2"/>
          <p:cNvSpPr>
            <a:spLocks noGrp="1"/>
          </p:cNvSpPr>
          <p:nvPr>
            <p:ph idx="1"/>
          </p:nvPr>
        </p:nvSpPr>
        <p:spPr/>
        <p:txBody>
          <a:bodyPr anchor="ctr"/>
          <a:lstStyle/>
          <a:p>
            <a:pPr>
              <a:lnSpc>
                <a:spcPct val="104000"/>
              </a:lnSpc>
              <a:spcBef>
                <a:spcPts val="800"/>
              </a:spcBef>
            </a:pPr>
            <a:r>
              <a:rPr lang="en-GB" dirty="0"/>
              <a:t>Mark speakers with capital letters</a:t>
            </a:r>
          </a:p>
          <a:p>
            <a:pPr>
              <a:lnSpc>
                <a:spcPct val="104000"/>
              </a:lnSpc>
              <a:spcBef>
                <a:spcPts val="800"/>
              </a:spcBef>
            </a:pPr>
            <a:r>
              <a:rPr lang="en-GB" dirty="0"/>
              <a:t>Blank lines for speaker changes</a:t>
            </a:r>
          </a:p>
          <a:p>
            <a:pPr>
              <a:lnSpc>
                <a:spcPct val="104000"/>
              </a:lnSpc>
              <a:spcBef>
                <a:spcPts val="800"/>
              </a:spcBef>
            </a:pPr>
            <a:r>
              <a:rPr lang="en-GB" dirty="0">
                <a:solidFill>
                  <a:srgbClr val="E37823"/>
                </a:solidFill>
              </a:rPr>
              <a:t>No "formatting bells and whistles"</a:t>
            </a:r>
            <a:endParaRPr lang="en-GB" sz="1200" dirty="0">
              <a:solidFill>
                <a:srgbClr val="E37823"/>
              </a:solidFill>
            </a:endParaRPr>
          </a:p>
        </p:txBody>
      </p:sp>
      <p:pic>
        <p:nvPicPr>
          <p:cNvPr id="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54980">
            <a:off x="5709995" y="1203644"/>
            <a:ext cx="7252700" cy="5399956"/>
          </a:xfrm>
          <a:prstGeom prst="rect">
            <a:avLst/>
          </a:prstGeom>
          <a:ln w="9525">
            <a:solidFill>
              <a:schemeClr val="bg1">
                <a:lumMod val="75000"/>
              </a:schemeClr>
            </a:solidFill>
            <a:miter lim="800000"/>
            <a:headEnd/>
            <a:tailEnd/>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6232276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0BE5F667-CBD6-6F65-B383-A23C166967C1}"/>
              </a:ext>
            </a:extLst>
          </p:cNvPr>
          <p:cNvSpPr>
            <a:spLocks noGrp="1"/>
          </p:cNvSpPr>
          <p:nvPr>
            <p:ph type="sldNum" sz="quarter" idx="12"/>
          </p:nvPr>
        </p:nvSpPr>
        <p:spPr/>
        <p:txBody>
          <a:bodyPr/>
          <a:lstStyle/>
          <a:p>
            <a:fld id="{D836C0FE-70CA-4950-82D6-CF602CC2B770}" type="slidenum">
              <a:rPr lang="en-GB" smtClean="0"/>
              <a:t>18</a:t>
            </a:fld>
            <a:endParaRPr lang="en-GB" dirty="0"/>
          </a:p>
        </p:txBody>
      </p:sp>
      <p:sp>
        <p:nvSpPr>
          <p:cNvPr id="3" name="Titel 2">
            <a:extLst>
              <a:ext uri="{FF2B5EF4-FFF2-40B4-BE49-F238E27FC236}">
                <a16:creationId xmlns:a16="http://schemas.microsoft.com/office/drawing/2014/main" id="{439EACD6-0A12-B101-99F5-047296DD2315}"/>
              </a:ext>
            </a:extLst>
          </p:cNvPr>
          <p:cNvSpPr>
            <a:spLocks noGrp="1"/>
          </p:cNvSpPr>
          <p:nvPr>
            <p:ph type="title"/>
          </p:nvPr>
        </p:nvSpPr>
        <p:spPr/>
        <p:txBody>
          <a:bodyPr/>
          <a:lstStyle/>
          <a:p>
            <a:r>
              <a:rPr lang="en-GB" dirty="0"/>
              <a:t>Transcription: Selber machen lassen 😉</a:t>
            </a:r>
          </a:p>
        </p:txBody>
      </p:sp>
      <p:sp>
        <p:nvSpPr>
          <p:cNvPr id="5" name="Datumsplatzhalter 4">
            <a:extLst>
              <a:ext uri="{FF2B5EF4-FFF2-40B4-BE49-F238E27FC236}">
                <a16:creationId xmlns:a16="http://schemas.microsoft.com/office/drawing/2014/main" id="{119AD1CD-44C8-8F7C-6627-61077FAC43D2}"/>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65173BA0-B811-FD53-C987-F9046F78AF53}"/>
              </a:ext>
            </a:extLst>
          </p:cNvPr>
          <p:cNvSpPr>
            <a:spLocks noGrp="1"/>
          </p:cNvSpPr>
          <p:nvPr>
            <p:ph type="ftr" sz="quarter" idx="11"/>
          </p:nvPr>
        </p:nvSpPr>
        <p:spPr/>
        <p:txBody>
          <a:bodyPr/>
          <a:lstStyle/>
          <a:p>
            <a:r>
              <a:rPr lang="en-GB" dirty="0"/>
              <a:t>KMH | IL Scientific Method</a:t>
            </a:r>
          </a:p>
        </p:txBody>
      </p:sp>
      <p:sp>
        <p:nvSpPr>
          <p:cNvPr id="7" name="Inhaltsplatzhalter 6">
            <a:extLst>
              <a:ext uri="{FF2B5EF4-FFF2-40B4-BE49-F238E27FC236}">
                <a16:creationId xmlns:a16="http://schemas.microsoft.com/office/drawing/2014/main" id="{2ADED16E-FFC0-5BC4-9205-A5B5F545998A}"/>
              </a:ext>
            </a:extLst>
          </p:cNvPr>
          <p:cNvSpPr>
            <a:spLocks noGrp="1"/>
          </p:cNvSpPr>
          <p:nvPr>
            <p:ph idx="1"/>
          </p:nvPr>
        </p:nvSpPr>
        <p:spPr>
          <a:xfrm>
            <a:off x="695325" y="1628999"/>
            <a:ext cx="4968676" cy="4535265"/>
          </a:xfrm>
        </p:spPr>
        <p:txBody>
          <a:bodyPr/>
          <a:lstStyle/>
          <a:p>
            <a:r>
              <a:rPr lang="en-GB" b="1" dirty="0"/>
              <a:t>Why local?</a:t>
            </a:r>
          </a:p>
          <a:p>
            <a:pPr lvl="1"/>
            <a:r>
              <a:rPr lang="en-GB" dirty="0"/>
              <a:t>GDPR compliant</a:t>
            </a:r>
            <a:br>
              <a:rPr lang="en-GB" dirty="0"/>
            </a:br>
            <a:endParaRPr lang="en-GB" dirty="0"/>
          </a:p>
          <a:p>
            <a:r>
              <a:rPr lang="en-GB" b="1" dirty="0"/>
              <a:t>If with online services:</a:t>
            </a:r>
          </a:p>
          <a:p>
            <a:pPr lvl="1"/>
            <a:r>
              <a:rPr lang="en-GB" dirty="0"/>
              <a:t>GDPR compliant</a:t>
            </a:r>
          </a:p>
          <a:p>
            <a:pPr lvl="1"/>
            <a:r>
              <a:rPr lang="en-GB" dirty="0"/>
              <a:t>👉 especially: Rights of use</a:t>
            </a:r>
          </a:p>
        </p:txBody>
      </p:sp>
      <p:pic>
        <p:nvPicPr>
          <p:cNvPr id="9" name="Inhaltsplatzhalter 7">
            <a:hlinkClick r:id="rId2"/>
            <a:extLst>
              <a:ext uri="{FF2B5EF4-FFF2-40B4-BE49-F238E27FC236}">
                <a16:creationId xmlns:a16="http://schemas.microsoft.com/office/drawing/2014/main" id="{8083C935-23F6-DCCE-01BD-7A6590ABD056}"/>
              </a:ext>
            </a:extLst>
          </p:cNvPr>
          <p:cNvPicPr>
            <a:picLocks noChangeAspect="1"/>
          </p:cNvPicPr>
          <p:nvPr/>
        </p:nvPicPr>
        <p:blipFill>
          <a:blip r:embed="rId3"/>
          <a:stretch>
            <a:fillRect/>
          </a:stretch>
        </p:blipFill>
        <p:spPr bwMode="gray">
          <a:xfrm>
            <a:off x="5016000" y="1557339"/>
            <a:ext cx="5434646" cy="4606925"/>
          </a:xfrm>
          <a:prstGeom prst="rect">
            <a:avLst/>
          </a:prstGeom>
          <a:ln w="6350">
            <a:solidFill>
              <a:schemeClr val="tx1"/>
            </a:solidFill>
          </a:ln>
          <a:effectLst>
            <a:outerShdw blurRad="254000" dist="107763" dir="2699994" algn="tl">
              <a:prstClr val="black">
                <a:alpha val="40000"/>
              </a:prstClr>
            </a:outerShdw>
          </a:effectLst>
        </p:spPr>
      </p:pic>
    </p:spTree>
    <p:extLst>
      <p:ext uri="{BB962C8B-B14F-4D97-AF65-F5344CB8AC3E}">
        <p14:creationId xmlns:p14="http://schemas.microsoft.com/office/powerpoint/2010/main" val="42173022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DCD38345-F901-D45E-5E92-A8D76CD3634B}"/>
              </a:ext>
            </a:extLst>
          </p:cNvPr>
          <p:cNvSpPr>
            <a:spLocks noGrp="1"/>
          </p:cNvSpPr>
          <p:nvPr>
            <p:ph type="sldNum" sz="quarter" idx="12"/>
          </p:nvPr>
        </p:nvSpPr>
        <p:spPr/>
        <p:txBody>
          <a:bodyPr/>
          <a:lstStyle/>
          <a:p>
            <a:fld id="{D836C0FE-70CA-4950-82D6-CF602CC2B770}" type="slidenum">
              <a:rPr lang="en-GB" smtClean="0"/>
              <a:t>19</a:t>
            </a:fld>
            <a:endParaRPr lang="en-GB" dirty="0"/>
          </a:p>
        </p:txBody>
      </p:sp>
      <p:sp>
        <p:nvSpPr>
          <p:cNvPr id="3" name="Titel 2">
            <a:extLst>
              <a:ext uri="{FF2B5EF4-FFF2-40B4-BE49-F238E27FC236}">
                <a16:creationId xmlns:a16="http://schemas.microsoft.com/office/drawing/2014/main" id="{CC71F5E5-2C7D-4700-F02A-88A35683206E}"/>
              </a:ext>
            </a:extLst>
          </p:cNvPr>
          <p:cNvSpPr>
            <a:spLocks noGrp="1"/>
          </p:cNvSpPr>
          <p:nvPr>
            <p:ph type="title"/>
          </p:nvPr>
        </p:nvSpPr>
        <p:spPr/>
        <p:txBody>
          <a:bodyPr/>
          <a:lstStyle/>
          <a:p>
            <a:r>
              <a:rPr lang="en-GB" dirty="0"/>
              <a:t>An Example:</a:t>
            </a:r>
          </a:p>
        </p:txBody>
      </p:sp>
      <p:sp>
        <p:nvSpPr>
          <p:cNvPr id="4" name="Inhaltsplatzhalter 3">
            <a:extLst>
              <a:ext uri="{FF2B5EF4-FFF2-40B4-BE49-F238E27FC236}">
                <a16:creationId xmlns:a16="http://schemas.microsoft.com/office/drawing/2014/main" id="{8FDBC9AA-C78C-20C2-9CF2-6A5452660DCA}"/>
              </a:ext>
            </a:extLst>
          </p:cNvPr>
          <p:cNvSpPr>
            <a:spLocks noGrp="1"/>
          </p:cNvSpPr>
          <p:nvPr>
            <p:ph idx="1"/>
          </p:nvPr>
        </p:nvSpPr>
        <p:spPr>
          <a:xfrm>
            <a:off x="695324" y="4941000"/>
            <a:ext cx="6552676" cy="1397968"/>
          </a:xfrm>
        </p:spPr>
        <p:txBody>
          <a:bodyPr>
            <a:normAutofit fontScale="92500"/>
          </a:bodyPr>
          <a:lstStyle/>
          <a:p>
            <a:pPr marL="0" indent="0">
              <a:buNone/>
            </a:pPr>
            <a:r>
              <a:rPr lang="en-GB" sz="2800" b="1" dirty="0"/>
              <a:t>How Austrian SMEs Approach Net-Zero: Meanings, Motivations, Barriers, and Futures</a:t>
            </a:r>
          </a:p>
        </p:txBody>
      </p:sp>
      <p:sp>
        <p:nvSpPr>
          <p:cNvPr id="5" name="Datumsplatzhalter 4">
            <a:extLst>
              <a:ext uri="{FF2B5EF4-FFF2-40B4-BE49-F238E27FC236}">
                <a16:creationId xmlns:a16="http://schemas.microsoft.com/office/drawing/2014/main" id="{3533A9BB-3B6C-E7A3-F018-83B87C0C9CEB}"/>
              </a:ext>
            </a:extLst>
          </p:cNvPr>
          <p:cNvSpPr>
            <a:spLocks noGrp="1"/>
          </p:cNvSpPr>
          <p:nvPr>
            <p:ph type="dt" sz="half" idx="10"/>
          </p:nvPr>
        </p:nvSpPr>
        <p:spPr/>
        <p:txBody>
          <a:bodyPr/>
          <a:lstStyle/>
          <a:p>
            <a:r>
              <a:rPr lang="en-GB" dirty="0"/>
              <a:t>(CCCA, 2023)</a:t>
            </a:r>
          </a:p>
        </p:txBody>
      </p:sp>
      <p:sp>
        <p:nvSpPr>
          <p:cNvPr id="6" name="Fußzeilenplatzhalter 5">
            <a:extLst>
              <a:ext uri="{FF2B5EF4-FFF2-40B4-BE49-F238E27FC236}">
                <a16:creationId xmlns:a16="http://schemas.microsoft.com/office/drawing/2014/main" id="{A72AB860-E5DE-4DEB-9310-9F59AAF36E44}"/>
              </a:ext>
            </a:extLst>
          </p:cNvPr>
          <p:cNvSpPr>
            <a:spLocks noGrp="1"/>
          </p:cNvSpPr>
          <p:nvPr>
            <p:ph type="ftr" sz="quarter" idx="11"/>
          </p:nvPr>
        </p:nvSpPr>
        <p:spPr/>
        <p:txBody>
          <a:bodyPr/>
          <a:lstStyle/>
          <a:p>
            <a:r>
              <a:rPr lang="en-GB" dirty="0"/>
              <a:t>KMH</a:t>
            </a:r>
          </a:p>
        </p:txBody>
      </p:sp>
      <p:pic>
        <p:nvPicPr>
          <p:cNvPr id="8" name="Grafik 7">
            <a:extLst>
              <a:ext uri="{FF2B5EF4-FFF2-40B4-BE49-F238E27FC236}">
                <a16:creationId xmlns:a16="http://schemas.microsoft.com/office/drawing/2014/main" id="{9D572D4F-A00D-EA49-0101-579E2C16DD28}"/>
              </a:ext>
            </a:extLst>
          </p:cNvPr>
          <p:cNvPicPr>
            <a:picLocks noChangeAspect="1"/>
          </p:cNvPicPr>
          <p:nvPr/>
        </p:nvPicPr>
        <p:blipFill>
          <a:blip r:embed="rId2"/>
          <a:stretch>
            <a:fillRect/>
          </a:stretch>
        </p:blipFill>
        <p:spPr>
          <a:xfrm>
            <a:off x="7752000" y="333000"/>
            <a:ext cx="4004500" cy="5702808"/>
          </a:xfrm>
          <a:prstGeom prst="rect">
            <a:avLst/>
          </a:prstGeom>
          <a:ln w="6350">
            <a:solidFill>
              <a:schemeClr val="tx1"/>
            </a:solidFill>
          </a:ln>
          <a:effectLst>
            <a:outerShdw blurRad="254000" dist="107763" dir="2699994" algn="tl">
              <a:prstClr val="black">
                <a:alpha val="40000"/>
              </a:prstClr>
            </a:outerShdw>
          </a:effectLst>
        </p:spPr>
      </p:pic>
      <p:pic>
        <p:nvPicPr>
          <p:cNvPr id="9" name="Content Placeholder 10" descr="Ein Bild, das Text, Reihe, Diagramm, Screenshot enthält.&#10;&#10;KI-generierte Inhalte können fehlerhaft sein.">
            <a:hlinkClick r:id="rId3"/>
            <a:extLst>
              <a:ext uri="{FF2B5EF4-FFF2-40B4-BE49-F238E27FC236}">
                <a16:creationId xmlns:a16="http://schemas.microsoft.com/office/drawing/2014/main" id="{2CE675F0-C02A-B0ED-F26B-2F547020D076}"/>
              </a:ext>
            </a:extLst>
          </p:cNvPr>
          <p:cNvPicPr>
            <a:picLocks noChangeAspect="1"/>
          </p:cNvPicPr>
          <p:nvPr/>
        </p:nvPicPr>
        <p:blipFill>
          <a:blip r:embed="rId4"/>
          <a:stretch>
            <a:fillRect/>
          </a:stretch>
        </p:blipFill>
        <p:spPr bwMode="gray">
          <a:xfrm>
            <a:off x="552000" y="1391474"/>
            <a:ext cx="6263173" cy="3448994"/>
          </a:xfrm>
          <a:prstGeom prst="rect">
            <a:avLst/>
          </a:prstGeom>
        </p:spPr>
      </p:pic>
    </p:spTree>
    <p:extLst>
      <p:ext uri="{BB962C8B-B14F-4D97-AF65-F5344CB8AC3E}">
        <p14:creationId xmlns:p14="http://schemas.microsoft.com/office/powerpoint/2010/main" val="32345095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9BBAB3-FF88-CF60-0DE5-BF0A8C748ECB}"/>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5D5A265B-1B8B-1FFA-4079-F84CDBC0CDF8}"/>
              </a:ext>
            </a:extLst>
          </p:cNvPr>
          <p:cNvSpPr>
            <a:spLocks noGrp="1"/>
          </p:cNvSpPr>
          <p:nvPr>
            <p:ph type="title"/>
          </p:nvPr>
        </p:nvSpPr>
        <p:spPr/>
        <p:txBody>
          <a:bodyPr/>
          <a:lstStyle/>
          <a:p>
            <a:r>
              <a:rPr lang="en-GB" dirty="0"/>
              <a:t>Digression: The Interview Guide</a:t>
            </a:r>
          </a:p>
        </p:txBody>
      </p:sp>
      <p:sp>
        <p:nvSpPr>
          <p:cNvPr id="3" name="Inhaltsplatzhalter 2">
            <a:extLst>
              <a:ext uri="{FF2B5EF4-FFF2-40B4-BE49-F238E27FC236}">
                <a16:creationId xmlns:a16="http://schemas.microsoft.com/office/drawing/2014/main" id="{DA516331-7EC3-DDCC-404B-999DBF3A0AFB}"/>
              </a:ext>
            </a:extLst>
          </p:cNvPr>
          <p:cNvSpPr>
            <a:spLocks noGrp="1"/>
          </p:cNvSpPr>
          <p:nvPr>
            <p:ph idx="1"/>
          </p:nvPr>
        </p:nvSpPr>
        <p:spPr/>
        <p:txBody>
          <a:bodyPr>
            <a:normAutofit lnSpcReduction="10000"/>
          </a:bodyPr>
          <a:lstStyle/>
          <a:p>
            <a:r>
              <a:rPr lang="en-GB" dirty="0"/>
              <a:t>Partial standardisation</a:t>
            </a:r>
          </a:p>
          <a:p>
            <a:r>
              <a:rPr lang="en-GB" dirty="0"/>
              <a:t>Content-related considerations on a topic area</a:t>
            </a:r>
          </a:p>
          <a:p>
            <a:pPr marL="457189" lvl="1" indent="0">
              <a:buNone/>
            </a:pPr>
            <a:r>
              <a:rPr lang="en-GB" b="1" dirty="0">
                <a:solidFill>
                  <a:srgbClr val="E37823"/>
                </a:solidFill>
              </a:rPr>
              <a:t>👉 Useful if prior knowledge of the topic already exists &amp;</a:t>
            </a:r>
            <a:br>
              <a:rPr lang="en-GB" b="1" dirty="0">
                <a:solidFill>
                  <a:srgbClr val="E37823"/>
                </a:solidFill>
              </a:rPr>
            </a:br>
            <a:r>
              <a:rPr lang="en-GB" b="1" dirty="0">
                <a:solidFill>
                  <a:srgbClr val="E37823"/>
                </a:solidFill>
              </a:rPr>
              <a:t> certain questions should be at the centre</a:t>
            </a:r>
          </a:p>
          <a:p>
            <a:r>
              <a:rPr lang="en-GB" b="1" dirty="0"/>
              <a:t>Contents:</a:t>
            </a:r>
          </a:p>
          <a:p>
            <a:pPr lvl="1"/>
            <a:r>
              <a:rPr lang="en-GB" dirty="0"/>
              <a:t>Topics to be addressed in a reasonable order</a:t>
            </a:r>
          </a:p>
          <a:p>
            <a:pPr lvl="1"/>
            <a:r>
              <a:rPr lang="en-GB" dirty="0"/>
              <a:t>Possible formulation suggestions / key points</a:t>
            </a:r>
          </a:p>
          <a:p>
            <a:pPr marL="457189" lvl="1" indent="0">
              <a:buNone/>
            </a:pPr>
            <a:r>
              <a:rPr lang="en-GB" b="1" dirty="0"/>
              <a:t>→ Order not necessarily specified, arises in the course of the conversation</a:t>
            </a:r>
          </a:p>
          <a:p>
            <a:pPr marL="457189" lvl="1" indent="0">
              <a:buNone/>
            </a:pPr>
            <a:r>
              <a:rPr lang="en-GB" b="1" dirty="0"/>
              <a:t>→ Tick off questions so as not to forget anything</a:t>
            </a:r>
          </a:p>
          <a:p>
            <a:pPr lvl="1"/>
            <a:endParaRPr lang="en-GB" dirty="0"/>
          </a:p>
        </p:txBody>
      </p:sp>
      <p:pic>
        <p:nvPicPr>
          <p:cNvPr id="3076" name="Picture 4">
            <a:extLst>
              <a:ext uri="{FF2B5EF4-FFF2-40B4-BE49-F238E27FC236}">
                <a16:creationId xmlns:a16="http://schemas.microsoft.com/office/drawing/2014/main" id="{DE15A5B9-A1FD-D787-41AB-5BBE86D18F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88149" y="2452540"/>
            <a:ext cx="2555851" cy="1407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Datumsplatzhalter 4">
            <a:extLst>
              <a:ext uri="{FF2B5EF4-FFF2-40B4-BE49-F238E27FC236}">
                <a16:creationId xmlns:a16="http://schemas.microsoft.com/office/drawing/2014/main" id="{421E5BB3-BABE-861B-3F5D-2707241D3152}"/>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3E26BEE7-A3F7-8B5F-D479-D401C6A516FC}"/>
              </a:ext>
            </a:extLst>
          </p:cNvPr>
          <p:cNvSpPr>
            <a:spLocks noGrp="1"/>
          </p:cNvSpPr>
          <p:nvPr>
            <p:ph type="ftr" sz="quarter" idx="11"/>
          </p:nvPr>
        </p:nvSpPr>
        <p:spPr/>
        <p:txBody>
          <a:bodyPr/>
          <a:lstStyle/>
          <a:p>
            <a:r>
              <a:rPr lang="en-GB" dirty="0"/>
              <a:t>KMH | IL Scientific Method</a:t>
            </a:r>
          </a:p>
        </p:txBody>
      </p:sp>
      <p:sp>
        <p:nvSpPr>
          <p:cNvPr id="7" name="Foliennummernplatzhalter 6">
            <a:extLst>
              <a:ext uri="{FF2B5EF4-FFF2-40B4-BE49-F238E27FC236}">
                <a16:creationId xmlns:a16="http://schemas.microsoft.com/office/drawing/2014/main" id="{E7D35EC2-3A2B-F158-7245-CDB55B440AC4}"/>
              </a:ext>
            </a:extLst>
          </p:cNvPr>
          <p:cNvSpPr>
            <a:spLocks noGrp="1"/>
          </p:cNvSpPr>
          <p:nvPr>
            <p:ph type="sldNum" sz="quarter" idx="12"/>
          </p:nvPr>
        </p:nvSpPr>
        <p:spPr/>
        <p:txBody>
          <a:bodyPr/>
          <a:lstStyle/>
          <a:p>
            <a:fld id="{D836C0FE-70CA-4950-82D6-CF602CC2B770}" type="slidenum">
              <a:rPr lang="en-GB" smtClean="0"/>
              <a:t>20</a:t>
            </a:fld>
            <a:endParaRPr lang="en-GB" dirty="0"/>
          </a:p>
        </p:txBody>
      </p:sp>
    </p:spTree>
    <p:extLst>
      <p:ext uri="{BB962C8B-B14F-4D97-AF65-F5344CB8AC3E}">
        <p14:creationId xmlns:p14="http://schemas.microsoft.com/office/powerpoint/2010/main" val="1284502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0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819455-CEEC-D23E-DF0A-E06549E2A1F0}"/>
            </a:ext>
          </a:extLst>
        </p:cNvPr>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15EAB5D1-083B-2B94-605F-866D3E7201A8}"/>
              </a:ext>
            </a:extLst>
          </p:cNvPr>
          <p:cNvSpPr>
            <a:spLocks noGrp="1"/>
          </p:cNvSpPr>
          <p:nvPr>
            <p:ph type="sldNum" sz="quarter" idx="12"/>
          </p:nvPr>
        </p:nvSpPr>
        <p:spPr/>
        <p:txBody>
          <a:bodyPr/>
          <a:lstStyle/>
          <a:p>
            <a:fld id="{D836C0FE-70CA-4950-82D6-CF602CC2B770}" type="slidenum">
              <a:rPr lang="en-GB" smtClean="0"/>
              <a:t>21</a:t>
            </a:fld>
            <a:endParaRPr lang="en-GB" dirty="0"/>
          </a:p>
        </p:txBody>
      </p:sp>
      <p:sp>
        <p:nvSpPr>
          <p:cNvPr id="3" name="Titel 2">
            <a:extLst>
              <a:ext uri="{FF2B5EF4-FFF2-40B4-BE49-F238E27FC236}">
                <a16:creationId xmlns:a16="http://schemas.microsoft.com/office/drawing/2014/main" id="{CC1F3E4B-71F7-7D73-2861-A1385457CE34}"/>
              </a:ext>
            </a:extLst>
          </p:cNvPr>
          <p:cNvSpPr>
            <a:spLocks noGrp="1"/>
          </p:cNvSpPr>
          <p:nvPr>
            <p:ph type="title"/>
          </p:nvPr>
        </p:nvSpPr>
        <p:spPr/>
        <p:txBody>
          <a:bodyPr/>
          <a:lstStyle/>
          <a:p>
            <a:r>
              <a:rPr lang="en-GB" dirty="0"/>
              <a:t>How Austrian SMEs Approach Net-Zero: </a:t>
            </a:r>
            <a:br>
              <a:rPr lang="en-GB" dirty="0"/>
            </a:br>
            <a:r>
              <a:rPr lang="en-GB" dirty="0"/>
              <a:t>Meanings, Motivations, Barriers, and Futures</a:t>
            </a:r>
            <a:br>
              <a:rPr lang="en-GB" dirty="0"/>
            </a:br>
            <a:endParaRPr lang="en-GB" dirty="0"/>
          </a:p>
        </p:txBody>
      </p:sp>
      <p:sp>
        <p:nvSpPr>
          <p:cNvPr id="4" name="Inhaltsplatzhalter 3">
            <a:extLst>
              <a:ext uri="{FF2B5EF4-FFF2-40B4-BE49-F238E27FC236}">
                <a16:creationId xmlns:a16="http://schemas.microsoft.com/office/drawing/2014/main" id="{8B429B6B-19DB-5DA7-2746-BAB247B83B46}"/>
              </a:ext>
            </a:extLst>
          </p:cNvPr>
          <p:cNvSpPr>
            <a:spLocks noGrp="1"/>
          </p:cNvSpPr>
          <p:nvPr>
            <p:ph idx="1"/>
          </p:nvPr>
        </p:nvSpPr>
        <p:spPr/>
        <p:txBody>
          <a:bodyPr>
            <a:normAutofit/>
          </a:bodyPr>
          <a:lstStyle/>
          <a:p>
            <a:pPr>
              <a:spcAft>
                <a:spcPts val="1200"/>
              </a:spcAft>
            </a:pPr>
            <a:r>
              <a:rPr lang="en-GB" sz="2400" b="1" dirty="0"/>
              <a:t>RQ1 – Understanding of Net-Zero:</a:t>
            </a:r>
            <a:r>
              <a:rPr lang="en-GB" sz="2400" dirty="0"/>
              <a:t> How do SME managers define net-zero in the context of their own company, and what distinctions do they draw?</a:t>
            </a:r>
          </a:p>
          <a:p>
            <a:pPr>
              <a:spcAft>
                <a:spcPts val="1200"/>
              </a:spcAft>
            </a:pPr>
            <a:r>
              <a:rPr lang="en-GB" sz="2400" b="1" dirty="0"/>
              <a:t>RQ2 – Barriers:</a:t>
            </a:r>
            <a:r>
              <a:rPr lang="en-GB" sz="2400" dirty="0"/>
              <a:t> What obstacles do SME managers perceive as most significant when implementing net-zero strategies in their operations?</a:t>
            </a:r>
          </a:p>
          <a:p>
            <a:pPr>
              <a:spcAft>
                <a:spcPts val="1200"/>
              </a:spcAft>
            </a:pPr>
            <a:r>
              <a:rPr lang="en-GB" sz="2400" b="1" dirty="0"/>
              <a:t>RQ3 – Motivation:</a:t>
            </a:r>
            <a:r>
              <a:rPr lang="en-GB" sz="2400" dirty="0"/>
              <a:t> How do SME managers frame their motivation for pursuing net-zero strategies?</a:t>
            </a:r>
          </a:p>
          <a:p>
            <a:pPr>
              <a:spcAft>
                <a:spcPts val="1200"/>
              </a:spcAft>
            </a:pPr>
            <a:r>
              <a:rPr lang="en-GB" sz="2400" b="1" dirty="0"/>
              <a:t>RQ4 – Future Outlook:</a:t>
            </a:r>
            <a:r>
              <a:rPr lang="en-GB" sz="2400" dirty="0"/>
              <a:t> What vision do SME managers have for their company’s net-zero efforts, and how concrete and time-bound is it?</a:t>
            </a:r>
          </a:p>
        </p:txBody>
      </p:sp>
      <p:sp>
        <p:nvSpPr>
          <p:cNvPr id="5" name="Datumsplatzhalter 4">
            <a:extLst>
              <a:ext uri="{FF2B5EF4-FFF2-40B4-BE49-F238E27FC236}">
                <a16:creationId xmlns:a16="http://schemas.microsoft.com/office/drawing/2014/main" id="{9F7903C1-1206-9DF4-9341-9C73FF109647}"/>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9C6E3E4D-E2A7-B7C1-3610-7F945FB35C52}"/>
              </a:ext>
            </a:extLst>
          </p:cNvPr>
          <p:cNvSpPr>
            <a:spLocks noGrp="1"/>
          </p:cNvSpPr>
          <p:nvPr>
            <p:ph type="ftr" sz="quarter" idx="11"/>
          </p:nvPr>
        </p:nvSpPr>
        <p:spPr/>
        <p:txBody>
          <a:bodyPr/>
          <a:lstStyle/>
          <a:p>
            <a:r>
              <a:rPr lang="en-GB" dirty="0"/>
              <a:t>KMH</a:t>
            </a:r>
          </a:p>
        </p:txBody>
      </p:sp>
    </p:spTree>
    <p:extLst>
      <p:ext uri="{BB962C8B-B14F-4D97-AF65-F5344CB8AC3E}">
        <p14:creationId xmlns:p14="http://schemas.microsoft.com/office/powerpoint/2010/main" val="12026487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EA1CD6-EA16-9275-FA00-C07B95F79F6D}"/>
            </a:ext>
          </a:extLst>
        </p:cNvPr>
        <p:cNvGrpSpPr/>
        <p:nvPr/>
      </p:nvGrpSpPr>
      <p:grpSpPr>
        <a:xfrm>
          <a:off x="0" y="0"/>
          <a:ext cx="0" cy="0"/>
          <a:chOff x="0" y="0"/>
          <a:chExt cx="0" cy="0"/>
        </a:xfrm>
      </p:grpSpPr>
      <p:sp>
        <p:nvSpPr>
          <p:cNvPr id="7" name="Titel 6">
            <a:extLst>
              <a:ext uri="{FF2B5EF4-FFF2-40B4-BE49-F238E27FC236}">
                <a16:creationId xmlns:a16="http://schemas.microsoft.com/office/drawing/2014/main" id="{B96F2988-13DB-B980-3B2E-D2541EA7980F}"/>
              </a:ext>
            </a:extLst>
          </p:cNvPr>
          <p:cNvSpPr>
            <a:spLocks noGrp="1"/>
          </p:cNvSpPr>
          <p:nvPr>
            <p:ph type="title"/>
          </p:nvPr>
        </p:nvSpPr>
        <p:spPr/>
        <p:txBody>
          <a:bodyPr/>
          <a:lstStyle/>
          <a:p>
            <a:r>
              <a:rPr lang="en-GB" dirty="0"/>
              <a:t>Qualitative Content Analysis Software</a:t>
            </a:r>
          </a:p>
        </p:txBody>
      </p:sp>
      <p:sp>
        <p:nvSpPr>
          <p:cNvPr id="2" name="Foliennummernplatzhalter 1">
            <a:extLst>
              <a:ext uri="{FF2B5EF4-FFF2-40B4-BE49-F238E27FC236}">
                <a16:creationId xmlns:a16="http://schemas.microsoft.com/office/drawing/2014/main" id="{0EEE1A8E-2DA1-66DC-CAEB-799C74AD42DC}"/>
              </a:ext>
            </a:extLst>
          </p:cNvPr>
          <p:cNvSpPr>
            <a:spLocks noGrp="1"/>
          </p:cNvSpPr>
          <p:nvPr>
            <p:ph type="sldNum" sz="quarter" idx="4294967295"/>
          </p:nvPr>
        </p:nvSpPr>
        <p:spPr>
          <a:xfrm>
            <a:off x="11687175" y="6438900"/>
            <a:ext cx="504825" cy="144463"/>
          </a:xfrm>
        </p:spPr>
        <p:txBody>
          <a:bodyPr/>
          <a:lstStyle/>
          <a:p>
            <a:fld id="{D836C0FE-70CA-4950-82D6-CF602CC2B770}" type="slidenum">
              <a:rPr lang="en-GB" smtClean="0"/>
              <a:t>22</a:t>
            </a:fld>
            <a:endParaRPr lang="en-GB" dirty="0"/>
          </a:p>
        </p:txBody>
      </p:sp>
    </p:spTree>
    <p:extLst>
      <p:ext uri="{BB962C8B-B14F-4D97-AF65-F5344CB8AC3E}">
        <p14:creationId xmlns:p14="http://schemas.microsoft.com/office/powerpoint/2010/main" val="9318099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B09B695A-F216-A790-E183-8D9A420069DC}"/>
              </a:ext>
            </a:extLst>
          </p:cNvPr>
          <p:cNvSpPr>
            <a:spLocks noGrp="1"/>
          </p:cNvSpPr>
          <p:nvPr>
            <p:ph type="sldNum" sz="quarter" idx="12"/>
          </p:nvPr>
        </p:nvSpPr>
        <p:spPr/>
        <p:txBody>
          <a:bodyPr/>
          <a:lstStyle/>
          <a:p>
            <a:fld id="{D836C0FE-70CA-4950-82D6-CF602CC2B770}" type="slidenum">
              <a:rPr lang="en-GB" smtClean="0"/>
              <a:t>23</a:t>
            </a:fld>
            <a:endParaRPr lang="en-GB" dirty="0"/>
          </a:p>
        </p:txBody>
      </p:sp>
      <p:sp>
        <p:nvSpPr>
          <p:cNvPr id="3" name="Titel 2">
            <a:extLst>
              <a:ext uri="{FF2B5EF4-FFF2-40B4-BE49-F238E27FC236}">
                <a16:creationId xmlns:a16="http://schemas.microsoft.com/office/drawing/2014/main" id="{03E44DB5-C2C7-052C-7B6F-2C2727B53513}"/>
              </a:ext>
            </a:extLst>
          </p:cNvPr>
          <p:cNvSpPr>
            <a:spLocks noGrp="1"/>
          </p:cNvSpPr>
          <p:nvPr>
            <p:ph type="title"/>
          </p:nvPr>
        </p:nvSpPr>
        <p:spPr>
          <a:xfrm>
            <a:off x="695326" y="476672"/>
            <a:ext cx="5237123" cy="792000"/>
          </a:xfrm>
        </p:spPr>
        <p:txBody>
          <a:bodyPr/>
          <a:lstStyle/>
          <a:p>
            <a:r>
              <a:rPr lang="en-GB" dirty="0"/>
              <a:t>Qualitative Content Analysis in a Nutshell</a:t>
            </a:r>
          </a:p>
        </p:txBody>
      </p:sp>
      <p:sp>
        <p:nvSpPr>
          <p:cNvPr id="5" name="Datumsplatzhalter 4">
            <a:extLst>
              <a:ext uri="{FF2B5EF4-FFF2-40B4-BE49-F238E27FC236}">
                <a16:creationId xmlns:a16="http://schemas.microsoft.com/office/drawing/2014/main" id="{CD395DAA-B825-A537-25F3-C89489467BED}"/>
              </a:ext>
            </a:extLst>
          </p:cNvPr>
          <p:cNvSpPr>
            <a:spLocks noGrp="1"/>
          </p:cNvSpPr>
          <p:nvPr>
            <p:ph type="dt" sz="half" idx="10"/>
          </p:nvPr>
        </p:nvSpPr>
        <p:spPr/>
        <p:txBody>
          <a:bodyPr/>
          <a:lstStyle/>
          <a:p>
            <a:r>
              <a:rPr lang="en-GB" dirty="0"/>
              <a:t>(Berg &amp; Lune, 2017:196)</a:t>
            </a:r>
          </a:p>
        </p:txBody>
      </p:sp>
      <p:sp>
        <p:nvSpPr>
          <p:cNvPr id="6" name="Fußzeilenplatzhalter 5">
            <a:extLst>
              <a:ext uri="{FF2B5EF4-FFF2-40B4-BE49-F238E27FC236}">
                <a16:creationId xmlns:a16="http://schemas.microsoft.com/office/drawing/2014/main" id="{B596263E-9DE3-3F03-8E0B-7376934C9449}"/>
              </a:ext>
            </a:extLst>
          </p:cNvPr>
          <p:cNvSpPr>
            <a:spLocks noGrp="1"/>
          </p:cNvSpPr>
          <p:nvPr>
            <p:ph type="ftr" sz="quarter" idx="11"/>
          </p:nvPr>
        </p:nvSpPr>
        <p:spPr/>
        <p:txBody>
          <a:bodyPr/>
          <a:lstStyle/>
          <a:p>
            <a:r>
              <a:rPr lang="en-GB" dirty="0"/>
              <a:t>KMH | IL Scientific Method</a:t>
            </a:r>
          </a:p>
        </p:txBody>
      </p:sp>
      <p:sp>
        <p:nvSpPr>
          <p:cNvPr id="4" name="Inhaltsplatzhalter 3">
            <a:extLst>
              <a:ext uri="{FF2B5EF4-FFF2-40B4-BE49-F238E27FC236}">
                <a16:creationId xmlns:a16="http://schemas.microsoft.com/office/drawing/2014/main" id="{5A429246-43BB-D523-81B5-CC26D4E3B874}"/>
              </a:ext>
            </a:extLst>
          </p:cNvPr>
          <p:cNvSpPr>
            <a:spLocks noGrp="1"/>
          </p:cNvSpPr>
          <p:nvPr>
            <p:ph idx="1"/>
          </p:nvPr>
        </p:nvSpPr>
        <p:spPr>
          <a:xfrm>
            <a:off x="695325" y="2297151"/>
            <a:ext cx="5237123" cy="3233854"/>
          </a:xfrm>
        </p:spPr>
        <p:txBody>
          <a:bodyPr/>
          <a:lstStyle/>
          <a:p>
            <a:pPr marL="0" indent="0">
              <a:buNone/>
            </a:pPr>
            <a:r>
              <a:rPr lang="en-GB" b="1" dirty="0"/>
              <a:t>A) Qualitative content analysis:</a:t>
            </a:r>
          </a:p>
          <a:p>
            <a:r>
              <a:rPr lang="en-GB" dirty="0"/>
              <a:t>Systematic method to analyse and interpret communication content.</a:t>
            </a:r>
          </a:p>
          <a:p>
            <a:pPr lvl="1"/>
            <a:r>
              <a:rPr lang="en-GB" dirty="0"/>
              <a:t>texts, images, or media</a:t>
            </a:r>
          </a:p>
          <a:p>
            <a:r>
              <a:rPr lang="en-GB" dirty="0"/>
              <a:t>Identifies patterns, themes, or meanings</a:t>
            </a:r>
          </a:p>
          <a:p>
            <a:r>
              <a:rPr lang="en-GB" dirty="0"/>
              <a:t>Involves coding and categorising data</a:t>
            </a:r>
          </a:p>
        </p:txBody>
      </p:sp>
      <p:pic>
        <p:nvPicPr>
          <p:cNvPr id="9" name="Picture 8">
            <a:extLst>
              <a:ext uri="{FF2B5EF4-FFF2-40B4-BE49-F238E27FC236}">
                <a16:creationId xmlns:a16="http://schemas.microsoft.com/office/drawing/2014/main" id="{9D2D9135-B6F6-870B-6003-A3A7A89A4F6F}"/>
              </a:ext>
            </a:extLst>
          </p:cNvPr>
          <p:cNvPicPr>
            <a:picLocks noChangeAspect="1"/>
          </p:cNvPicPr>
          <p:nvPr/>
        </p:nvPicPr>
        <p:blipFill>
          <a:blip r:embed="rId2"/>
          <a:stretch>
            <a:fillRect/>
          </a:stretch>
        </p:blipFill>
        <p:spPr>
          <a:xfrm>
            <a:off x="6338856" y="448943"/>
            <a:ext cx="5445144" cy="5603811"/>
          </a:xfrm>
          <a:prstGeom prst="rect">
            <a:avLst/>
          </a:prstGeom>
        </p:spPr>
      </p:pic>
    </p:spTree>
    <p:extLst>
      <p:ext uri="{BB962C8B-B14F-4D97-AF65-F5344CB8AC3E}">
        <p14:creationId xmlns:p14="http://schemas.microsoft.com/office/powerpoint/2010/main" val="29873901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D7DA50-9E49-F3F5-D78B-1E245699179A}"/>
            </a:ext>
          </a:extLst>
        </p:cNvPr>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1DD17B91-0863-8DE7-532D-DC459FE74DFC}"/>
              </a:ext>
            </a:extLst>
          </p:cNvPr>
          <p:cNvSpPr>
            <a:spLocks noGrp="1"/>
          </p:cNvSpPr>
          <p:nvPr>
            <p:ph type="sldNum" sz="quarter" idx="12"/>
          </p:nvPr>
        </p:nvSpPr>
        <p:spPr/>
        <p:txBody>
          <a:bodyPr/>
          <a:lstStyle/>
          <a:p>
            <a:fld id="{D836C0FE-70CA-4950-82D6-CF602CC2B770}" type="slidenum">
              <a:rPr lang="en-GB" smtClean="0"/>
              <a:t>24</a:t>
            </a:fld>
            <a:endParaRPr lang="en-GB" dirty="0"/>
          </a:p>
        </p:txBody>
      </p:sp>
      <p:sp>
        <p:nvSpPr>
          <p:cNvPr id="3" name="Titel 2">
            <a:extLst>
              <a:ext uri="{FF2B5EF4-FFF2-40B4-BE49-F238E27FC236}">
                <a16:creationId xmlns:a16="http://schemas.microsoft.com/office/drawing/2014/main" id="{9F99439E-9212-CC3C-9F78-489A68A04077}"/>
              </a:ext>
            </a:extLst>
          </p:cNvPr>
          <p:cNvSpPr>
            <a:spLocks noGrp="1"/>
          </p:cNvSpPr>
          <p:nvPr>
            <p:ph type="title"/>
          </p:nvPr>
        </p:nvSpPr>
        <p:spPr>
          <a:xfrm>
            <a:off x="695326" y="476672"/>
            <a:ext cx="9190079" cy="792000"/>
          </a:xfrm>
        </p:spPr>
        <p:txBody>
          <a:bodyPr/>
          <a:lstStyle/>
          <a:p>
            <a:r>
              <a:rPr lang="en-GB" dirty="0"/>
              <a:t>An Example: MAXQDA</a:t>
            </a:r>
          </a:p>
        </p:txBody>
      </p:sp>
      <p:sp>
        <p:nvSpPr>
          <p:cNvPr id="5" name="Datumsplatzhalter 4">
            <a:extLst>
              <a:ext uri="{FF2B5EF4-FFF2-40B4-BE49-F238E27FC236}">
                <a16:creationId xmlns:a16="http://schemas.microsoft.com/office/drawing/2014/main" id="{CEA90C97-58E5-59AB-E046-30A1A0ECAA93}"/>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2B60401D-C79D-346D-B36F-DFA935D4F1F1}"/>
              </a:ext>
            </a:extLst>
          </p:cNvPr>
          <p:cNvSpPr>
            <a:spLocks noGrp="1"/>
          </p:cNvSpPr>
          <p:nvPr>
            <p:ph type="ftr" sz="quarter" idx="11"/>
          </p:nvPr>
        </p:nvSpPr>
        <p:spPr/>
        <p:txBody>
          <a:bodyPr/>
          <a:lstStyle/>
          <a:p>
            <a:r>
              <a:rPr lang="en-GB" dirty="0"/>
              <a:t>KMH | IL Scientific Method</a:t>
            </a:r>
          </a:p>
        </p:txBody>
      </p:sp>
      <p:pic>
        <p:nvPicPr>
          <p:cNvPr id="2050" name="Picture 2">
            <a:extLst>
              <a:ext uri="{FF2B5EF4-FFF2-40B4-BE49-F238E27FC236}">
                <a16:creationId xmlns:a16="http://schemas.microsoft.com/office/drawing/2014/main" id="{BC8A5F08-FCC4-8468-0B16-0AB44675B96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59187" y="1269000"/>
            <a:ext cx="8056181" cy="4606925"/>
          </a:xfrm>
          <a:prstGeom prst="rect">
            <a:avLst/>
          </a:prstGeom>
          <a:noFill/>
          <a:ln w="6350">
            <a:solidFill>
              <a:schemeClr val="tx1"/>
            </a:solidFill>
          </a:ln>
          <a:effectLst>
            <a:outerShdw blurRad="254000" dist="107763" dir="2699994" algn="tl">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271308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0826DF1F-7ACA-8F8B-5B64-A03F6411F7B3}"/>
              </a:ext>
            </a:extLst>
          </p:cNvPr>
          <p:cNvSpPr>
            <a:spLocks noGrp="1"/>
          </p:cNvSpPr>
          <p:nvPr>
            <p:ph type="sldNum" sz="quarter" idx="12"/>
          </p:nvPr>
        </p:nvSpPr>
        <p:spPr/>
        <p:txBody>
          <a:bodyPr/>
          <a:lstStyle/>
          <a:p>
            <a:fld id="{D836C0FE-70CA-4950-82D6-CF602CC2B770}" type="slidenum">
              <a:rPr lang="en-GB" smtClean="0"/>
              <a:t>25</a:t>
            </a:fld>
            <a:endParaRPr lang="en-GB" dirty="0"/>
          </a:p>
        </p:txBody>
      </p:sp>
      <p:sp>
        <p:nvSpPr>
          <p:cNvPr id="3" name="Titel 2">
            <a:extLst>
              <a:ext uri="{FF2B5EF4-FFF2-40B4-BE49-F238E27FC236}">
                <a16:creationId xmlns:a16="http://schemas.microsoft.com/office/drawing/2014/main" id="{E55FC7FA-D838-5DE3-7675-92906E45656E}"/>
              </a:ext>
            </a:extLst>
          </p:cNvPr>
          <p:cNvSpPr>
            <a:spLocks noGrp="1"/>
          </p:cNvSpPr>
          <p:nvPr>
            <p:ph type="title"/>
          </p:nvPr>
        </p:nvSpPr>
        <p:spPr/>
        <p:txBody>
          <a:bodyPr/>
          <a:lstStyle/>
          <a:p>
            <a:r>
              <a:rPr lang="en-GB" dirty="0"/>
              <a:t>An Example: MAXQDA</a:t>
            </a:r>
          </a:p>
        </p:txBody>
      </p:sp>
      <p:sp>
        <p:nvSpPr>
          <p:cNvPr id="5" name="Datumsplatzhalter 4">
            <a:extLst>
              <a:ext uri="{FF2B5EF4-FFF2-40B4-BE49-F238E27FC236}">
                <a16:creationId xmlns:a16="http://schemas.microsoft.com/office/drawing/2014/main" id="{85FAB19F-CBF1-75AE-F153-07E4AD8CC103}"/>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D906E386-58C8-070C-D3DD-661395FB8E9F}"/>
              </a:ext>
            </a:extLst>
          </p:cNvPr>
          <p:cNvSpPr>
            <a:spLocks noGrp="1"/>
          </p:cNvSpPr>
          <p:nvPr>
            <p:ph type="ftr" sz="quarter" idx="11"/>
          </p:nvPr>
        </p:nvSpPr>
        <p:spPr/>
        <p:txBody>
          <a:bodyPr/>
          <a:lstStyle/>
          <a:p>
            <a:r>
              <a:rPr lang="en-GB" dirty="0"/>
              <a:t>KMH</a:t>
            </a:r>
          </a:p>
        </p:txBody>
      </p:sp>
      <p:pic>
        <p:nvPicPr>
          <p:cNvPr id="1026" name="Picture 2">
            <a:hlinkClick r:id="rId2"/>
            <a:extLst>
              <a:ext uri="{FF2B5EF4-FFF2-40B4-BE49-F238E27FC236}">
                <a16:creationId xmlns:a16="http://schemas.microsoft.com/office/drawing/2014/main" id="{E838BACD-4885-B34D-47C5-20FA7555FCA1}"/>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355481" y="1485000"/>
            <a:ext cx="9481037" cy="42674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98203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D9FED779-069A-6983-88F8-9DFDCCE4400C}"/>
              </a:ext>
            </a:extLst>
          </p:cNvPr>
          <p:cNvSpPr>
            <a:spLocks noGrp="1"/>
          </p:cNvSpPr>
          <p:nvPr>
            <p:ph type="sldNum" sz="quarter" idx="12"/>
          </p:nvPr>
        </p:nvSpPr>
        <p:spPr/>
        <p:txBody>
          <a:bodyPr/>
          <a:lstStyle/>
          <a:p>
            <a:fld id="{D836C0FE-70CA-4950-82D6-CF602CC2B770}" type="slidenum">
              <a:rPr lang="en-GB" smtClean="0"/>
              <a:t>26</a:t>
            </a:fld>
            <a:endParaRPr lang="en-GB" dirty="0"/>
          </a:p>
        </p:txBody>
      </p:sp>
      <p:sp>
        <p:nvSpPr>
          <p:cNvPr id="3" name="Titel 2">
            <a:extLst>
              <a:ext uri="{FF2B5EF4-FFF2-40B4-BE49-F238E27FC236}">
                <a16:creationId xmlns:a16="http://schemas.microsoft.com/office/drawing/2014/main" id="{00F29F13-D1A8-6D9F-D54A-21E80163D77A}"/>
              </a:ext>
            </a:extLst>
          </p:cNvPr>
          <p:cNvSpPr>
            <a:spLocks noGrp="1"/>
          </p:cNvSpPr>
          <p:nvPr>
            <p:ph type="title"/>
          </p:nvPr>
        </p:nvSpPr>
        <p:spPr/>
        <p:txBody>
          <a:bodyPr/>
          <a:lstStyle/>
          <a:p>
            <a:r>
              <a:rPr lang="en-GB" dirty="0"/>
              <a:t>An Example: MAXQDA</a:t>
            </a:r>
          </a:p>
        </p:txBody>
      </p:sp>
      <p:pic>
        <p:nvPicPr>
          <p:cNvPr id="8" name="Inhaltsplatzhalter 7">
            <a:hlinkClick r:id="rId2"/>
            <a:extLst>
              <a:ext uri="{FF2B5EF4-FFF2-40B4-BE49-F238E27FC236}">
                <a16:creationId xmlns:a16="http://schemas.microsoft.com/office/drawing/2014/main" id="{58F71816-0B33-85C6-7E25-90C4A9383909}"/>
              </a:ext>
            </a:extLst>
          </p:cNvPr>
          <p:cNvPicPr>
            <a:picLocks noGrp="1" noChangeAspect="1"/>
          </p:cNvPicPr>
          <p:nvPr>
            <p:ph idx="1"/>
          </p:nvPr>
        </p:nvPicPr>
        <p:blipFill>
          <a:blip r:embed="rId3"/>
          <a:stretch>
            <a:fillRect/>
          </a:stretch>
        </p:blipFill>
        <p:spPr bwMode="gray">
          <a:xfrm>
            <a:off x="1956810" y="1485000"/>
            <a:ext cx="3479700" cy="4535488"/>
          </a:xfrm>
          <a:prstGeom prst="rect">
            <a:avLst/>
          </a:prstGeom>
          <a:ln w="6350">
            <a:solidFill>
              <a:schemeClr val="tx1"/>
            </a:solidFill>
          </a:ln>
          <a:effectLst>
            <a:outerShdw blurRad="254000" dist="107763" dir="2699994" algn="tl">
              <a:prstClr val="black">
                <a:alpha val="40000"/>
              </a:prstClr>
            </a:outerShdw>
          </a:effectLst>
        </p:spPr>
      </p:pic>
      <p:sp>
        <p:nvSpPr>
          <p:cNvPr id="5" name="Datumsplatzhalter 4">
            <a:extLst>
              <a:ext uri="{FF2B5EF4-FFF2-40B4-BE49-F238E27FC236}">
                <a16:creationId xmlns:a16="http://schemas.microsoft.com/office/drawing/2014/main" id="{F6BDD543-588C-9DBD-59A4-BDFE042BB102}"/>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1A4281EC-980B-CD7C-C863-1AC9040D12BB}"/>
              </a:ext>
            </a:extLst>
          </p:cNvPr>
          <p:cNvSpPr>
            <a:spLocks noGrp="1"/>
          </p:cNvSpPr>
          <p:nvPr>
            <p:ph type="ftr" sz="quarter" idx="11"/>
          </p:nvPr>
        </p:nvSpPr>
        <p:spPr/>
        <p:txBody>
          <a:bodyPr/>
          <a:lstStyle/>
          <a:p>
            <a:r>
              <a:rPr lang="en-GB" dirty="0"/>
              <a:t>KMH</a:t>
            </a:r>
          </a:p>
        </p:txBody>
      </p:sp>
      <p:pic>
        <p:nvPicPr>
          <p:cNvPr id="10" name="Picture 9">
            <a:hlinkClick r:id="rId4"/>
            <a:extLst>
              <a:ext uri="{FF2B5EF4-FFF2-40B4-BE49-F238E27FC236}">
                <a16:creationId xmlns:a16="http://schemas.microsoft.com/office/drawing/2014/main" id="{2D0EDA9C-BCF6-6704-8C26-BFA8923619EE}"/>
              </a:ext>
            </a:extLst>
          </p:cNvPr>
          <p:cNvPicPr>
            <a:picLocks noChangeAspect="1"/>
          </p:cNvPicPr>
          <p:nvPr/>
        </p:nvPicPr>
        <p:blipFill>
          <a:blip r:embed="rId5"/>
          <a:stretch>
            <a:fillRect/>
          </a:stretch>
        </p:blipFill>
        <p:spPr>
          <a:xfrm>
            <a:off x="6348810" y="1485000"/>
            <a:ext cx="3491190" cy="4535488"/>
          </a:xfrm>
          <a:prstGeom prst="rect">
            <a:avLst/>
          </a:prstGeom>
          <a:ln w="6350">
            <a:solidFill>
              <a:schemeClr val="tx1"/>
            </a:solidFill>
          </a:ln>
          <a:effectLst>
            <a:outerShdw blurRad="254000" dist="107763" dir="2699994" algn="tl">
              <a:prstClr val="black">
                <a:alpha val="40000"/>
              </a:prstClr>
            </a:outerShdw>
          </a:effectLst>
        </p:spPr>
      </p:pic>
    </p:spTree>
    <p:extLst>
      <p:ext uri="{BB962C8B-B14F-4D97-AF65-F5344CB8AC3E}">
        <p14:creationId xmlns:p14="http://schemas.microsoft.com/office/powerpoint/2010/main" val="5330319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3D9F3-D1C8-585F-D9EE-CEA070FE9EDA}"/>
            </a:ext>
          </a:extLst>
        </p:cNvPr>
        <p:cNvGrpSpPr/>
        <p:nvPr/>
      </p:nvGrpSpPr>
      <p:grpSpPr>
        <a:xfrm>
          <a:off x="0" y="0"/>
          <a:ext cx="0" cy="0"/>
          <a:chOff x="0" y="0"/>
          <a:chExt cx="0" cy="0"/>
        </a:xfrm>
      </p:grpSpPr>
      <p:sp>
        <p:nvSpPr>
          <p:cNvPr id="7" name="Titel 6">
            <a:extLst>
              <a:ext uri="{FF2B5EF4-FFF2-40B4-BE49-F238E27FC236}">
                <a16:creationId xmlns:a16="http://schemas.microsoft.com/office/drawing/2014/main" id="{06996ED2-4F20-F8B3-DE78-72C9669F7828}"/>
              </a:ext>
            </a:extLst>
          </p:cNvPr>
          <p:cNvSpPr>
            <a:spLocks noGrp="1"/>
          </p:cNvSpPr>
          <p:nvPr>
            <p:ph type="title"/>
          </p:nvPr>
        </p:nvSpPr>
        <p:spPr/>
        <p:txBody>
          <a:bodyPr/>
          <a:lstStyle/>
          <a:p>
            <a:r>
              <a:rPr lang="en-GB" dirty="0"/>
              <a:t>Thematic coding</a:t>
            </a:r>
            <a:br>
              <a:rPr lang="en-GB" dirty="0"/>
            </a:br>
            <a:r>
              <a:rPr lang="en-GB" dirty="0"/>
              <a:t>a la Hopf et al. (1995)</a:t>
            </a:r>
          </a:p>
        </p:txBody>
      </p:sp>
      <p:sp>
        <p:nvSpPr>
          <p:cNvPr id="2" name="Foliennummernplatzhalter 1">
            <a:extLst>
              <a:ext uri="{FF2B5EF4-FFF2-40B4-BE49-F238E27FC236}">
                <a16:creationId xmlns:a16="http://schemas.microsoft.com/office/drawing/2014/main" id="{3FBEADE2-A13A-317F-0474-5ED00B22174B}"/>
              </a:ext>
            </a:extLst>
          </p:cNvPr>
          <p:cNvSpPr>
            <a:spLocks noGrp="1"/>
          </p:cNvSpPr>
          <p:nvPr>
            <p:ph type="sldNum" sz="quarter" idx="4294967295"/>
          </p:nvPr>
        </p:nvSpPr>
        <p:spPr>
          <a:xfrm>
            <a:off x="11687175" y="6438900"/>
            <a:ext cx="504825" cy="144463"/>
          </a:xfrm>
        </p:spPr>
        <p:txBody>
          <a:bodyPr/>
          <a:lstStyle/>
          <a:p>
            <a:fld id="{D836C0FE-70CA-4950-82D6-CF602CC2B770}" type="slidenum">
              <a:rPr lang="en-GB" smtClean="0"/>
              <a:t>27</a:t>
            </a:fld>
            <a:endParaRPr lang="en-GB" dirty="0"/>
          </a:p>
        </p:txBody>
      </p:sp>
    </p:spTree>
    <p:extLst>
      <p:ext uri="{BB962C8B-B14F-4D97-AF65-F5344CB8AC3E}">
        <p14:creationId xmlns:p14="http://schemas.microsoft.com/office/powerpoint/2010/main" val="27584494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809D4DFD-A64C-12E4-E573-CFD3EDFCA5F5}"/>
              </a:ext>
            </a:extLst>
          </p:cNvPr>
          <p:cNvSpPr>
            <a:spLocks noGrp="1"/>
          </p:cNvSpPr>
          <p:nvPr>
            <p:ph type="sldNum" sz="quarter" idx="12"/>
          </p:nvPr>
        </p:nvSpPr>
        <p:spPr/>
        <p:txBody>
          <a:bodyPr/>
          <a:lstStyle/>
          <a:p>
            <a:fld id="{D836C0FE-70CA-4950-82D6-CF602CC2B770}" type="slidenum">
              <a:rPr lang="en-GB" smtClean="0"/>
              <a:t>28</a:t>
            </a:fld>
            <a:endParaRPr lang="en-GB" dirty="0"/>
          </a:p>
        </p:txBody>
      </p:sp>
      <p:sp>
        <p:nvSpPr>
          <p:cNvPr id="3" name="Titel 2">
            <a:extLst>
              <a:ext uri="{FF2B5EF4-FFF2-40B4-BE49-F238E27FC236}">
                <a16:creationId xmlns:a16="http://schemas.microsoft.com/office/drawing/2014/main" id="{017F131F-71AB-B5E1-9641-C75E034E932F}"/>
              </a:ext>
            </a:extLst>
          </p:cNvPr>
          <p:cNvSpPr>
            <a:spLocks noGrp="1"/>
          </p:cNvSpPr>
          <p:nvPr>
            <p:ph type="title"/>
          </p:nvPr>
        </p:nvSpPr>
        <p:spPr/>
        <p:txBody>
          <a:bodyPr/>
          <a:lstStyle/>
          <a:p>
            <a:r>
              <a:rPr lang="en-GB" dirty="0"/>
              <a:t>Qualitative Analysis: The Basic Workflow</a:t>
            </a:r>
          </a:p>
        </p:txBody>
      </p:sp>
      <p:pic>
        <p:nvPicPr>
          <p:cNvPr id="8" name="Content Placeholder 7">
            <a:extLst>
              <a:ext uri="{FF2B5EF4-FFF2-40B4-BE49-F238E27FC236}">
                <a16:creationId xmlns:a16="http://schemas.microsoft.com/office/drawing/2014/main" id="{92309274-7B2C-3FFC-5DA1-A20D3F4E517A}"/>
              </a:ext>
            </a:extLst>
          </p:cNvPr>
          <p:cNvPicPr>
            <a:picLocks noGrp="1" noChangeAspect="1"/>
          </p:cNvPicPr>
          <p:nvPr>
            <p:ph idx="1"/>
          </p:nvPr>
        </p:nvPicPr>
        <p:blipFill>
          <a:blip r:embed="rId2">
            <a:clrChange>
              <a:clrFrom>
                <a:srgbClr val="EDEDED"/>
              </a:clrFrom>
              <a:clrTo>
                <a:srgbClr val="EDEDED">
                  <a:alpha val="0"/>
                </a:srgbClr>
              </a:clrTo>
            </a:clrChange>
          </a:blip>
          <a:stretch>
            <a:fillRect/>
          </a:stretch>
        </p:blipFill>
        <p:spPr bwMode="gray">
          <a:xfrm>
            <a:off x="2135999" y="981000"/>
            <a:ext cx="7920002" cy="5534060"/>
          </a:xfrm>
          <a:prstGeom prst="rect">
            <a:avLst/>
          </a:prstGeom>
        </p:spPr>
      </p:pic>
      <p:sp>
        <p:nvSpPr>
          <p:cNvPr id="5" name="Datumsplatzhalter 4">
            <a:extLst>
              <a:ext uri="{FF2B5EF4-FFF2-40B4-BE49-F238E27FC236}">
                <a16:creationId xmlns:a16="http://schemas.microsoft.com/office/drawing/2014/main" id="{26682F31-DE42-A47D-A049-1266290624AD}"/>
              </a:ext>
            </a:extLst>
          </p:cNvPr>
          <p:cNvSpPr>
            <a:spLocks noGrp="1"/>
          </p:cNvSpPr>
          <p:nvPr>
            <p:ph type="dt" sz="half" idx="10"/>
          </p:nvPr>
        </p:nvSpPr>
        <p:spPr/>
        <p:txBody>
          <a:bodyPr/>
          <a:lstStyle/>
          <a:p>
            <a:r>
              <a:rPr lang="en-GB" dirty="0"/>
              <a:t>(Rädiker &amp; Kuckartz, 2020:17)</a:t>
            </a:r>
          </a:p>
        </p:txBody>
      </p:sp>
      <p:sp>
        <p:nvSpPr>
          <p:cNvPr id="6" name="Fußzeilenplatzhalter 5">
            <a:extLst>
              <a:ext uri="{FF2B5EF4-FFF2-40B4-BE49-F238E27FC236}">
                <a16:creationId xmlns:a16="http://schemas.microsoft.com/office/drawing/2014/main" id="{F9C87CB9-F4B4-6A31-67A9-40824D2C6B6E}"/>
              </a:ext>
            </a:extLst>
          </p:cNvPr>
          <p:cNvSpPr>
            <a:spLocks noGrp="1"/>
          </p:cNvSpPr>
          <p:nvPr>
            <p:ph type="ftr" sz="quarter" idx="11"/>
          </p:nvPr>
        </p:nvSpPr>
        <p:spPr/>
        <p:txBody>
          <a:bodyPr/>
          <a:lstStyle/>
          <a:p>
            <a:r>
              <a:rPr lang="en-GB" dirty="0"/>
              <a:t>KMH</a:t>
            </a:r>
          </a:p>
        </p:txBody>
      </p:sp>
    </p:spTree>
    <p:extLst>
      <p:ext uri="{BB962C8B-B14F-4D97-AF65-F5344CB8AC3E}">
        <p14:creationId xmlns:p14="http://schemas.microsoft.com/office/powerpoint/2010/main" val="5359771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E2F05895-CF5B-93D0-F4F9-A70996E386C0}"/>
              </a:ext>
            </a:extLst>
          </p:cNvPr>
          <p:cNvSpPr>
            <a:spLocks noGrp="1"/>
          </p:cNvSpPr>
          <p:nvPr>
            <p:ph type="sldNum" sz="quarter" idx="12"/>
          </p:nvPr>
        </p:nvSpPr>
        <p:spPr/>
        <p:txBody>
          <a:bodyPr/>
          <a:lstStyle/>
          <a:p>
            <a:fld id="{D836C0FE-70CA-4950-82D6-CF602CC2B770}" type="slidenum">
              <a:rPr lang="en-GB" smtClean="0"/>
              <a:t>29</a:t>
            </a:fld>
            <a:endParaRPr lang="en-GB" dirty="0"/>
          </a:p>
        </p:txBody>
      </p:sp>
      <p:sp>
        <p:nvSpPr>
          <p:cNvPr id="3" name="Titel 2">
            <a:extLst>
              <a:ext uri="{FF2B5EF4-FFF2-40B4-BE49-F238E27FC236}">
                <a16:creationId xmlns:a16="http://schemas.microsoft.com/office/drawing/2014/main" id="{50EB6ED6-E11F-D5D8-843C-9F323D7202F4}"/>
              </a:ext>
            </a:extLst>
          </p:cNvPr>
          <p:cNvSpPr>
            <a:spLocks noGrp="1"/>
          </p:cNvSpPr>
          <p:nvPr>
            <p:ph type="title"/>
          </p:nvPr>
        </p:nvSpPr>
        <p:spPr/>
        <p:txBody>
          <a:bodyPr/>
          <a:lstStyle/>
          <a:p>
            <a:r>
              <a:rPr lang="en-GB" dirty="0"/>
              <a:t>One Approach: Thematic Coding (cf. Hopf et al 1995):</a:t>
            </a:r>
          </a:p>
        </p:txBody>
      </p:sp>
      <p:sp>
        <p:nvSpPr>
          <p:cNvPr id="4" name="Inhaltsplatzhalter 3">
            <a:extLst>
              <a:ext uri="{FF2B5EF4-FFF2-40B4-BE49-F238E27FC236}">
                <a16:creationId xmlns:a16="http://schemas.microsoft.com/office/drawing/2014/main" id="{306BF73F-F746-C8EC-D035-B4027AFFF8E9}"/>
              </a:ext>
            </a:extLst>
          </p:cNvPr>
          <p:cNvSpPr>
            <a:spLocks noGrp="1"/>
          </p:cNvSpPr>
          <p:nvPr>
            <p:ph idx="1"/>
          </p:nvPr>
        </p:nvSpPr>
        <p:spPr/>
        <p:txBody>
          <a:bodyPr>
            <a:normAutofit/>
          </a:bodyPr>
          <a:lstStyle/>
          <a:p>
            <a:pPr marL="685800" lvl="1" indent="-342900">
              <a:buFont typeface="+mj-lt"/>
              <a:buAutoNum type="arabicPeriod"/>
            </a:pPr>
            <a:r>
              <a:rPr lang="en-GB" sz="2400" b="1" dirty="0">
                <a:solidFill>
                  <a:schemeClr val="tx2"/>
                </a:solidFill>
              </a:rPr>
              <a:t>Development of evaluation categories</a:t>
            </a:r>
          </a:p>
          <a:p>
            <a:pPr marL="685800" lvl="1" indent="-342900">
              <a:buFont typeface="+mj-lt"/>
              <a:buAutoNum type="arabicPeriod"/>
            </a:pPr>
            <a:r>
              <a:rPr lang="en-GB" sz="2400" b="1" dirty="0"/>
              <a:t>Coding</a:t>
            </a:r>
            <a:r>
              <a:rPr lang="en-GB" sz="2400" dirty="0"/>
              <a:t> the material</a:t>
            </a:r>
          </a:p>
          <a:p>
            <a:pPr marL="685800" lvl="1" indent="-342900">
              <a:buFont typeface="+mj-lt"/>
              <a:buAutoNum type="arabicPeriod"/>
            </a:pPr>
            <a:r>
              <a:rPr lang="en-GB" sz="2400" dirty="0"/>
              <a:t>Quant. material </a:t>
            </a:r>
            <a:r>
              <a:rPr lang="en-GB" sz="2400" b="1" dirty="0"/>
              <a:t>overview</a:t>
            </a:r>
          </a:p>
          <a:p>
            <a:pPr marL="685800" lvl="1" indent="-342900">
              <a:buFont typeface="+mj-lt"/>
              <a:buAutoNum type="arabicPeriod"/>
            </a:pPr>
            <a:r>
              <a:rPr lang="en-GB" sz="2400" dirty="0"/>
              <a:t>Optional: In-depth interpretation of individual cases</a:t>
            </a:r>
          </a:p>
        </p:txBody>
      </p:sp>
      <p:sp>
        <p:nvSpPr>
          <p:cNvPr id="5" name="Datumsplatzhalter 4">
            <a:extLst>
              <a:ext uri="{FF2B5EF4-FFF2-40B4-BE49-F238E27FC236}">
                <a16:creationId xmlns:a16="http://schemas.microsoft.com/office/drawing/2014/main" id="{AB6B1769-B82E-17D4-74B9-3B065C6B6099}"/>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5ED98B22-1355-3E65-E380-A0575E663881}"/>
              </a:ext>
            </a:extLst>
          </p:cNvPr>
          <p:cNvSpPr>
            <a:spLocks noGrp="1"/>
          </p:cNvSpPr>
          <p:nvPr>
            <p:ph type="ftr" sz="quarter" idx="11"/>
          </p:nvPr>
        </p:nvSpPr>
        <p:spPr/>
        <p:txBody>
          <a:bodyPr/>
          <a:lstStyle/>
          <a:p>
            <a:r>
              <a:rPr lang="en-GB" dirty="0"/>
              <a:t>KMH | IL Scientific Method</a:t>
            </a:r>
          </a:p>
        </p:txBody>
      </p:sp>
    </p:spTree>
    <p:extLst>
      <p:ext uri="{BB962C8B-B14F-4D97-AF65-F5344CB8AC3E}">
        <p14:creationId xmlns:p14="http://schemas.microsoft.com/office/powerpoint/2010/main" val="16476591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E76CBB-19D9-21FB-1749-EE5A694293EF}"/>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8973C84D-ABC0-2C89-17D7-A5E1B4517C0D}"/>
              </a:ext>
            </a:extLst>
          </p:cNvPr>
          <p:cNvSpPr>
            <a:spLocks noGrp="1"/>
          </p:cNvSpPr>
          <p:nvPr>
            <p:ph type="title"/>
          </p:nvPr>
        </p:nvSpPr>
        <p:spPr>
          <a:xfrm>
            <a:off x="695326" y="549000"/>
            <a:ext cx="3816674" cy="792000"/>
          </a:xfrm>
        </p:spPr>
        <p:txBody>
          <a:bodyPr/>
          <a:lstStyle/>
          <a:p>
            <a:r>
              <a:rPr lang="en-GB" dirty="0"/>
              <a:t>The Interview Guide</a:t>
            </a:r>
          </a:p>
        </p:txBody>
      </p:sp>
      <p:sp>
        <p:nvSpPr>
          <p:cNvPr id="5" name="Inhaltsplatzhalter 2">
            <a:extLst>
              <a:ext uri="{FF2B5EF4-FFF2-40B4-BE49-F238E27FC236}">
                <a16:creationId xmlns:a16="http://schemas.microsoft.com/office/drawing/2014/main" id="{3DA950EC-B69D-8347-8CCF-4242A1882D7C}"/>
              </a:ext>
            </a:extLst>
          </p:cNvPr>
          <p:cNvSpPr>
            <a:spLocks noGrp="1"/>
          </p:cNvSpPr>
          <p:nvPr>
            <p:ph idx="1"/>
          </p:nvPr>
        </p:nvSpPr>
        <p:spPr>
          <a:xfrm>
            <a:off x="695325" y="1556793"/>
            <a:ext cx="3672676" cy="2233360"/>
          </a:xfrm>
        </p:spPr>
        <p:txBody>
          <a:bodyPr anchor="ctr"/>
          <a:lstStyle/>
          <a:p>
            <a:pPr marL="0" indent="0">
              <a:buNone/>
            </a:pPr>
            <a:r>
              <a:rPr lang="en-GB" sz="2000" dirty="0"/>
              <a:t>(Rädiker &amp; Kuckartz, 2020: 42)</a:t>
            </a:r>
          </a:p>
        </p:txBody>
      </p:sp>
      <p:sp>
        <p:nvSpPr>
          <p:cNvPr id="4" name="Datumsplatzhalter 3">
            <a:extLst>
              <a:ext uri="{FF2B5EF4-FFF2-40B4-BE49-F238E27FC236}">
                <a16:creationId xmlns:a16="http://schemas.microsoft.com/office/drawing/2014/main" id="{B9906F47-6C27-76D4-39B1-A5DFBB9F65C0}"/>
              </a:ext>
            </a:extLst>
          </p:cNvPr>
          <p:cNvSpPr>
            <a:spLocks noGrp="1"/>
          </p:cNvSpPr>
          <p:nvPr>
            <p:ph type="dt" sz="half" idx="10"/>
          </p:nvPr>
        </p:nvSpPr>
        <p:spPr/>
        <p:txBody>
          <a:bodyPr/>
          <a:lstStyle/>
          <a:p>
            <a:r>
              <a:rPr lang="en-GB"/>
              <a:t>(Turgut Birgin, vecteezy)</a:t>
            </a:r>
            <a:endParaRPr lang="en-GB" dirty="0"/>
          </a:p>
        </p:txBody>
      </p:sp>
      <p:sp>
        <p:nvSpPr>
          <p:cNvPr id="6" name="Fußzeilenplatzhalter 5">
            <a:extLst>
              <a:ext uri="{FF2B5EF4-FFF2-40B4-BE49-F238E27FC236}">
                <a16:creationId xmlns:a16="http://schemas.microsoft.com/office/drawing/2014/main" id="{1C48EC9A-9955-2AD4-7B56-D970F293DB8E}"/>
              </a:ext>
            </a:extLst>
          </p:cNvPr>
          <p:cNvSpPr>
            <a:spLocks noGrp="1"/>
          </p:cNvSpPr>
          <p:nvPr>
            <p:ph type="ftr" sz="quarter" idx="11"/>
          </p:nvPr>
        </p:nvSpPr>
        <p:spPr/>
        <p:txBody>
          <a:bodyPr/>
          <a:lstStyle/>
          <a:p>
            <a:r>
              <a:rPr lang="en-GB" dirty="0"/>
              <a:t>KMH | IL Scientific Method</a:t>
            </a:r>
          </a:p>
        </p:txBody>
      </p:sp>
      <p:sp>
        <p:nvSpPr>
          <p:cNvPr id="7" name="Foliennummernplatzhalter 6">
            <a:extLst>
              <a:ext uri="{FF2B5EF4-FFF2-40B4-BE49-F238E27FC236}">
                <a16:creationId xmlns:a16="http://schemas.microsoft.com/office/drawing/2014/main" id="{4F1BD7F0-693F-7018-D109-7C9532144698}"/>
              </a:ext>
            </a:extLst>
          </p:cNvPr>
          <p:cNvSpPr>
            <a:spLocks noGrp="1"/>
          </p:cNvSpPr>
          <p:nvPr>
            <p:ph type="sldNum" sz="quarter" idx="12"/>
          </p:nvPr>
        </p:nvSpPr>
        <p:spPr/>
        <p:txBody>
          <a:bodyPr/>
          <a:lstStyle/>
          <a:p>
            <a:fld id="{D836C0FE-70CA-4950-82D6-CF602CC2B770}" type="slidenum">
              <a:rPr lang="en-GB" smtClean="0"/>
              <a:t>30</a:t>
            </a:fld>
            <a:endParaRPr lang="en-GB" dirty="0"/>
          </a:p>
        </p:txBody>
      </p:sp>
      <p:pic>
        <p:nvPicPr>
          <p:cNvPr id="8" name="Grafik 7">
            <a:extLst>
              <a:ext uri="{FF2B5EF4-FFF2-40B4-BE49-F238E27FC236}">
                <a16:creationId xmlns:a16="http://schemas.microsoft.com/office/drawing/2014/main" id="{5A463CF4-FCEB-A274-604A-70A1C068F79F}"/>
              </a:ext>
            </a:extLst>
          </p:cNvPr>
          <p:cNvPicPr>
            <a:picLocks noChangeAspect="1"/>
          </p:cNvPicPr>
          <p:nvPr/>
        </p:nvPicPr>
        <p:blipFill>
          <a:blip r:embed="rId3"/>
          <a:stretch>
            <a:fillRect/>
          </a:stretch>
        </p:blipFill>
        <p:spPr>
          <a:xfrm>
            <a:off x="4838828" y="404999"/>
            <a:ext cx="6914261" cy="5759265"/>
          </a:xfrm>
          <a:prstGeom prst="rect">
            <a:avLst/>
          </a:prstGeom>
        </p:spPr>
      </p:pic>
      <p:pic>
        <p:nvPicPr>
          <p:cNvPr id="1026" name="Picture 2" descr="Male Female Vector Art, Icons, and Graphics for Free Download">
            <a:hlinkClick r:id="rId4"/>
            <a:extLst>
              <a:ext uri="{FF2B5EF4-FFF2-40B4-BE49-F238E27FC236}">
                <a16:creationId xmlns:a16="http://schemas.microsoft.com/office/drawing/2014/main" id="{A0E5C8EE-9688-396E-82D3-312B8BB7E45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44000" y="3127020"/>
            <a:ext cx="2098875" cy="2098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55249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CA72A0-E84D-AEA5-15A0-468302C0B704}"/>
            </a:ext>
          </a:extLst>
        </p:cNvPr>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19D34F00-22D4-7597-364E-25C35BF43B49}"/>
              </a:ext>
            </a:extLst>
          </p:cNvPr>
          <p:cNvSpPr>
            <a:spLocks noGrp="1"/>
          </p:cNvSpPr>
          <p:nvPr>
            <p:ph type="sldNum" sz="quarter" idx="12"/>
          </p:nvPr>
        </p:nvSpPr>
        <p:spPr/>
        <p:txBody>
          <a:bodyPr/>
          <a:lstStyle/>
          <a:p>
            <a:fld id="{D836C0FE-70CA-4950-82D6-CF602CC2B770}" type="slidenum">
              <a:rPr lang="en-GB" smtClean="0"/>
              <a:t>31</a:t>
            </a:fld>
            <a:endParaRPr lang="en-GB" dirty="0"/>
          </a:p>
        </p:txBody>
      </p:sp>
      <p:sp>
        <p:nvSpPr>
          <p:cNvPr id="3" name="Titel 2">
            <a:extLst>
              <a:ext uri="{FF2B5EF4-FFF2-40B4-BE49-F238E27FC236}">
                <a16:creationId xmlns:a16="http://schemas.microsoft.com/office/drawing/2014/main" id="{3C7914AB-0371-BD36-6C3D-3C464E8AE795}"/>
              </a:ext>
            </a:extLst>
          </p:cNvPr>
          <p:cNvSpPr>
            <a:spLocks noGrp="1"/>
          </p:cNvSpPr>
          <p:nvPr>
            <p:ph type="title"/>
          </p:nvPr>
        </p:nvSpPr>
        <p:spPr/>
        <p:txBody>
          <a:bodyPr/>
          <a:lstStyle/>
          <a:p>
            <a:r>
              <a:rPr lang="en-GB" dirty="0"/>
              <a:t>The Interview Guide – From Questions to Topics …</a:t>
            </a:r>
          </a:p>
        </p:txBody>
      </p:sp>
      <p:pic>
        <p:nvPicPr>
          <p:cNvPr id="8" name="Content Placeholder 7">
            <a:extLst>
              <a:ext uri="{FF2B5EF4-FFF2-40B4-BE49-F238E27FC236}">
                <a16:creationId xmlns:a16="http://schemas.microsoft.com/office/drawing/2014/main" id="{C96237BC-B732-F311-3FBA-A95BCB8641F9}"/>
              </a:ext>
            </a:extLst>
          </p:cNvPr>
          <p:cNvPicPr>
            <a:picLocks noGrp="1" noChangeAspect="1"/>
          </p:cNvPicPr>
          <p:nvPr>
            <p:ph idx="1"/>
          </p:nvPr>
        </p:nvPicPr>
        <p:blipFill>
          <a:blip r:embed="rId2"/>
          <a:stretch>
            <a:fillRect/>
          </a:stretch>
        </p:blipFill>
        <p:spPr bwMode="gray">
          <a:xfrm>
            <a:off x="1416000" y="1917962"/>
            <a:ext cx="8969058" cy="3959038"/>
          </a:xfrm>
          <a:prstGeom prst="rect">
            <a:avLst/>
          </a:prstGeom>
        </p:spPr>
      </p:pic>
      <p:sp>
        <p:nvSpPr>
          <p:cNvPr id="5" name="Datumsplatzhalter 4">
            <a:extLst>
              <a:ext uri="{FF2B5EF4-FFF2-40B4-BE49-F238E27FC236}">
                <a16:creationId xmlns:a16="http://schemas.microsoft.com/office/drawing/2014/main" id="{0994301E-940B-7C49-1915-2CF7423DA952}"/>
              </a:ext>
            </a:extLst>
          </p:cNvPr>
          <p:cNvSpPr>
            <a:spLocks noGrp="1"/>
          </p:cNvSpPr>
          <p:nvPr>
            <p:ph type="dt" sz="half" idx="10"/>
          </p:nvPr>
        </p:nvSpPr>
        <p:spPr/>
        <p:txBody>
          <a:bodyPr/>
          <a:lstStyle/>
          <a:p>
            <a:r>
              <a:rPr lang="en-GB" dirty="0"/>
              <a:t>(Rädiker &amp; Kuckartz, 2020:43)</a:t>
            </a:r>
          </a:p>
        </p:txBody>
      </p:sp>
      <p:sp>
        <p:nvSpPr>
          <p:cNvPr id="6" name="Fußzeilenplatzhalter 5">
            <a:extLst>
              <a:ext uri="{FF2B5EF4-FFF2-40B4-BE49-F238E27FC236}">
                <a16:creationId xmlns:a16="http://schemas.microsoft.com/office/drawing/2014/main" id="{40CC9EF3-E774-EB48-A372-95E281D40159}"/>
              </a:ext>
            </a:extLst>
          </p:cNvPr>
          <p:cNvSpPr>
            <a:spLocks noGrp="1"/>
          </p:cNvSpPr>
          <p:nvPr>
            <p:ph type="ftr" sz="quarter" idx="11"/>
          </p:nvPr>
        </p:nvSpPr>
        <p:spPr/>
        <p:txBody>
          <a:bodyPr/>
          <a:lstStyle/>
          <a:p>
            <a:r>
              <a:rPr lang="en-GB" dirty="0"/>
              <a:t>KMH</a:t>
            </a:r>
          </a:p>
        </p:txBody>
      </p:sp>
    </p:spTree>
    <p:extLst>
      <p:ext uri="{BB962C8B-B14F-4D97-AF65-F5344CB8AC3E}">
        <p14:creationId xmlns:p14="http://schemas.microsoft.com/office/powerpoint/2010/main" val="38913182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C9A329-537F-6529-F8B7-E355CA05C173}"/>
            </a:ext>
          </a:extLst>
        </p:cNvPr>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8E5F373C-DB12-27FA-F8FB-F56354BE9FB0}"/>
              </a:ext>
            </a:extLst>
          </p:cNvPr>
          <p:cNvSpPr>
            <a:spLocks noGrp="1"/>
          </p:cNvSpPr>
          <p:nvPr>
            <p:ph type="sldNum" sz="quarter" idx="12"/>
          </p:nvPr>
        </p:nvSpPr>
        <p:spPr/>
        <p:txBody>
          <a:bodyPr/>
          <a:lstStyle/>
          <a:p>
            <a:fld id="{D836C0FE-70CA-4950-82D6-CF602CC2B770}" type="slidenum">
              <a:rPr lang="en-GB" smtClean="0"/>
              <a:t>32</a:t>
            </a:fld>
            <a:endParaRPr lang="en-GB" dirty="0"/>
          </a:p>
        </p:txBody>
      </p:sp>
      <p:sp>
        <p:nvSpPr>
          <p:cNvPr id="3" name="Titel 2">
            <a:extLst>
              <a:ext uri="{FF2B5EF4-FFF2-40B4-BE49-F238E27FC236}">
                <a16:creationId xmlns:a16="http://schemas.microsoft.com/office/drawing/2014/main" id="{8B24DA9E-8F23-2754-33A1-447383D4983F}"/>
              </a:ext>
            </a:extLst>
          </p:cNvPr>
          <p:cNvSpPr>
            <a:spLocks noGrp="1"/>
          </p:cNvSpPr>
          <p:nvPr>
            <p:ph type="title"/>
          </p:nvPr>
        </p:nvSpPr>
        <p:spPr>
          <a:xfrm>
            <a:off x="695326" y="549000"/>
            <a:ext cx="4248674" cy="792000"/>
          </a:xfrm>
        </p:spPr>
        <p:txBody>
          <a:bodyPr/>
          <a:lstStyle/>
          <a:p>
            <a:r>
              <a:rPr lang="en-GB" dirty="0"/>
              <a:t>The Interview Guide – From Topics to Categories</a:t>
            </a:r>
          </a:p>
        </p:txBody>
      </p:sp>
      <p:pic>
        <p:nvPicPr>
          <p:cNvPr id="8" name="Inhaltsplatzhalter 7">
            <a:extLst>
              <a:ext uri="{FF2B5EF4-FFF2-40B4-BE49-F238E27FC236}">
                <a16:creationId xmlns:a16="http://schemas.microsoft.com/office/drawing/2014/main" id="{482815EC-782E-06AB-3C97-6B1C802FEB96}"/>
              </a:ext>
            </a:extLst>
          </p:cNvPr>
          <p:cNvPicPr>
            <a:picLocks noGrp="1" noChangeAspect="1"/>
          </p:cNvPicPr>
          <p:nvPr>
            <p:ph idx="1"/>
          </p:nvPr>
        </p:nvPicPr>
        <p:blipFill>
          <a:blip r:embed="rId2"/>
          <a:stretch>
            <a:fillRect/>
          </a:stretch>
        </p:blipFill>
        <p:spPr bwMode="gray">
          <a:xfrm>
            <a:off x="5808000" y="268145"/>
            <a:ext cx="5859540" cy="6112855"/>
          </a:xfrm>
          <a:prstGeom prst="rect">
            <a:avLst/>
          </a:prstGeom>
        </p:spPr>
      </p:pic>
      <p:sp>
        <p:nvSpPr>
          <p:cNvPr id="5" name="Datumsplatzhalter 4">
            <a:extLst>
              <a:ext uri="{FF2B5EF4-FFF2-40B4-BE49-F238E27FC236}">
                <a16:creationId xmlns:a16="http://schemas.microsoft.com/office/drawing/2014/main" id="{BFA1575D-0D33-4E45-EE2C-B916F6E7D624}"/>
              </a:ext>
            </a:extLst>
          </p:cNvPr>
          <p:cNvSpPr>
            <a:spLocks noGrp="1"/>
          </p:cNvSpPr>
          <p:nvPr>
            <p:ph type="dt" sz="half" idx="10"/>
          </p:nvPr>
        </p:nvSpPr>
        <p:spPr/>
        <p:txBody>
          <a:bodyPr/>
          <a:lstStyle/>
          <a:p>
            <a:r>
              <a:rPr lang="en-GB" dirty="0"/>
              <a:t>(Rädiker &amp; Kuckartz, 2020:44)</a:t>
            </a:r>
          </a:p>
        </p:txBody>
      </p:sp>
      <p:sp>
        <p:nvSpPr>
          <p:cNvPr id="6" name="Fußzeilenplatzhalter 5">
            <a:extLst>
              <a:ext uri="{FF2B5EF4-FFF2-40B4-BE49-F238E27FC236}">
                <a16:creationId xmlns:a16="http://schemas.microsoft.com/office/drawing/2014/main" id="{EDC0B0F9-49B6-2844-1F9E-27855317178B}"/>
              </a:ext>
            </a:extLst>
          </p:cNvPr>
          <p:cNvSpPr>
            <a:spLocks noGrp="1"/>
          </p:cNvSpPr>
          <p:nvPr>
            <p:ph type="ftr" sz="quarter" idx="11"/>
          </p:nvPr>
        </p:nvSpPr>
        <p:spPr/>
        <p:txBody>
          <a:bodyPr/>
          <a:lstStyle/>
          <a:p>
            <a:r>
              <a:rPr lang="en-GB" dirty="0"/>
              <a:t>KMH</a:t>
            </a:r>
          </a:p>
        </p:txBody>
      </p:sp>
      <p:pic>
        <p:nvPicPr>
          <p:cNvPr id="10" name="Grafik 9">
            <a:extLst>
              <a:ext uri="{FF2B5EF4-FFF2-40B4-BE49-F238E27FC236}">
                <a16:creationId xmlns:a16="http://schemas.microsoft.com/office/drawing/2014/main" id="{F9DD1804-D7F2-A4F0-F09D-559FD400106C}"/>
              </a:ext>
            </a:extLst>
          </p:cNvPr>
          <p:cNvPicPr>
            <a:picLocks noChangeAspect="1"/>
          </p:cNvPicPr>
          <p:nvPr/>
        </p:nvPicPr>
        <p:blipFill>
          <a:blip r:embed="rId3"/>
          <a:stretch>
            <a:fillRect/>
          </a:stretch>
        </p:blipFill>
        <p:spPr>
          <a:xfrm>
            <a:off x="-3840000" y="1727830"/>
            <a:ext cx="3665538" cy="1745131"/>
          </a:xfrm>
          <a:prstGeom prst="rect">
            <a:avLst/>
          </a:prstGeom>
        </p:spPr>
      </p:pic>
    </p:spTree>
    <p:extLst>
      <p:ext uri="{BB962C8B-B14F-4D97-AF65-F5344CB8AC3E}">
        <p14:creationId xmlns:p14="http://schemas.microsoft.com/office/powerpoint/2010/main" val="232027108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B1E05-57ED-4243-FA62-C8F017575319}"/>
            </a:ext>
          </a:extLst>
        </p:cNvPr>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07996A3F-E385-E1D2-5C4D-56C15AFF51FD}"/>
              </a:ext>
            </a:extLst>
          </p:cNvPr>
          <p:cNvSpPr>
            <a:spLocks noGrp="1"/>
          </p:cNvSpPr>
          <p:nvPr>
            <p:ph type="sldNum" sz="quarter" idx="12"/>
          </p:nvPr>
        </p:nvSpPr>
        <p:spPr/>
        <p:txBody>
          <a:bodyPr/>
          <a:lstStyle/>
          <a:p>
            <a:fld id="{D836C0FE-70CA-4950-82D6-CF602CC2B770}" type="slidenum">
              <a:rPr lang="en-GB" smtClean="0"/>
              <a:t>33</a:t>
            </a:fld>
            <a:endParaRPr lang="en-GB" dirty="0"/>
          </a:p>
        </p:txBody>
      </p:sp>
      <p:sp>
        <p:nvSpPr>
          <p:cNvPr id="3" name="Titel 2">
            <a:extLst>
              <a:ext uri="{FF2B5EF4-FFF2-40B4-BE49-F238E27FC236}">
                <a16:creationId xmlns:a16="http://schemas.microsoft.com/office/drawing/2014/main" id="{4FA604AB-122F-2BCE-5DCA-EA8BE675C761}"/>
              </a:ext>
            </a:extLst>
          </p:cNvPr>
          <p:cNvSpPr>
            <a:spLocks noGrp="1"/>
          </p:cNvSpPr>
          <p:nvPr>
            <p:ph type="title"/>
          </p:nvPr>
        </p:nvSpPr>
        <p:spPr>
          <a:xfrm>
            <a:off x="695326" y="549000"/>
            <a:ext cx="9792674" cy="792000"/>
          </a:xfrm>
        </p:spPr>
        <p:txBody>
          <a:bodyPr/>
          <a:lstStyle/>
          <a:p>
            <a:r>
              <a:rPr lang="en-GB" dirty="0"/>
              <a:t>The Interview Guide – </a:t>
            </a:r>
            <a:br>
              <a:rPr lang="en-GB" dirty="0"/>
            </a:br>
            <a:r>
              <a:rPr lang="en-GB" dirty="0"/>
              <a:t>From Categories to (Sub-)Codes</a:t>
            </a:r>
          </a:p>
        </p:txBody>
      </p:sp>
      <p:pic>
        <p:nvPicPr>
          <p:cNvPr id="8" name="Inhaltsplatzhalter 7">
            <a:extLst>
              <a:ext uri="{FF2B5EF4-FFF2-40B4-BE49-F238E27FC236}">
                <a16:creationId xmlns:a16="http://schemas.microsoft.com/office/drawing/2014/main" id="{294A4E9D-90B9-B80B-5AD7-6FB1ED00E28E}"/>
              </a:ext>
            </a:extLst>
          </p:cNvPr>
          <p:cNvPicPr>
            <a:picLocks noGrp="1" noChangeAspect="1"/>
          </p:cNvPicPr>
          <p:nvPr>
            <p:ph idx="1"/>
          </p:nvPr>
        </p:nvPicPr>
        <p:blipFill>
          <a:blip r:embed="rId2"/>
          <a:stretch>
            <a:fillRect/>
          </a:stretch>
        </p:blipFill>
        <p:spPr bwMode="gray">
          <a:xfrm>
            <a:off x="321891" y="2133000"/>
            <a:ext cx="5859540" cy="6112855"/>
          </a:xfrm>
          <a:prstGeom prst="rect">
            <a:avLst/>
          </a:prstGeom>
        </p:spPr>
      </p:pic>
      <p:sp>
        <p:nvSpPr>
          <p:cNvPr id="5" name="Datumsplatzhalter 4">
            <a:extLst>
              <a:ext uri="{FF2B5EF4-FFF2-40B4-BE49-F238E27FC236}">
                <a16:creationId xmlns:a16="http://schemas.microsoft.com/office/drawing/2014/main" id="{7204AF25-9929-AA45-AC36-10A4EBD9915A}"/>
              </a:ext>
            </a:extLst>
          </p:cNvPr>
          <p:cNvSpPr>
            <a:spLocks noGrp="1"/>
          </p:cNvSpPr>
          <p:nvPr>
            <p:ph type="dt" sz="half" idx="10"/>
          </p:nvPr>
        </p:nvSpPr>
        <p:spPr/>
        <p:txBody>
          <a:bodyPr/>
          <a:lstStyle/>
          <a:p>
            <a:r>
              <a:rPr lang="en-GB" dirty="0"/>
              <a:t>(Rädiker &amp; Kuckartz, 2020:44)</a:t>
            </a:r>
          </a:p>
        </p:txBody>
      </p:sp>
      <p:sp>
        <p:nvSpPr>
          <p:cNvPr id="6" name="Fußzeilenplatzhalter 5">
            <a:extLst>
              <a:ext uri="{FF2B5EF4-FFF2-40B4-BE49-F238E27FC236}">
                <a16:creationId xmlns:a16="http://schemas.microsoft.com/office/drawing/2014/main" id="{21271C8D-430C-BDFF-8E51-5E43C0561B5C}"/>
              </a:ext>
            </a:extLst>
          </p:cNvPr>
          <p:cNvSpPr>
            <a:spLocks noGrp="1"/>
          </p:cNvSpPr>
          <p:nvPr>
            <p:ph type="ftr" sz="quarter" idx="11"/>
          </p:nvPr>
        </p:nvSpPr>
        <p:spPr/>
        <p:txBody>
          <a:bodyPr/>
          <a:lstStyle/>
          <a:p>
            <a:r>
              <a:rPr lang="en-GB" dirty="0"/>
              <a:t>KMH</a:t>
            </a:r>
          </a:p>
        </p:txBody>
      </p:sp>
      <p:pic>
        <p:nvPicPr>
          <p:cNvPr id="10" name="Grafik 9">
            <a:extLst>
              <a:ext uri="{FF2B5EF4-FFF2-40B4-BE49-F238E27FC236}">
                <a16:creationId xmlns:a16="http://schemas.microsoft.com/office/drawing/2014/main" id="{7CD51AEC-E283-6023-0C1D-DC7A0556B9DC}"/>
              </a:ext>
            </a:extLst>
          </p:cNvPr>
          <p:cNvPicPr>
            <a:picLocks noChangeAspect="1"/>
          </p:cNvPicPr>
          <p:nvPr/>
        </p:nvPicPr>
        <p:blipFill>
          <a:blip r:embed="rId3">
            <a:clrChange>
              <a:clrFrom>
                <a:srgbClr val="F8F8F8"/>
              </a:clrFrom>
              <a:clrTo>
                <a:srgbClr val="F8F8F8">
                  <a:alpha val="0"/>
                </a:srgbClr>
              </a:clrTo>
            </a:clrChange>
            <a:extLst>
              <a:ext uri="{28A0092B-C50C-407E-A947-70E740481C1C}">
                <a14:useLocalDpi xmlns:a14="http://schemas.microsoft.com/office/drawing/2010/main" val="0"/>
              </a:ext>
            </a:extLst>
          </a:blip>
          <a:srcRect/>
          <a:stretch/>
        </p:blipFill>
        <p:spPr>
          <a:xfrm>
            <a:off x="6957239" y="2589375"/>
            <a:ext cx="4970761" cy="2376000"/>
          </a:xfrm>
          <a:prstGeom prst="rect">
            <a:avLst/>
          </a:prstGeom>
        </p:spPr>
      </p:pic>
      <p:sp>
        <p:nvSpPr>
          <p:cNvPr id="4" name="Pfeil: nach rechts 3">
            <a:extLst>
              <a:ext uri="{FF2B5EF4-FFF2-40B4-BE49-F238E27FC236}">
                <a16:creationId xmlns:a16="http://schemas.microsoft.com/office/drawing/2014/main" id="{BF3B7144-D808-F9FC-4512-7870F7799A18}"/>
              </a:ext>
            </a:extLst>
          </p:cNvPr>
          <p:cNvSpPr/>
          <p:nvPr/>
        </p:nvSpPr>
        <p:spPr>
          <a:xfrm>
            <a:off x="6024000" y="2692958"/>
            <a:ext cx="1368000" cy="648000"/>
          </a:xfrm>
          <a:prstGeom prst="rightArrow">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lnSpc>
                <a:spcPct val="120000"/>
              </a:lnSpc>
            </a:pPr>
            <a:endParaRPr lang="en-GB" sz="1600" dirty="0">
              <a:solidFill>
                <a:schemeClr val="tx1"/>
              </a:solidFill>
            </a:endParaRPr>
          </a:p>
        </p:txBody>
      </p:sp>
      <p:pic>
        <p:nvPicPr>
          <p:cNvPr id="7" name="Grafik 6">
            <a:extLst>
              <a:ext uri="{FF2B5EF4-FFF2-40B4-BE49-F238E27FC236}">
                <a16:creationId xmlns:a16="http://schemas.microsoft.com/office/drawing/2014/main" id="{54F8240D-A643-1A60-5BB9-F10F654F16D8}"/>
              </a:ext>
            </a:extLst>
          </p:cNvPr>
          <p:cNvPicPr>
            <a:picLocks noChangeAspect="1"/>
          </p:cNvPicPr>
          <p:nvPr/>
        </p:nvPicPr>
        <p:blipFill>
          <a:blip r:embed="rId4">
            <a:clrChange>
              <a:clrFrom>
                <a:srgbClr val="F8F8F8"/>
              </a:clrFrom>
              <a:clrTo>
                <a:srgbClr val="F8F8F8">
                  <a:alpha val="0"/>
                </a:srgbClr>
              </a:clrTo>
            </a:clrChange>
          </a:blip>
          <a:stretch>
            <a:fillRect/>
          </a:stretch>
        </p:blipFill>
        <p:spPr>
          <a:xfrm>
            <a:off x="12635854" y="2696420"/>
            <a:ext cx="4990639" cy="2376000"/>
          </a:xfrm>
          <a:prstGeom prst="rect">
            <a:avLst/>
          </a:prstGeom>
        </p:spPr>
      </p:pic>
    </p:spTree>
    <p:extLst>
      <p:ext uri="{BB962C8B-B14F-4D97-AF65-F5344CB8AC3E}">
        <p14:creationId xmlns:p14="http://schemas.microsoft.com/office/powerpoint/2010/main" val="17406444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4EBB1BEE-9CBE-0A1D-9CDF-7F05D97D079D}"/>
              </a:ext>
            </a:extLst>
          </p:cNvPr>
          <p:cNvSpPr>
            <a:spLocks noGrp="1"/>
          </p:cNvSpPr>
          <p:nvPr>
            <p:ph type="sldNum" sz="quarter" idx="12"/>
          </p:nvPr>
        </p:nvSpPr>
        <p:spPr/>
        <p:txBody>
          <a:bodyPr/>
          <a:lstStyle/>
          <a:p>
            <a:fld id="{D836C0FE-70CA-4950-82D6-CF602CC2B770}" type="slidenum">
              <a:rPr lang="en-GB" smtClean="0"/>
              <a:t>34</a:t>
            </a:fld>
            <a:endParaRPr lang="en-GB" dirty="0"/>
          </a:p>
        </p:txBody>
      </p:sp>
      <p:sp>
        <p:nvSpPr>
          <p:cNvPr id="3" name="Titel 2">
            <a:extLst>
              <a:ext uri="{FF2B5EF4-FFF2-40B4-BE49-F238E27FC236}">
                <a16:creationId xmlns:a16="http://schemas.microsoft.com/office/drawing/2014/main" id="{39EFEDAB-FCFC-8605-816B-4CB064D24A45}"/>
              </a:ext>
            </a:extLst>
          </p:cNvPr>
          <p:cNvSpPr>
            <a:spLocks noGrp="1"/>
          </p:cNvSpPr>
          <p:nvPr>
            <p:ph type="title"/>
          </p:nvPr>
        </p:nvSpPr>
        <p:spPr/>
        <p:txBody>
          <a:bodyPr/>
          <a:lstStyle/>
          <a:p>
            <a:r>
              <a:rPr lang="en-GB" dirty="0"/>
              <a:t>One Approach: Thematic Coding (cf. Hopf et al 1995):</a:t>
            </a:r>
          </a:p>
        </p:txBody>
      </p:sp>
      <p:sp>
        <p:nvSpPr>
          <p:cNvPr id="4" name="Inhaltsplatzhalter 3">
            <a:extLst>
              <a:ext uri="{FF2B5EF4-FFF2-40B4-BE49-F238E27FC236}">
                <a16:creationId xmlns:a16="http://schemas.microsoft.com/office/drawing/2014/main" id="{552E0D15-45DC-AAC9-BFF1-A079372F1A76}"/>
              </a:ext>
            </a:extLst>
          </p:cNvPr>
          <p:cNvSpPr>
            <a:spLocks noGrp="1"/>
          </p:cNvSpPr>
          <p:nvPr>
            <p:ph idx="1"/>
          </p:nvPr>
        </p:nvSpPr>
        <p:spPr>
          <a:xfrm>
            <a:off x="695324" y="1341001"/>
            <a:ext cx="10800675" cy="4823264"/>
          </a:xfrm>
        </p:spPr>
        <p:txBody>
          <a:bodyPr>
            <a:normAutofit lnSpcReduction="10000"/>
          </a:bodyPr>
          <a:lstStyle/>
          <a:p>
            <a:pPr>
              <a:spcAft>
                <a:spcPts val="1000"/>
              </a:spcAft>
              <a:buFont typeface="+mj-lt"/>
              <a:buAutoNum type="arabicPeriod"/>
            </a:pPr>
            <a:r>
              <a:rPr lang="en-GB" sz="2400" b="1" dirty="0"/>
              <a:t>Development of evaluation categories:</a:t>
            </a:r>
          </a:p>
          <a:p>
            <a:pPr lvl="1">
              <a:spcAft>
                <a:spcPts val="1000"/>
              </a:spcAft>
            </a:pPr>
            <a:r>
              <a:rPr lang="en-GB" sz="2400" dirty="0"/>
              <a:t>Theory-based "drafts": </a:t>
            </a:r>
            <a:br>
              <a:rPr lang="en-GB" sz="2400" dirty="0"/>
            </a:br>
            <a:r>
              <a:rPr lang="en-GB" sz="2400" dirty="0"/>
              <a:t>parallel to the development of interview guidelines</a:t>
            </a:r>
          </a:p>
          <a:p>
            <a:pPr lvl="2">
              <a:spcAft>
                <a:spcPts val="1000"/>
              </a:spcAft>
            </a:pPr>
            <a:r>
              <a:rPr lang="en-GB" sz="2000" dirty="0"/>
              <a:t>E.g. attitude towards citizen participation</a:t>
            </a:r>
          </a:p>
          <a:p>
            <a:pPr marL="685800" lvl="1" indent="-342900">
              <a:spcAft>
                <a:spcPts val="1000"/>
              </a:spcAft>
              <a:buFont typeface="+mj-lt"/>
              <a:buAutoNum type="alphaLcPeriod"/>
            </a:pPr>
            <a:r>
              <a:rPr lang="en-GB" sz="2400" b="1" dirty="0"/>
              <a:t>Deductive approach:</a:t>
            </a:r>
            <a:r>
              <a:rPr lang="en-GB" sz="2400" dirty="0"/>
              <a:t> theory-based inference of category system</a:t>
            </a:r>
            <a:br>
              <a:rPr lang="en-GB" sz="2400" dirty="0"/>
            </a:br>
            <a:r>
              <a:rPr lang="en-GB" sz="2400" dirty="0"/>
              <a:t> 👉 </a:t>
            </a:r>
            <a:r>
              <a:rPr lang="en-GB" sz="2400" dirty="0">
                <a:solidFill>
                  <a:schemeClr val="tx2"/>
                </a:solidFill>
              </a:rPr>
              <a:t>specification leads to categories</a:t>
            </a:r>
          </a:p>
          <a:p>
            <a:pPr marL="685800" lvl="1" indent="-342900">
              <a:spcAft>
                <a:spcPts val="1000"/>
              </a:spcAft>
              <a:buFont typeface="+mj-lt"/>
              <a:buAutoNum type="alphaLcPeriod"/>
            </a:pPr>
            <a:r>
              <a:rPr lang="en-GB" sz="2400" b="1" dirty="0"/>
              <a:t>Inductive approach: </a:t>
            </a:r>
            <a:r>
              <a:rPr lang="en-GB" sz="2400" dirty="0"/>
              <a:t>from the examination of the research corpus </a:t>
            </a:r>
            <a:br>
              <a:rPr lang="en-GB" sz="2400" dirty="0"/>
            </a:br>
            <a:r>
              <a:rPr lang="en-GB" sz="2400" dirty="0"/>
              <a:t>👉 categories 👉</a:t>
            </a:r>
            <a:r>
              <a:rPr lang="en-GB" sz="2400" dirty="0">
                <a:solidFill>
                  <a:srgbClr val="E37823"/>
                </a:solidFill>
              </a:rPr>
              <a:t> abstraction leads to summarised units of meaning</a:t>
            </a:r>
          </a:p>
          <a:p>
            <a:pPr marL="685800" lvl="1" indent="-342900">
              <a:spcAft>
                <a:spcPts val="1000"/>
              </a:spcAft>
              <a:buFont typeface="+mj-lt"/>
              <a:buAutoNum type="alphaLcPeriod"/>
            </a:pPr>
            <a:r>
              <a:rPr lang="en-GB" sz="2400" b="1" dirty="0"/>
              <a:t>Often: </a:t>
            </a:r>
            <a:r>
              <a:rPr lang="en-GB" sz="2400" dirty="0"/>
              <a:t>Combination of a &amp; b 👉 cf. “Abductive Reasoning”</a:t>
            </a:r>
          </a:p>
        </p:txBody>
      </p:sp>
      <p:sp>
        <p:nvSpPr>
          <p:cNvPr id="5" name="Datumsplatzhalter 4">
            <a:extLst>
              <a:ext uri="{FF2B5EF4-FFF2-40B4-BE49-F238E27FC236}">
                <a16:creationId xmlns:a16="http://schemas.microsoft.com/office/drawing/2014/main" id="{E8C3BAA8-88B3-8FF1-BEA2-046EB0986737}"/>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7F1D8893-1919-CF6D-3B72-8C94C30D1401}"/>
              </a:ext>
            </a:extLst>
          </p:cNvPr>
          <p:cNvSpPr>
            <a:spLocks noGrp="1"/>
          </p:cNvSpPr>
          <p:nvPr>
            <p:ph type="ftr" sz="quarter" idx="11"/>
          </p:nvPr>
        </p:nvSpPr>
        <p:spPr/>
        <p:txBody>
          <a:bodyPr/>
          <a:lstStyle/>
          <a:p>
            <a:r>
              <a:rPr lang="en-GB" dirty="0"/>
              <a:t>KMH | IL Scientific Method</a:t>
            </a:r>
          </a:p>
        </p:txBody>
      </p:sp>
      <p:pic>
        <p:nvPicPr>
          <p:cNvPr id="7" name="Picture 2">
            <a:extLst>
              <a:ext uri="{FF2B5EF4-FFF2-40B4-BE49-F238E27FC236}">
                <a16:creationId xmlns:a16="http://schemas.microsoft.com/office/drawing/2014/main" id="{200690ED-CC15-4952-3CAE-CFD5401419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16000" y="1269000"/>
            <a:ext cx="3011591" cy="22762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33514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6DF8B0-1F6E-1D75-32EE-417D741AF7CF}"/>
            </a:ext>
          </a:extLst>
        </p:cNvPr>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CFD4DF61-7988-FAB7-59D3-D2FD75C370BD}"/>
              </a:ext>
            </a:extLst>
          </p:cNvPr>
          <p:cNvSpPr>
            <a:spLocks noGrp="1"/>
          </p:cNvSpPr>
          <p:nvPr>
            <p:ph type="sldNum" sz="quarter" idx="12"/>
          </p:nvPr>
        </p:nvSpPr>
        <p:spPr/>
        <p:txBody>
          <a:bodyPr/>
          <a:lstStyle/>
          <a:p>
            <a:fld id="{D836C0FE-70CA-4950-82D6-CF602CC2B770}" type="slidenum">
              <a:rPr lang="en-GB" smtClean="0"/>
              <a:t>35</a:t>
            </a:fld>
            <a:endParaRPr lang="en-GB" dirty="0"/>
          </a:p>
        </p:txBody>
      </p:sp>
      <p:sp>
        <p:nvSpPr>
          <p:cNvPr id="3" name="Titel 2">
            <a:extLst>
              <a:ext uri="{FF2B5EF4-FFF2-40B4-BE49-F238E27FC236}">
                <a16:creationId xmlns:a16="http://schemas.microsoft.com/office/drawing/2014/main" id="{F46F8D79-0E01-7EFF-139A-71042FB4127B}"/>
              </a:ext>
            </a:extLst>
          </p:cNvPr>
          <p:cNvSpPr>
            <a:spLocks noGrp="1"/>
          </p:cNvSpPr>
          <p:nvPr>
            <p:ph type="title"/>
          </p:nvPr>
        </p:nvSpPr>
        <p:spPr/>
        <p:txBody>
          <a:bodyPr/>
          <a:lstStyle/>
          <a:p>
            <a:r>
              <a:rPr lang="en-GB" dirty="0"/>
              <a:t>One Approach: Thematic Coding (cf. Hopf et al 1995):</a:t>
            </a:r>
          </a:p>
        </p:txBody>
      </p:sp>
      <p:sp>
        <p:nvSpPr>
          <p:cNvPr id="4" name="Inhaltsplatzhalter 3">
            <a:extLst>
              <a:ext uri="{FF2B5EF4-FFF2-40B4-BE49-F238E27FC236}">
                <a16:creationId xmlns:a16="http://schemas.microsoft.com/office/drawing/2014/main" id="{D2CBFA66-BB5D-494B-C6D1-92D6675716C5}"/>
              </a:ext>
            </a:extLst>
          </p:cNvPr>
          <p:cNvSpPr>
            <a:spLocks noGrp="1"/>
          </p:cNvSpPr>
          <p:nvPr>
            <p:ph idx="1"/>
          </p:nvPr>
        </p:nvSpPr>
        <p:spPr/>
        <p:txBody>
          <a:bodyPr anchor="t">
            <a:normAutofit/>
          </a:bodyPr>
          <a:lstStyle/>
          <a:p>
            <a:pPr marL="457200" indent="-457200">
              <a:buFont typeface="+mj-lt"/>
              <a:buAutoNum type="arabicPeriod" startAt="2"/>
            </a:pPr>
            <a:r>
              <a:rPr lang="en-GB" sz="2000" b="1" dirty="0"/>
              <a:t>Creating a coding guide</a:t>
            </a:r>
          </a:p>
        </p:txBody>
      </p:sp>
      <p:sp>
        <p:nvSpPr>
          <p:cNvPr id="5" name="Datumsplatzhalter 4">
            <a:extLst>
              <a:ext uri="{FF2B5EF4-FFF2-40B4-BE49-F238E27FC236}">
                <a16:creationId xmlns:a16="http://schemas.microsoft.com/office/drawing/2014/main" id="{A345280D-B12E-279A-8106-7F2583039A88}"/>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716D4034-F4CA-1D24-FB7F-75FFBBEFD6B8}"/>
              </a:ext>
            </a:extLst>
          </p:cNvPr>
          <p:cNvSpPr>
            <a:spLocks noGrp="1"/>
          </p:cNvSpPr>
          <p:nvPr>
            <p:ph type="ftr" sz="quarter" idx="11"/>
          </p:nvPr>
        </p:nvSpPr>
        <p:spPr/>
        <p:txBody>
          <a:bodyPr/>
          <a:lstStyle/>
          <a:p>
            <a:r>
              <a:rPr lang="en-GB" dirty="0"/>
              <a:t>KMH | IL Scientific Method</a:t>
            </a:r>
          </a:p>
        </p:txBody>
      </p:sp>
      <p:graphicFrame>
        <p:nvGraphicFramePr>
          <p:cNvPr id="8" name="Inhaltsplatzhalter 4">
            <a:extLst>
              <a:ext uri="{FF2B5EF4-FFF2-40B4-BE49-F238E27FC236}">
                <a16:creationId xmlns:a16="http://schemas.microsoft.com/office/drawing/2014/main" id="{9C48F679-D028-407A-2E4D-CFEF959858D2}"/>
              </a:ext>
            </a:extLst>
          </p:cNvPr>
          <p:cNvGraphicFramePr>
            <a:graphicFrameLocks/>
          </p:cNvGraphicFramePr>
          <p:nvPr>
            <p:extLst>
              <p:ext uri="{D42A27DB-BD31-4B8C-83A1-F6EECF244321}">
                <p14:modId xmlns:p14="http://schemas.microsoft.com/office/powerpoint/2010/main" val="2594714541"/>
              </p:ext>
            </p:extLst>
          </p:nvPr>
        </p:nvGraphicFramePr>
        <p:xfrm>
          <a:off x="1229287" y="2394580"/>
          <a:ext cx="10266710" cy="2746220"/>
        </p:xfrm>
        <a:graphic>
          <a:graphicData uri="http://schemas.openxmlformats.org/drawingml/2006/table">
            <a:tbl>
              <a:tblPr>
                <a:tableStyleId>{5C22544A-7EE6-4342-B048-85BDC9FD1C3A}</a:tableStyleId>
              </a:tblPr>
              <a:tblGrid>
                <a:gridCol w="690331">
                  <a:extLst>
                    <a:ext uri="{9D8B030D-6E8A-4147-A177-3AD203B41FA5}">
                      <a16:colId xmlns:a16="http://schemas.microsoft.com/office/drawing/2014/main" val="20000"/>
                    </a:ext>
                  </a:extLst>
                </a:gridCol>
                <a:gridCol w="1310570">
                  <a:extLst>
                    <a:ext uri="{9D8B030D-6E8A-4147-A177-3AD203B41FA5}">
                      <a16:colId xmlns:a16="http://schemas.microsoft.com/office/drawing/2014/main" val="20001"/>
                    </a:ext>
                  </a:extLst>
                </a:gridCol>
                <a:gridCol w="2289812">
                  <a:extLst>
                    <a:ext uri="{9D8B030D-6E8A-4147-A177-3AD203B41FA5}">
                      <a16:colId xmlns:a16="http://schemas.microsoft.com/office/drawing/2014/main" val="20002"/>
                    </a:ext>
                  </a:extLst>
                </a:gridCol>
                <a:gridCol w="2060818">
                  <a:extLst>
                    <a:ext uri="{9D8B030D-6E8A-4147-A177-3AD203B41FA5}">
                      <a16:colId xmlns:a16="http://schemas.microsoft.com/office/drawing/2014/main" val="20003"/>
                    </a:ext>
                  </a:extLst>
                </a:gridCol>
                <a:gridCol w="1131164">
                  <a:extLst>
                    <a:ext uri="{9D8B030D-6E8A-4147-A177-3AD203B41FA5}">
                      <a16:colId xmlns:a16="http://schemas.microsoft.com/office/drawing/2014/main" val="20004"/>
                    </a:ext>
                  </a:extLst>
                </a:gridCol>
                <a:gridCol w="2784015">
                  <a:extLst>
                    <a:ext uri="{9D8B030D-6E8A-4147-A177-3AD203B41FA5}">
                      <a16:colId xmlns:a16="http://schemas.microsoft.com/office/drawing/2014/main" val="20005"/>
                    </a:ext>
                  </a:extLst>
                </a:gridCol>
              </a:tblGrid>
              <a:tr h="640043">
                <a:tc>
                  <a:txBody>
                    <a:bodyPr/>
                    <a:lstStyle/>
                    <a:p>
                      <a:pPr algn="ctr">
                        <a:lnSpc>
                          <a:spcPts val="1600"/>
                        </a:lnSpc>
                        <a:spcAft>
                          <a:spcPts val="0"/>
                        </a:spcAft>
                      </a:pPr>
                      <a:r>
                        <a:rPr lang="de-DE" sz="1600" b="1" dirty="0">
                          <a:effectLst/>
                        </a:rPr>
                        <a:t>Nr.</a:t>
                      </a:r>
                      <a:endParaRPr lang="de-AT" sz="1600" b="1" dirty="0">
                        <a:effectLst/>
                        <a:latin typeface="Garamond"/>
                        <a:ea typeface="Times New Roman"/>
                        <a:cs typeface="Times New Roman"/>
                      </a:endParaRPr>
                    </a:p>
                  </a:txBody>
                  <a:tcPr marL="30912" marR="30912" marT="0" marB="0" anchor="ctr">
                    <a:solidFill>
                      <a:schemeClr val="accent1">
                        <a:lumMod val="60000"/>
                        <a:lumOff val="40000"/>
                      </a:schemeClr>
                    </a:solidFill>
                  </a:tcPr>
                </a:tc>
                <a:tc>
                  <a:txBody>
                    <a:bodyPr/>
                    <a:lstStyle/>
                    <a:p>
                      <a:pPr algn="l">
                        <a:lnSpc>
                          <a:spcPts val="1600"/>
                        </a:lnSpc>
                        <a:spcAft>
                          <a:spcPts val="0"/>
                        </a:spcAft>
                      </a:pPr>
                      <a:r>
                        <a:rPr lang="de-DE" sz="1600" b="1" dirty="0">
                          <a:effectLst/>
                        </a:rPr>
                        <a:t>Category</a:t>
                      </a:r>
                      <a:endParaRPr lang="de-AT" sz="1600" b="1" dirty="0">
                        <a:effectLst/>
                        <a:latin typeface="Garamond"/>
                        <a:ea typeface="Times New Roman"/>
                        <a:cs typeface="Times New Roman"/>
                      </a:endParaRPr>
                    </a:p>
                  </a:txBody>
                  <a:tcPr marL="30912" marR="30912" marT="0" marB="0" anchor="ctr">
                    <a:solidFill>
                      <a:schemeClr val="accent1">
                        <a:lumMod val="60000"/>
                        <a:lumOff val="40000"/>
                      </a:schemeClr>
                    </a:solidFill>
                  </a:tcPr>
                </a:tc>
                <a:tc>
                  <a:txBody>
                    <a:bodyPr/>
                    <a:lstStyle/>
                    <a:p>
                      <a:pPr algn="l">
                        <a:lnSpc>
                          <a:spcPts val="1600"/>
                        </a:lnSpc>
                        <a:spcAft>
                          <a:spcPts val="0"/>
                        </a:spcAft>
                      </a:pPr>
                      <a:r>
                        <a:rPr lang="de-DE" sz="1600" b="1" dirty="0">
                          <a:effectLst/>
                        </a:rPr>
                        <a:t>Definition</a:t>
                      </a:r>
                      <a:endParaRPr lang="de-AT" sz="1600" b="1" dirty="0">
                        <a:effectLst/>
                        <a:latin typeface="Garamond"/>
                        <a:ea typeface="Times New Roman"/>
                        <a:cs typeface="Times New Roman"/>
                      </a:endParaRPr>
                    </a:p>
                  </a:txBody>
                  <a:tcPr marL="30912" marR="30912" marT="0" marB="0" anchor="ctr">
                    <a:solidFill>
                      <a:schemeClr val="accent1">
                        <a:lumMod val="60000"/>
                        <a:lumOff val="40000"/>
                      </a:schemeClr>
                    </a:solidFill>
                  </a:tcPr>
                </a:tc>
                <a:tc>
                  <a:txBody>
                    <a:bodyPr/>
                    <a:lstStyle/>
                    <a:p>
                      <a:pPr algn="l">
                        <a:lnSpc>
                          <a:spcPts val="1600"/>
                        </a:lnSpc>
                        <a:spcAft>
                          <a:spcPts val="0"/>
                        </a:spcAft>
                      </a:pPr>
                      <a:r>
                        <a:rPr lang="de-DE" sz="1600" b="1" dirty="0">
                          <a:effectLst/>
                        </a:rPr>
                        <a:t>Manifestations</a:t>
                      </a:r>
                      <a:endParaRPr lang="de-AT" sz="1600" b="1" dirty="0">
                        <a:effectLst/>
                        <a:latin typeface="Garamond"/>
                        <a:ea typeface="Times New Roman"/>
                        <a:cs typeface="Times New Roman"/>
                      </a:endParaRPr>
                    </a:p>
                  </a:txBody>
                  <a:tcPr marL="30912" marR="30912" marT="0" marB="0" anchor="ctr">
                    <a:solidFill>
                      <a:schemeClr val="accent1">
                        <a:lumMod val="60000"/>
                        <a:lumOff val="40000"/>
                      </a:schemeClr>
                    </a:solidFill>
                  </a:tcPr>
                </a:tc>
                <a:tc>
                  <a:txBody>
                    <a:bodyPr/>
                    <a:lstStyle/>
                    <a:p>
                      <a:pPr algn="l">
                        <a:lnSpc>
                          <a:spcPts val="1600"/>
                        </a:lnSpc>
                        <a:spcAft>
                          <a:spcPts val="0"/>
                        </a:spcAft>
                      </a:pPr>
                      <a:r>
                        <a:rPr lang="de-DE" sz="1600" b="1" dirty="0">
                          <a:effectLst/>
                        </a:rPr>
                        <a:t>Examples</a:t>
                      </a:r>
                      <a:endParaRPr lang="de-AT" sz="1600" b="1" dirty="0">
                        <a:effectLst/>
                        <a:latin typeface="Garamond"/>
                        <a:ea typeface="Times New Roman"/>
                        <a:cs typeface="Times New Roman"/>
                      </a:endParaRPr>
                    </a:p>
                  </a:txBody>
                  <a:tcPr marL="30912" marR="30912" marT="0" marB="0" anchor="ctr">
                    <a:solidFill>
                      <a:schemeClr val="accent1">
                        <a:lumMod val="60000"/>
                        <a:lumOff val="40000"/>
                      </a:schemeClr>
                    </a:solidFill>
                  </a:tcPr>
                </a:tc>
                <a:tc>
                  <a:txBody>
                    <a:bodyPr/>
                    <a:lstStyle/>
                    <a:p>
                      <a:pPr algn="l">
                        <a:lnSpc>
                          <a:spcPts val="1600"/>
                        </a:lnSpc>
                        <a:spcAft>
                          <a:spcPts val="0"/>
                        </a:spcAft>
                      </a:pPr>
                      <a:r>
                        <a:rPr lang="de-DE" sz="1600" b="1" dirty="0">
                          <a:effectLst/>
                        </a:rPr>
                        <a:t>Coding rules</a:t>
                      </a:r>
                      <a:endParaRPr lang="de-AT" sz="1600" b="1" dirty="0">
                        <a:effectLst/>
                        <a:latin typeface="Garamond"/>
                        <a:ea typeface="Times New Roman"/>
                        <a:cs typeface="Times New Roman"/>
                      </a:endParaRPr>
                    </a:p>
                  </a:txBody>
                  <a:tcPr marL="30912" marR="30912" marT="0" marB="0" anchor="ctr">
                    <a:solidFill>
                      <a:schemeClr val="accent1">
                        <a:lumMod val="60000"/>
                        <a:lumOff val="40000"/>
                      </a:schemeClr>
                    </a:solidFill>
                  </a:tcPr>
                </a:tc>
                <a:extLst>
                  <a:ext uri="{0D108BD9-81ED-4DB2-BD59-A6C34878D82A}">
                    <a16:rowId xmlns:a16="http://schemas.microsoft.com/office/drawing/2014/main" val="10000"/>
                  </a:ext>
                </a:extLst>
              </a:tr>
              <a:tr h="2106177">
                <a:tc>
                  <a:txBody>
                    <a:bodyPr/>
                    <a:lstStyle/>
                    <a:p>
                      <a:pPr marL="0" algn="ctr" defTabSz="457200" rtl="0" eaLnBrk="1" latinLnBrk="0" hangingPunct="1">
                        <a:lnSpc>
                          <a:spcPts val="1600"/>
                        </a:lnSpc>
                        <a:spcAft>
                          <a:spcPts val="0"/>
                        </a:spcAft>
                      </a:pPr>
                      <a:r>
                        <a:rPr lang="de-DE" sz="1600" kern="1200" dirty="0">
                          <a:solidFill>
                            <a:schemeClr val="dk1"/>
                          </a:solidFill>
                          <a:effectLst/>
                          <a:latin typeface="+mn-lt"/>
                          <a:ea typeface="+mn-ea"/>
                          <a:cs typeface="+mn-cs"/>
                        </a:rPr>
                        <a:t> 1</a:t>
                      </a:r>
                      <a:endParaRPr lang="de-AT" sz="1600" kern="1200" dirty="0">
                        <a:solidFill>
                          <a:schemeClr val="dk1"/>
                        </a:solidFill>
                        <a:effectLst/>
                        <a:latin typeface="+mn-lt"/>
                        <a:ea typeface="+mn-ea"/>
                        <a:cs typeface="+mn-cs"/>
                      </a:endParaRPr>
                    </a:p>
                  </a:txBody>
                  <a:tcPr marL="30912" marR="30912" marT="0" marB="0" anchor="ctr"/>
                </a:tc>
                <a:tc>
                  <a:txBody>
                    <a:bodyPr/>
                    <a:lstStyle/>
                    <a:p>
                      <a:pPr marL="0" algn="l" defTabSz="457200" rtl="0" eaLnBrk="1" latinLnBrk="0" hangingPunct="1">
                        <a:lnSpc>
                          <a:spcPts val="1600"/>
                        </a:lnSpc>
                        <a:spcAft>
                          <a:spcPts val="0"/>
                        </a:spcAft>
                      </a:pPr>
                      <a:r>
                        <a:rPr lang="de-DE" sz="1600" kern="1200" dirty="0">
                          <a:solidFill>
                            <a:schemeClr val="dk1"/>
                          </a:solidFill>
                          <a:effectLst/>
                          <a:latin typeface="+mn-lt"/>
                          <a:ea typeface="+mn-ea"/>
                          <a:cs typeface="+mn-cs"/>
                        </a:rPr>
                        <a:t>Biggest </a:t>
                      </a:r>
                      <a:br>
                        <a:rPr lang="de-DE" sz="1600" kern="1200" dirty="0">
                          <a:solidFill>
                            <a:schemeClr val="dk1"/>
                          </a:solidFill>
                          <a:effectLst/>
                          <a:latin typeface="+mn-lt"/>
                          <a:ea typeface="+mn-ea"/>
                          <a:cs typeface="+mn-cs"/>
                        </a:rPr>
                      </a:br>
                      <a:r>
                        <a:rPr lang="de-DE" sz="1600" kern="1200" dirty="0">
                          <a:solidFill>
                            <a:schemeClr val="dk1"/>
                          </a:solidFill>
                          <a:effectLst/>
                          <a:latin typeface="+mn-lt"/>
                          <a:ea typeface="+mn-ea"/>
                          <a:cs typeface="+mn-cs"/>
                        </a:rPr>
                        <a:t>world </a:t>
                      </a:r>
                      <a:br>
                        <a:rPr lang="de-DE" sz="1600" kern="1200" dirty="0">
                          <a:solidFill>
                            <a:schemeClr val="dk1"/>
                          </a:solidFill>
                          <a:effectLst/>
                          <a:latin typeface="+mn-lt"/>
                          <a:ea typeface="+mn-ea"/>
                          <a:cs typeface="+mn-cs"/>
                        </a:rPr>
                      </a:br>
                      <a:r>
                        <a:rPr lang="de-DE" sz="1600" kern="1200" dirty="0">
                          <a:solidFill>
                            <a:schemeClr val="dk1"/>
                          </a:solidFill>
                          <a:effectLst/>
                          <a:latin typeface="+mn-lt"/>
                          <a:ea typeface="+mn-ea"/>
                          <a:cs typeface="+mn-cs"/>
                        </a:rPr>
                        <a:t>problem</a:t>
                      </a:r>
                      <a:endParaRPr lang="de-AT" sz="1600" kern="1200" dirty="0">
                        <a:solidFill>
                          <a:schemeClr val="dk1"/>
                        </a:solidFill>
                        <a:effectLst/>
                        <a:latin typeface="+mn-lt"/>
                        <a:ea typeface="+mn-ea"/>
                        <a:cs typeface="+mn-cs"/>
                      </a:endParaRPr>
                    </a:p>
                  </a:txBody>
                  <a:tcPr marL="30912" marR="30912" marT="0" marB="0" anchor="ctr"/>
                </a:tc>
                <a:tc>
                  <a:txBody>
                    <a:bodyPr/>
                    <a:lstStyle/>
                    <a:p>
                      <a:pPr marL="0" algn="l" defTabSz="457200" rtl="0" eaLnBrk="1" latinLnBrk="0" hangingPunct="1">
                        <a:lnSpc>
                          <a:spcPts val="1600"/>
                        </a:lnSpc>
                        <a:spcAft>
                          <a:spcPts val="0"/>
                        </a:spcAft>
                      </a:pPr>
                      <a:r>
                        <a:rPr lang="en-US" sz="1600" kern="1200" dirty="0">
                          <a:solidFill>
                            <a:schemeClr val="dk1"/>
                          </a:solidFill>
                          <a:effectLst/>
                          <a:latin typeface="+mn-lt"/>
                          <a:ea typeface="+mn-ea"/>
                          <a:cs typeface="+mn-cs"/>
                        </a:rPr>
                        <a:t>This category is used when current world problems are  named, explained, or related to each other. Included are the respondents’ own positions and evaluations of the world problems.</a:t>
                      </a:r>
                      <a:endParaRPr lang="de-AT" sz="1600" kern="1200" dirty="0">
                        <a:solidFill>
                          <a:schemeClr val="dk1"/>
                        </a:solidFill>
                        <a:effectLst/>
                        <a:latin typeface="+mn-lt"/>
                        <a:ea typeface="+mn-ea"/>
                        <a:cs typeface="+mn-cs"/>
                      </a:endParaRPr>
                    </a:p>
                  </a:txBody>
                  <a:tcPr marL="30912" marR="30912" marT="0" marB="0" anchor="ctr"/>
                </a:tc>
                <a:tc>
                  <a:txBody>
                    <a:bodyPr/>
                    <a:lstStyle/>
                    <a:p>
                      <a:pPr marL="180975" indent="-180975" algn="l">
                        <a:lnSpc>
                          <a:spcPts val="1600"/>
                        </a:lnSpc>
                        <a:spcAft>
                          <a:spcPts val="0"/>
                        </a:spcAft>
                        <a:buFont typeface="Arial" pitchFamily="34" charset="0"/>
                        <a:buChar char="•"/>
                      </a:pPr>
                      <a:r>
                        <a:rPr lang="de-DE" sz="1600" kern="1200" dirty="0">
                          <a:solidFill>
                            <a:schemeClr val="dk1"/>
                          </a:solidFill>
                          <a:effectLst/>
                          <a:latin typeface="+mn-lt"/>
                          <a:ea typeface="+mn-ea"/>
                          <a:cs typeface="+mn-cs"/>
                        </a:rPr>
                        <a:t>Climate</a:t>
                      </a:r>
                      <a:br>
                        <a:rPr lang="de-DE" sz="1600" kern="1200" dirty="0">
                          <a:solidFill>
                            <a:schemeClr val="dk1"/>
                          </a:solidFill>
                          <a:effectLst/>
                          <a:latin typeface="+mn-lt"/>
                          <a:ea typeface="+mn-ea"/>
                          <a:cs typeface="+mn-cs"/>
                        </a:rPr>
                      </a:br>
                      <a:endParaRPr lang="de-DE" sz="1600" kern="1200" dirty="0">
                        <a:solidFill>
                          <a:schemeClr val="dk1"/>
                        </a:solidFill>
                        <a:effectLst/>
                        <a:latin typeface="+mn-lt"/>
                        <a:ea typeface="+mn-ea"/>
                        <a:cs typeface="+mn-cs"/>
                      </a:endParaRPr>
                    </a:p>
                    <a:p>
                      <a:pPr marL="180975" indent="-180975" algn="l">
                        <a:lnSpc>
                          <a:spcPts val="1600"/>
                        </a:lnSpc>
                        <a:spcAft>
                          <a:spcPts val="0"/>
                        </a:spcAft>
                        <a:buFont typeface="Arial" pitchFamily="34" charset="0"/>
                        <a:buChar char="•"/>
                      </a:pPr>
                      <a:r>
                        <a:rPr lang="de-DE" sz="1600" kern="1200" dirty="0">
                          <a:solidFill>
                            <a:schemeClr val="dk1"/>
                          </a:solidFill>
                          <a:effectLst/>
                          <a:latin typeface="+mn-lt"/>
                          <a:ea typeface="+mn-ea"/>
                          <a:cs typeface="+mn-cs"/>
                        </a:rPr>
                        <a:t>Resource scarcity</a:t>
                      </a:r>
                      <a:br>
                        <a:rPr lang="de-DE" sz="1600" kern="1200" dirty="0">
                          <a:solidFill>
                            <a:schemeClr val="dk1"/>
                          </a:solidFill>
                          <a:effectLst/>
                          <a:latin typeface="+mn-lt"/>
                          <a:ea typeface="+mn-ea"/>
                          <a:cs typeface="+mn-cs"/>
                        </a:rPr>
                      </a:br>
                      <a:endParaRPr lang="de-DE" sz="1600" kern="1200" dirty="0">
                        <a:solidFill>
                          <a:schemeClr val="dk1"/>
                        </a:solidFill>
                        <a:effectLst/>
                        <a:latin typeface="+mn-lt"/>
                        <a:ea typeface="+mn-ea"/>
                        <a:cs typeface="+mn-cs"/>
                      </a:endParaRPr>
                    </a:p>
                    <a:p>
                      <a:pPr marL="180975" indent="-180975" algn="l">
                        <a:lnSpc>
                          <a:spcPts val="1600"/>
                        </a:lnSpc>
                        <a:spcAft>
                          <a:spcPts val="0"/>
                        </a:spcAft>
                        <a:buFont typeface="Arial" pitchFamily="34" charset="0"/>
                        <a:buChar char="•"/>
                      </a:pPr>
                      <a:r>
                        <a:rPr lang="de-DE" sz="1600" kern="1200" dirty="0">
                          <a:solidFill>
                            <a:schemeClr val="dk1"/>
                          </a:solidFill>
                          <a:effectLst/>
                          <a:latin typeface="+mn-lt"/>
                          <a:ea typeface="+mn-ea"/>
                          <a:cs typeface="+mn-cs"/>
                        </a:rPr>
                        <a:t>Globalisation</a:t>
                      </a:r>
                      <a:br>
                        <a:rPr lang="de-DE" sz="1600" kern="1200" dirty="0">
                          <a:solidFill>
                            <a:schemeClr val="dk1"/>
                          </a:solidFill>
                          <a:effectLst/>
                          <a:latin typeface="+mn-lt"/>
                          <a:ea typeface="+mn-ea"/>
                          <a:cs typeface="+mn-cs"/>
                        </a:rPr>
                      </a:br>
                      <a:endParaRPr lang="de-DE" sz="1600" kern="1200" dirty="0">
                        <a:solidFill>
                          <a:schemeClr val="dk1"/>
                        </a:solidFill>
                        <a:effectLst/>
                        <a:latin typeface="+mn-lt"/>
                        <a:ea typeface="+mn-ea"/>
                        <a:cs typeface="+mn-cs"/>
                      </a:endParaRPr>
                    </a:p>
                    <a:p>
                      <a:pPr marL="180975" indent="-180975" algn="l">
                        <a:lnSpc>
                          <a:spcPts val="1600"/>
                        </a:lnSpc>
                        <a:spcAft>
                          <a:spcPts val="0"/>
                        </a:spcAft>
                        <a:buFont typeface="Arial" pitchFamily="34" charset="0"/>
                        <a:buChar char="•"/>
                      </a:pPr>
                      <a:r>
                        <a:rPr lang="de-DE" sz="1600" kern="1200" dirty="0">
                          <a:solidFill>
                            <a:schemeClr val="dk1"/>
                          </a:solidFill>
                          <a:effectLst/>
                          <a:latin typeface="+mn-lt"/>
                          <a:ea typeface="+mn-ea"/>
                          <a:cs typeface="+mn-cs"/>
                        </a:rPr>
                        <a:t>Other</a:t>
                      </a:r>
                      <a:endParaRPr lang="de-AT" sz="1600" kern="1200" dirty="0">
                        <a:solidFill>
                          <a:schemeClr val="dk1"/>
                        </a:solidFill>
                        <a:effectLst/>
                        <a:latin typeface="+mn-lt"/>
                        <a:ea typeface="+mn-ea"/>
                        <a:cs typeface="+mn-cs"/>
                      </a:endParaRPr>
                    </a:p>
                  </a:txBody>
                  <a:tcPr marL="30912" marR="30912" marT="0" marB="0" anchor="ctr"/>
                </a:tc>
                <a:tc>
                  <a:txBody>
                    <a:bodyPr/>
                    <a:lstStyle/>
                    <a:p>
                      <a:pPr algn="l">
                        <a:lnSpc>
                          <a:spcPts val="1600"/>
                        </a:lnSpc>
                        <a:spcAft>
                          <a:spcPts val="0"/>
                        </a:spcAft>
                      </a:pPr>
                      <a:r>
                        <a:rPr lang="de-DE" sz="1600" dirty="0">
                          <a:effectLst/>
                        </a:rPr>
                        <a:t> …</a:t>
                      </a:r>
                      <a:endParaRPr lang="de-AT" sz="1600" dirty="0">
                        <a:effectLst/>
                        <a:latin typeface="Garamond"/>
                        <a:ea typeface="Times New Roman"/>
                        <a:cs typeface="Times New Roman"/>
                      </a:endParaRPr>
                    </a:p>
                  </a:txBody>
                  <a:tcPr marL="30912" marR="30912" marT="0" marB="0" anchor="ctr"/>
                </a:tc>
                <a:tc>
                  <a:txBody>
                    <a:bodyPr/>
                    <a:lstStyle/>
                    <a:p>
                      <a:pPr marL="180975" indent="-180975" algn="l">
                        <a:lnSpc>
                          <a:spcPts val="1600"/>
                        </a:lnSpc>
                        <a:spcAft>
                          <a:spcPts val="0"/>
                        </a:spcAft>
                        <a:buFont typeface="Arial" pitchFamily="34" charset="0"/>
                        <a:buChar char="•"/>
                      </a:pPr>
                      <a:r>
                        <a:rPr lang="de-AT" sz="1600" dirty="0">
                          <a:effectLst/>
                        </a:rPr>
                        <a:t>All climate related stuff (CO2, Sea level rise etc.) falls under „Climate“</a:t>
                      </a:r>
                      <a:endParaRPr lang="en-US" sz="1600" dirty="0">
                        <a:effectLst/>
                      </a:endParaRPr>
                    </a:p>
                    <a:p>
                      <a:pPr marL="180975" indent="-180975" algn="l">
                        <a:lnSpc>
                          <a:spcPts val="1600"/>
                        </a:lnSpc>
                        <a:spcAft>
                          <a:spcPts val="0"/>
                        </a:spcAft>
                        <a:buFont typeface="Arial" pitchFamily="34" charset="0"/>
                        <a:buChar char="•"/>
                      </a:pPr>
                      <a:r>
                        <a:rPr lang="en-US" sz="1600" baseline="0" dirty="0">
                          <a:effectLst/>
                          <a:latin typeface="Garamond"/>
                          <a:ea typeface="Times New Roman"/>
                          <a:cs typeface="Times New Roman"/>
                        </a:rPr>
                        <a:t>…</a:t>
                      </a:r>
                      <a:endParaRPr lang="de-AT" sz="1600" dirty="0">
                        <a:effectLst/>
                        <a:latin typeface="Garamond"/>
                        <a:ea typeface="Times New Roman"/>
                        <a:cs typeface="Times New Roman"/>
                      </a:endParaRPr>
                    </a:p>
                  </a:txBody>
                  <a:tcPr marL="30912" marR="30912" marT="0" marB="0" anchor="ct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43164398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40BF68-F8AA-153C-5785-D04D98B399F7}"/>
            </a:ext>
          </a:extLst>
        </p:cNvPr>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07CB0E25-9722-E949-C621-C9717FF16D05}"/>
              </a:ext>
            </a:extLst>
          </p:cNvPr>
          <p:cNvSpPr>
            <a:spLocks noGrp="1"/>
          </p:cNvSpPr>
          <p:nvPr>
            <p:ph type="sldNum" sz="quarter" idx="12"/>
          </p:nvPr>
        </p:nvSpPr>
        <p:spPr/>
        <p:txBody>
          <a:bodyPr/>
          <a:lstStyle/>
          <a:p>
            <a:fld id="{D836C0FE-70CA-4950-82D6-CF602CC2B770}" type="slidenum">
              <a:rPr lang="en-GB" smtClean="0"/>
              <a:t>36</a:t>
            </a:fld>
            <a:endParaRPr lang="en-GB" dirty="0"/>
          </a:p>
        </p:txBody>
      </p:sp>
      <p:sp>
        <p:nvSpPr>
          <p:cNvPr id="3" name="Titel 2">
            <a:extLst>
              <a:ext uri="{FF2B5EF4-FFF2-40B4-BE49-F238E27FC236}">
                <a16:creationId xmlns:a16="http://schemas.microsoft.com/office/drawing/2014/main" id="{D22278AC-33E8-5F34-2617-7D398D337F83}"/>
              </a:ext>
            </a:extLst>
          </p:cNvPr>
          <p:cNvSpPr>
            <a:spLocks noGrp="1"/>
          </p:cNvSpPr>
          <p:nvPr>
            <p:ph type="title"/>
          </p:nvPr>
        </p:nvSpPr>
        <p:spPr>
          <a:xfrm>
            <a:off x="695326" y="549000"/>
            <a:ext cx="9792674" cy="792000"/>
          </a:xfrm>
        </p:spPr>
        <p:txBody>
          <a:bodyPr/>
          <a:lstStyle/>
          <a:p>
            <a:r>
              <a:rPr lang="en-GB" dirty="0"/>
              <a:t>The Interview Guide – </a:t>
            </a:r>
            <a:br>
              <a:rPr lang="en-GB" dirty="0"/>
            </a:br>
            <a:r>
              <a:rPr lang="en-GB" dirty="0"/>
              <a:t>From Categories to (Sub-)Codes</a:t>
            </a:r>
          </a:p>
        </p:txBody>
      </p:sp>
      <p:pic>
        <p:nvPicPr>
          <p:cNvPr id="8" name="Inhaltsplatzhalter 7">
            <a:extLst>
              <a:ext uri="{FF2B5EF4-FFF2-40B4-BE49-F238E27FC236}">
                <a16:creationId xmlns:a16="http://schemas.microsoft.com/office/drawing/2014/main" id="{363FFF18-E115-B829-A068-B93A1C582404}"/>
              </a:ext>
            </a:extLst>
          </p:cNvPr>
          <p:cNvPicPr>
            <a:picLocks noGrp="1" noChangeAspect="1"/>
          </p:cNvPicPr>
          <p:nvPr>
            <p:ph idx="1"/>
          </p:nvPr>
        </p:nvPicPr>
        <p:blipFill>
          <a:blip r:embed="rId2"/>
          <a:stretch>
            <a:fillRect/>
          </a:stretch>
        </p:blipFill>
        <p:spPr bwMode="gray">
          <a:xfrm>
            <a:off x="321891" y="2133000"/>
            <a:ext cx="5859540" cy="6112855"/>
          </a:xfrm>
          <a:prstGeom prst="rect">
            <a:avLst/>
          </a:prstGeom>
        </p:spPr>
      </p:pic>
      <p:sp>
        <p:nvSpPr>
          <p:cNvPr id="5" name="Datumsplatzhalter 4">
            <a:extLst>
              <a:ext uri="{FF2B5EF4-FFF2-40B4-BE49-F238E27FC236}">
                <a16:creationId xmlns:a16="http://schemas.microsoft.com/office/drawing/2014/main" id="{B6E8A5CF-8DE9-7044-3C9F-FD5A990B1A6E}"/>
              </a:ext>
            </a:extLst>
          </p:cNvPr>
          <p:cNvSpPr>
            <a:spLocks noGrp="1"/>
          </p:cNvSpPr>
          <p:nvPr>
            <p:ph type="dt" sz="half" idx="10"/>
          </p:nvPr>
        </p:nvSpPr>
        <p:spPr/>
        <p:txBody>
          <a:bodyPr/>
          <a:lstStyle/>
          <a:p>
            <a:r>
              <a:rPr lang="en-GB" dirty="0"/>
              <a:t>(Rädiker &amp; Kuckartz, 2020:44)</a:t>
            </a:r>
          </a:p>
        </p:txBody>
      </p:sp>
      <p:sp>
        <p:nvSpPr>
          <p:cNvPr id="6" name="Fußzeilenplatzhalter 5">
            <a:extLst>
              <a:ext uri="{FF2B5EF4-FFF2-40B4-BE49-F238E27FC236}">
                <a16:creationId xmlns:a16="http://schemas.microsoft.com/office/drawing/2014/main" id="{F34AF268-74FD-EDF9-C4BC-AFCC9B2B78BB}"/>
              </a:ext>
            </a:extLst>
          </p:cNvPr>
          <p:cNvSpPr>
            <a:spLocks noGrp="1"/>
          </p:cNvSpPr>
          <p:nvPr>
            <p:ph type="ftr" sz="quarter" idx="11"/>
          </p:nvPr>
        </p:nvSpPr>
        <p:spPr/>
        <p:txBody>
          <a:bodyPr/>
          <a:lstStyle/>
          <a:p>
            <a:r>
              <a:rPr lang="en-GB" dirty="0"/>
              <a:t>KMH</a:t>
            </a:r>
          </a:p>
        </p:txBody>
      </p:sp>
      <p:pic>
        <p:nvPicPr>
          <p:cNvPr id="12" name="Grafik 11">
            <a:extLst>
              <a:ext uri="{FF2B5EF4-FFF2-40B4-BE49-F238E27FC236}">
                <a16:creationId xmlns:a16="http://schemas.microsoft.com/office/drawing/2014/main" id="{A9CF8AF9-C066-933F-57E4-62B013A2C09C}"/>
              </a:ext>
            </a:extLst>
          </p:cNvPr>
          <p:cNvPicPr>
            <a:picLocks noChangeAspect="1"/>
          </p:cNvPicPr>
          <p:nvPr/>
        </p:nvPicPr>
        <p:blipFill>
          <a:blip r:embed="rId3">
            <a:clrChange>
              <a:clrFrom>
                <a:srgbClr val="F8F8F8"/>
              </a:clrFrom>
              <a:clrTo>
                <a:srgbClr val="F8F8F8">
                  <a:alpha val="0"/>
                </a:srgbClr>
              </a:clrTo>
            </a:clrChange>
            <a:extLst>
              <a:ext uri="{28A0092B-C50C-407E-A947-70E740481C1C}">
                <a14:useLocalDpi xmlns:a14="http://schemas.microsoft.com/office/drawing/2010/main" val="0"/>
              </a:ext>
            </a:extLst>
          </a:blip>
          <a:srcRect/>
          <a:stretch/>
        </p:blipFill>
        <p:spPr>
          <a:xfrm>
            <a:off x="7451970" y="2872395"/>
            <a:ext cx="4404030" cy="1780605"/>
          </a:xfrm>
          <a:prstGeom prst="rect">
            <a:avLst/>
          </a:prstGeom>
        </p:spPr>
      </p:pic>
      <p:sp>
        <p:nvSpPr>
          <p:cNvPr id="4" name="Pfeil: nach rechts 3">
            <a:extLst>
              <a:ext uri="{FF2B5EF4-FFF2-40B4-BE49-F238E27FC236}">
                <a16:creationId xmlns:a16="http://schemas.microsoft.com/office/drawing/2014/main" id="{D87A7ECF-5AC3-E2BA-4CAF-4FF1DF7F8CD3}"/>
              </a:ext>
            </a:extLst>
          </p:cNvPr>
          <p:cNvSpPr/>
          <p:nvPr/>
        </p:nvSpPr>
        <p:spPr>
          <a:xfrm>
            <a:off x="6024000" y="2692958"/>
            <a:ext cx="1368000" cy="648000"/>
          </a:xfrm>
          <a:prstGeom prst="rightArrow">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lnSpc>
                <a:spcPct val="120000"/>
              </a:lnSpc>
            </a:pPr>
            <a:endParaRPr lang="en-GB" sz="1600" dirty="0">
              <a:solidFill>
                <a:schemeClr val="tx1"/>
              </a:solidFill>
            </a:endParaRPr>
          </a:p>
        </p:txBody>
      </p:sp>
    </p:spTree>
    <p:extLst>
      <p:ext uri="{BB962C8B-B14F-4D97-AF65-F5344CB8AC3E}">
        <p14:creationId xmlns:p14="http://schemas.microsoft.com/office/powerpoint/2010/main" val="14513053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B0FD17-9097-8B54-45F3-0EF4BD7F4AC2}"/>
            </a:ext>
          </a:extLst>
        </p:cNvPr>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CCFFC361-190B-33FC-D08B-E51541F0C92B}"/>
              </a:ext>
            </a:extLst>
          </p:cNvPr>
          <p:cNvSpPr>
            <a:spLocks noGrp="1"/>
          </p:cNvSpPr>
          <p:nvPr>
            <p:ph type="sldNum" sz="quarter" idx="12"/>
          </p:nvPr>
        </p:nvSpPr>
        <p:spPr/>
        <p:txBody>
          <a:bodyPr/>
          <a:lstStyle/>
          <a:p>
            <a:fld id="{D836C0FE-70CA-4950-82D6-CF602CC2B770}" type="slidenum">
              <a:rPr lang="en-GB" smtClean="0"/>
              <a:t>37</a:t>
            </a:fld>
            <a:endParaRPr lang="en-GB" dirty="0"/>
          </a:p>
        </p:txBody>
      </p:sp>
      <p:sp>
        <p:nvSpPr>
          <p:cNvPr id="3" name="Titel 2">
            <a:extLst>
              <a:ext uri="{FF2B5EF4-FFF2-40B4-BE49-F238E27FC236}">
                <a16:creationId xmlns:a16="http://schemas.microsoft.com/office/drawing/2014/main" id="{7D09EE25-B1CE-994C-AF4E-8D93752E5736}"/>
              </a:ext>
            </a:extLst>
          </p:cNvPr>
          <p:cNvSpPr>
            <a:spLocks noGrp="1"/>
          </p:cNvSpPr>
          <p:nvPr>
            <p:ph type="title"/>
          </p:nvPr>
        </p:nvSpPr>
        <p:spPr/>
        <p:txBody>
          <a:bodyPr/>
          <a:lstStyle/>
          <a:p>
            <a:r>
              <a:rPr lang="en-GB" dirty="0"/>
              <a:t>One Approach: Thematic Coding (cf. Hopf et al 1995):</a:t>
            </a:r>
          </a:p>
        </p:txBody>
      </p:sp>
      <p:sp>
        <p:nvSpPr>
          <p:cNvPr id="4" name="Inhaltsplatzhalter 3">
            <a:extLst>
              <a:ext uri="{FF2B5EF4-FFF2-40B4-BE49-F238E27FC236}">
                <a16:creationId xmlns:a16="http://schemas.microsoft.com/office/drawing/2014/main" id="{FC1128A5-017A-D04F-C140-302C62C4417F}"/>
              </a:ext>
            </a:extLst>
          </p:cNvPr>
          <p:cNvSpPr>
            <a:spLocks noGrp="1"/>
          </p:cNvSpPr>
          <p:nvPr>
            <p:ph idx="1"/>
          </p:nvPr>
        </p:nvSpPr>
        <p:spPr/>
        <p:txBody>
          <a:bodyPr anchor="t">
            <a:normAutofit/>
          </a:bodyPr>
          <a:lstStyle/>
          <a:p>
            <a:pPr marL="457200" indent="-457200">
              <a:buFont typeface="+mj-lt"/>
              <a:buAutoNum type="arabicPeriod" startAt="2"/>
            </a:pPr>
            <a:r>
              <a:rPr lang="en-GB" sz="2000" b="1" dirty="0"/>
              <a:t>Creating a coding guide</a:t>
            </a:r>
          </a:p>
        </p:txBody>
      </p:sp>
      <p:sp>
        <p:nvSpPr>
          <p:cNvPr id="5" name="Datumsplatzhalter 4">
            <a:extLst>
              <a:ext uri="{FF2B5EF4-FFF2-40B4-BE49-F238E27FC236}">
                <a16:creationId xmlns:a16="http://schemas.microsoft.com/office/drawing/2014/main" id="{8E40965B-3E8E-6158-1FF7-550795BB7C22}"/>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CE03739B-3E95-A3A3-FA99-9D3DAC2220BB}"/>
              </a:ext>
            </a:extLst>
          </p:cNvPr>
          <p:cNvSpPr>
            <a:spLocks noGrp="1"/>
          </p:cNvSpPr>
          <p:nvPr>
            <p:ph type="ftr" sz="quarter" idx="11"/>
          </p:nvPr>
        </p:nvSpPr>
        <p:spPr/>
        <p:txBody>
          <a:bodyPr/>
          <a:lstStyle/>
          <a:p>
            <a:r>
              <a:rPr lang="en-GB" dirty="0"/>
              <a:t>KMH | IL Scientific Method</a:t>
            </a:r>
          </a:p>
        </p:txBody>
      </p:sp>
      <p:graphicFrame>
        <p:nvGraphicFramePr>
          <p:cNvPr id="8" name="Inhaltsplatzhalter 4">
            <a:extLst>
              <a:ext uri="{FF2B5EF4-FFF2-40B4-BE49-F238E27FC236}">
                <a16:creationId xmlns:a16="http://schemas.microsoft.com/office/drawing/2014/main" id="{C9418656-67B1-EBFA-184E-31DF2514D8CC}"/>
              </a:ext>
            </a:extLst>
          </p:cNvPr>
          <p:cNvGraphicFramePr>
            <a:graphicFrameLocks/>
          </p:cNvGraphicFramePr>
          <p:nvPr>
            <p:extLst>
              <p:ext uri="{D42A27DB-BD31-4B8C-83A1-F6EECF244321}">
                <p14:modId xmlns:p14="http://schemas.microsoft.com/office/powerpoint/2010/main" val="4177703235"/>
              </p:ext>
            </p:extLst>
          </p:nvPr>
        </p:nvGraphicFramePr>
        <p:xfrm>
          <a:off x="1229287" y="2394580"/>
          <a:ext cx="10266710" cy="2746220"/>
        </p:xfrm>
        <a:graphic>
          <a:graphicData uri="http://schemas.openxmlformats.org/drawingml/2006/table">
            <a:tbl>
              <a:tblPr>
                <a:tableStyleId>{5C22544A-7EE6-4342-B048-85BDC9FD1C3A}</a:tableStyleId>
              </a:tblPr>
              <a:tblGrid>
                <a:gridCol w="690331">
                  <a:extLst>
                    <a:ext uri="{9D8B030D-6E8A-4147-A177-3AD203B41FA5}">
                      <a16:colId xmlns:a16="http://schemas.microsoft.com/office/drawing/2014/main" val="20000"/>
                    </a:ext>
                  </a:extLst>
                </a:gridCol>
                <a:gridCol w="1310570">
                  <a:extLst>
                    <a:ext uri="{9D8B030D-6E8A-4147-A177-3AD203B41FA5}">
                      <a16:colId xmlns:a16="http://schemas.microsoft.com/office/drawing/2014/main" val="20001"/>
                    </a:ext>
                  </a:extLst>
                </a:gridCol>
                <a:gridCol w="2289812">
                  <a:extLst>
                    <a:ext uri="{9D8B030D-6E8A-4147-A177-3AD203B41FA5}">
                      <a16:colId xmlns:a16="http://schemas.microsoft.com/office/drawing/2014/main" val="20002"/>
                    </a:ext>
                  </a:extLst>
                </a:gridCol>
                <a:gridCol w="2060818">
                  <a:extLst>
                    <a:ext uri="{9D8B030D-6E8A-4147-A177-3AD203B41FA5}">
                      <a16:colId xmlns:a16="http://schemas.microsoft.com/office/drawing/2014/main" val="20003"/>
                    </a:ext>
                  </a:extLst>
                </a:gridCol>
                <a:gridCol w="1131164">
                  <a:extLst>
                    <a:ext uri="{9D8B030D-6E8A-4147-A177-3AD203B41FA5}">
                      <a16:colId xmlns:a16="http://schemas.microsoft.com/office/drawing/2014/main" val="20004"/>
                    </a:ext>
                  </a:extLst>
                </a:gridCol>
                <a:gridCol w="2784015">
                  <a:extLst>
                    <a:ext uri="{9D8B030D-6E8A-4147-A177-3AD203B41FA5}">
                      <a16:colId xmlns:a16="http://schemas.microsoft.com/office/drawing/2014/main" val="20005"/>
                    </a:ext>
                  </a:extLst>
                </a:gridCol>
              </a:tblGrid>
              <a:tr h="640043">
                <a:tc>
                  <a:txBody>
                    <a:bodyPr/>
                    <a:lstStyle/>
                    <a:p>
                      <a:pPr algn="ctr">
                        <a:lnSpc>
                          <a:spcPts val="1600"/>
                        </a:lnSpc>
                        <a:spcAft>
                          <a:spcPts val="0"/>
                        </a:spcAft>
                      </a:pPr>
                      <a:r>
                        <a:rPr lang="de-DE" sz="1600" b="1" dirty="0">
                          <a:effectLst/>
                        </a:rPr>
                        <a:t>Nr.</a:t>
                      </a:r>
                      <a:endParaRPr lang="de-AT" sz="1600" b="1" dirty="0">
                        <a:effectLst/>
                        <a:latin typeface="Garamond"/>
                        <a:ea typeface="Times New Roman"/>
                        <a:cs typeface="Times New Roman"/>
                      </a:endParaRPr>
                    </a:p>
                  </a:txBody>
                  <a:tcPr marL="30912" marR="30912" marT="0" marB="0" anchor="ctr">
                    <a:solidFill>
                      <a:schemeClr val="accent1">
                        <a:lumMod val="60000"/>
                        <a:lumOff val="40000"/>
                      </a:schemeClr>
                    </a:solidFill>
                  </a:tcPr>
                </a:tc>
                <a:tc>
                  <a:txBody>
                    <a:bodyPr/>
                    <a:lstStyle/>
                    <a:p>
                      <a:pPr algn="l">
                        <a:lnSpc>
                          <a:spcPts val="1600"/>
                        </a:lnSpc>
                        <a:spcAft>
                          <a:spcPts val="0"/>
                        </a:spcAft>
                      </a:pPr>
                      <a:r>
                        <a:rPr lang="de-DE" sz="1600" b="1" dirty="0">
                          <a:effectLst/>
                        </a:rPr>
                        <a:t>Category</a:t>
                      </a:r>
                      <a:endParaRPr lang="de-AT" sz="1600" b="1" dirty="0">
                        <a:effectLst/>
                        <a:latin typeface="Garamond"/>
                        <a:ea typeface="Times New Roman"/>
                        <a:cs typeface="Times New Roman"/>
                      </a:endParaRPr>
                    </a:p>
                  </a:txBody>
                  <a:tcPr marL="30912" marR="30912" marT="0" marB="0" anchor="ctr">
                    <a:solidFill>
                      <a:schemeClr val="accent1">
                        <a:lumMod val="60000"/>
                        <a:lumOff val="40000"/>
                      </a:schemeClr>
                    </a:solidFill>
                  </a:tcPr>
                </a:tc>
                <a:tc>
                  <a:txBody>
                    <a:bodyPr/>
                    <a:lstStyle/>
                    <a:p>
                      <a:pPr algn="l">
                        <a:lnSpc>
                          <a:spcPts val="1600"/>
                        </a:lnSpc>
                        <a:spcAft>
                          <a:spcPts val="0"/>
                        </a:spcAft>
                      </a:pPr>
                      <a:r>
                        <a:rPr lang="de-DE" sz="1600" b="1" dirty="0">
                          <a:effectLst/>
                        </a:rPr>
                        <a:t>Definition</a:t>
                      </a:r>
                      <a:endParaRPr lang="de-AT" sz="1600" b="1" dirty="0">
                        <a:effectLst/>
                        <a:latin typeface="Garamond"/>
                        <a:ea typeface="Times New Roman"/>
                        <a:cs typeface="Times New Roman"/>
                      </a:endParaRPr>
                    </a:p>
                  </a:txBody>
                  <a:tcPr marL="30912" marR="30912" marT="0" marB="0" anchor="ctr">
                    <a:solidFill>
                      <a:schemeClr val="accent1">
                        <a:lumMod val="60000"/>
                        <a:lumOff val="40000"/>
                      </a:schemeClr>
                    </a:solidFill>
                  </a:tcPr>
                </a:tc>
                <a:tc>
                  <a:txBody>
                    <a:bodyPr/>
                    <a:lstStyle/>
                    <a:p>
                      <a:pPr algn="l">
                        <a:lnSpc>
                          <a:spcPts val="1600"/>
                        </a:lnSpc>
                        <a:spcAft>
                          <a:spcPts val="0"/>
                        </a:spcAft>
                      </a:pPr>
                      <a:r>
                        <a:rPr lang="de-DE" sz="1600" b="1" dirty="0">
                          <a:effectLst/>
                        </a:rPr>
                        <a:t>Manifestations</a:t>
                      </a:r>
                      <a:endParaRPr lang="de-AT" sz="1600" b="1" dirty="0">
                        <a:effectLst/>
                        <a:latin typeface="Garamond"/>
                        <a:ea typeface="Times New Roman"/>
                        <a:cs typeface="Times New Roman"/>
                      </a:endParaRPr>
                    </a:p>
                  </a:txBody>
                  <a:tcPr marL="30912" marR="30912" marT="0" marB="0" anchor="ctr">
                    <a:solidFill>
                      <a:schemeClr val="accent1">
                        <a:lumMod val="60000"/>
                        <a:lumOff val="40000"/>
                      </a:schemeClr>
                    </a:solidFill>
                  </a:tcPr>
                </a:tc>
                <a:tc>
                  <a:txBody>
                    <a:bodyPr/>
                    <a:lstStyle/>
                    <a:p>
                      <a:pPr algn="l">
                        <a:lnSpc>
                          <a:spcPts val="1600"/>
                        </a:lnSpc>
                        <a:spcAft>
                          <a:spcPts val="0"/>
                        </a:spcAft>
                      </a:pPr>
                      <a:r>
                        <a:rPr lang="de-DE" sz="1600" b="1" dirty="0">
                          <a:effectLst/>
                        </a:rPr>
                        <a:t>Examples</a:t>
                      </a:r>
                      <a:endParaRPr lang="de-AT" sz="1600" b="1" dirty="0">
                        <a:effectLst/>
                        <a:latin typeface="Garamond"/>
                        <a:ea typeface="Times New Roman"/>
                        <a:cs typeface="Times New Roman"/>
                      </a:endParaRPr>
                    </a:p>
                  </a:txBody>
                  <a:tcPr marL="30912" marR="30912" marT="0" marB="0" anchor="ctr">
                    <a:solidFill>
                      <a:schemeClr val="accent1">
                        <a:lumMod val="60000"/>
                        <a:lumOff val="40000"/>
                      </a:schemeClr>
                    </a:solidFill>
                  </a:tcPr>
                </a:tc>
                <a:tc>
                  <a:txBody>
                    <a:bodyPr/>
                    <a:lstStyle/>
                    <a:p>
                      <a:pPr algn="l">
                        <a:lnSpc>
                          <a:spcPts val="1600"/>
                        </a:lnSpc>
                        <a:spcAft>
                          <a:spcPts val="0"/>
                        </a:spcAft>
                      </a:pPr>
                      <a:r>
                        <a:rPr lang="de-DE" sz="1600" b="1" dirty="0">
                          <a:effectLst/>
                        </a:rPr>
                        <a:t>Coding rules</a:t>
                      </a:r>
                      <a:endParaRPr lang="de-AT" sz="1600" b="1" dirty="0">
                        <a:effectLst/>
                        <a:latin typeface="Garamond"/>
                        <a:ea typeface="Times New Roman"/>
                        <a:cs typeface="Times New Roman"/>
                      </a:endParaRPr>
                    </a:p>
                  </a:txBody>
                  <a:tcPr marL="30912" marR="30912" marT="0" marB="0" anchor="ctr">
                    <a:solidFill>
                      <a:schemeClr val="accent1">
                        <a:lumMod val="60000"/>
                        <a:lumOff val="40000"/>
                      </a:schemeClr>
                    </a:solidFill>
                  </a:tcPr>
                </a:tc>
                <a:extLst>
                  <a:ext uri="{0D108BD9-81ED-4DB2-BD59-A6C34878D82A}">
                    <a16:rowId xmlns:a16="http://schemas.microsoft.com/office/drawing/2014/main" val="10000"/>
                  </a:ext>
                </a:extLst>
              </a:tr>
              <a:tr h="2106177">
                <a:tc>
                  <a:txBody>
                    <a:bodyPr/>
                    <a:lstStyle/>
                    <a:p>
                      <a:pPr marL="0" algn="ctr" defTabSz="457200" rtl="0" eaLnBrk="1" latinLnBrk="0" hangingPunct="1">
                        <a:lnSpc>
                          <a:spcPts val="1600"/>
                        </a:lnSpc>
                        <a:spcAft>
                          <a:spcPts val="0"/>
                        </a:spcAft>
                      </a:pPr>
                      <a:r>
                        <a:rPr lang="de-DE" sz="1600" kern="1200" dirty="0">
                          <a:solidFill>
                            <a:schemeClr val="dk1"/>
                          </a:solidFill>
                          <a:effectLst/>
                          <a:latin typeface="+mn-lt"/>
                          <a:ea typeface="+mn-ea"/>
                          <a:cs typeface="+mn-cs"/>
                        </a:rPr>
                        <a:t> 1</a:t>
                      </a:r>
                      <a:endParaRPr lang="de-AT" sz="1600" kern="1200" dirty="0">
                        <a:solidFill>
                          <a:schemeClr val="dk1"/>
                        </a:solidFill>
                        <a:effectLst/>
                        <a:latin typeface="+mn-lt"/>
                        <a:ea typeface="+mn-ea"/>
                        <a:cs typeface="+mn-cs"/>
                      </a:endParaRPr>
                    </a:p>
                  </a:txBody>
                  <a:tcPr marL="30912" marR="30912" marT="0" marB="0" anchor="ctr"/>
                </a:tc>
                <a:tc>
                  <a:txBody>
                    <a:bodyPr/>
                    <a:lstStyle/>
                    <a:p>
                      <a:pPr marL="0" algn="l" defTabSz="457200" rtl="0" eaLnBrk="1" latinLnBrk="0" hangingPunct="1">
                        <a:lnSpc>
                          <a:spcPts val="1600"/>
                        </a:lnSpc>
                        <a:spcAft>
                          <a:spcPts val="0"/>
                        </a:spcAft>
                      </a:pPr>
                      <a:r>
                        <a:rPr lang="de-DE" sz="1600" kern="1200" dirty="0">
                          <a:solidFill>
                            <a:schemeClr val="dk1"/>
                          </a:solidFill>
                          <a:effectLst/>
                          <a:latin typeface="+mn-lt"/>
                          <a:ea typeface="+mn-ea"/>
                          <a:cs typeface="+mn-cs"/>
                        </a:rPr>
                        <a:t>Biggest </a:t>
                      </a:r>
                      <a:br>
                        <a:rPr lang="de-DE" sz="1600" kern="1200" dirty="0">
                          <a:solidFill>
                            <a:schemeClr val="dk1"/>
                          </a:solidFill>
                          <a:effectLst/>
                          <a:latin typeface="+mn-lt"/>
                          <a:ea typeface="+mn-ea"/>
                          <a:cs typeface="+mn-cs"/>
                        </a:rPr>
                      </a:br>
                      <a:r>
                        <a:rPr lang="de-DE" sz="1600" kern="1200" dirty="0">
                          <a:solidFill>
                            <a:schemeClr val="dk1"/>
                          </a:solidFill>
                          <a:effectLst/>
                          <a:latin typeface="+mn-lt"/>
                          <a:ea typeface="+mn-ea"/>
                          <a:cs typeface="+mn-cs"/>
                        </a:rPr>
                        <a:t>world </a:t>
                      </a:r>
                      <a:br>
                        <a:rPr lang="de-DE" sz="1600" kern="1200" dirty="0">
                          <a:solidFill>
                            <a:schemeClr val="dk1"/>
                          </a:solidFill>
                          <a:effectLst/>
                          <a:latin typeface="+mn-lt"/>
                          <a:ea typeface="+mn-ea"/>
                          <a:cs typeface="+mn-cs"/>
                        </a:rPr>
                      </a:br>
                      <a:r>
                        <a:rPr lang="de-DE" sz="1600" kern="1200" dirty="0">
                          <a:solidFill>
                            <a:schemeClr val="dk1"/>
                          </a:solidFill>
                          <a:effectLst/>
                          <a:latin typeface="+mn-lt"/>
                          <a:ea typeface="+mn-ea"/>
                          <a:cs typeface="+mn-cs"/>
                        </a:rPr>
                        <a:t>problem</a:t>
                      </a:r>
                    </a:p>
                  </a:txBody>
                  <a:tcPr marL="30912" marR="30912" marT="0" marB="0" anchor="ctr"/>
                </a:tc>
                <a:tc>
                  <a:txBody>
                    <a:bodyPr/>
                    <a:lstStyle/>
                    <a:p>
                      <a:pPr marL="0" algn="l" defTabSz="457200" rtl="0" eaLnBrk="1" latinLnBrk="0" hangingPunct="1">
                        <a:lnSpc>
                          <a:spcPts val="1600"/>
                        </a:lnSpc>
                        <a:spcAft>
                          <a:spcPts val="0"/>
                        </a:spcAft>
                      </a:pPr>
                      <a:r>
                        <a:rPr lang="en-US" sz="1600" kern="1200" dirty="0">
                          <a:solidFill>
                            <a:schemeClr val="dk1"/>
                          </a:solidFill>
                          <a:effectLst/>
                          <a:latin typeface="+mn-lt"/>
                          <a:ea typeface="+mn-ea"/>
                          <a:cs typeface="+mn-cs"/>
                        </a:rPr>
                        <a:t>This category is used when current world problems are  named, explained, or related to each other. Included are the respondents’ own positions and evaluations of the world problems.</a:t>
                      </a:r>
                      <a:endParaRPr lang="de-AT" sz="1600" kern="1200" dirty="0">
                        <a:solidFill>
                          <a:schemeClr val="dk1"/>
                        </a:solidFill>
                        <a:effectLst/>
                        <a:latin typeface="+mn-lt"/>
                        <a:ea typeface="+mn-ea"/>
                        <a:cs typeface="+mn-cs"/>
                      </a:endParaRPr>
                    </a:p>
                  </a:txBody>
                  <a:tcPr marL="30912" marR="30912" marT="0" marB="0" anchor="ctr"/>
                </a:tc>
                <a:tc>
                  <a:txBody>
                    <a:bodyPr/>
                    <a:lstStyle/>
                    <a:p>
                      <a:pPr marL="180975" indent="-180975" algn="l">
                        <a:lnSpc>
                          <a:spcPts val="1600"/>
                        </a:lnSpc>
                        <a:spcAft>
                          <a:spcPts val="0"/>
                        </a:spcAft>
                        <a:buFont typeface="Arial" pitchFamily="34" charset="0"/>
                        <a:buChar char="•"/>
                      </a:pPr>
                      <a:r>
                        <a:rPr lang="de-DE" sz="1600" kern="1200" dirty="0">
                          <a:solidFill>
                            <a:schemeClr val="dk1"/>
                          </a:solidFill>
                          <a:effectLst/>
                          <a:latin typeface="+mn-lt"/>
                          <a:ea typeface="+mn-ea"/>
                          <a:cs typeface="+mn-cs"/>
                        </a:rPr>
                        <a:t>Climate</a:t>
                      </a:r>
                    </a:p>
                    <a:p>
                      <a:pPr marL="180975" indent="-180975" algn="l">
                        <a:lnSpc>
                          <a:spcPts val="1600"/>
                        </a:lnSpc>
                        <a:spcAft>
                          <a:spcPts val="0"/>
                        </a:spcAft>
                        <a:buFont typeface="Arial" pitchFamily="34" charset="0"/>
                        <a:buChar char="•"/>
                      </a:pPr>
                      <a:r>
                        <a:rPr lang="de-DE" sz="1600" kern="1200" dirty="0">
                          <a:solidFill>
                            <a:schemeClr val="dk1"/>
                          </a:solidFill>
                          <a:effectLst/>
                          <a:latin typeface="+mn-lt"/>
                          <a:ea typeface="+mn-ea"/>
                          <a:cs typeface="+mn-cs"/>
                        </a:rPr>
                        <a:t>Resource scarcity</a:t>
                      </a:r>
                    </a:p>
                    <a:p>
                      <a:pPr marL="180975" indent="-180975" algn="l">
                        <a:lnSpc>
                          <a:spcPts val="1600"/>
                        </a:lnSpc>
                        <a:spcAft>
                          <a:spcPts val="0"/>
                        </a:spcAft>
                        <a:buFont typeface="Arial" pitchFamily="34" charset="0"/>
                        <a:buChar char="•"/>
                      </a:pPr>
                      <a:r>
                        <a:rPr lang="de-DE" sz="1600" kern="1200" dirty="0">
                          <a:solidFill>
                            <a:schemeClr val="dk1"/>
                          </a:solidFill>
                          <a:effectLst/>
                          <a:latin typeface="+mn-lt"/>
                          <a:ea typeface="+mn-ea"/>
                          <a:cs typeface="+mn-cs"/>
                        </a:rPr>
                        <a:t>War</a:t>
                      </a:r>
                    </a:p>
                    <a:p>
                      <a:pPr marL="180975" indent="-180975" algn="l">
                        <a:lnSpc>
                          <a:spcPts val="1600"/>
                        </a:lnSpc>
                        <a:spcAft>
                          <a:spcPts val="0"/>
                        </a:spcAft>
                        <a:buFont typeface="Arial" pitchFamily="34" charset="0"/>
                        <a:buChar char="•"/>
                      </a:pPr>
                      <a:r>
                        <a:rPr lang="de-DE" sz="1600" kern="1200" dirty="0">
                          <a:solidFill>
                            <a:schemeClr val="dk1"/>
                          </a:solidFill>
                          <a:effectLst/>
                          <a:latin typeface="+mn-lt"/>
                          <a:ea typeface="+mn-ea"/>
                          <a:cs typeface="+mn-cs"/>
                        </a:rPr>
                        <a:t>Globalisation</a:t>
                      </a:r>
                    </a:p>
                    <a:p>
                      <a:pPr marL="180975" indent="-180975" algn="l">
                        <a:lnSpc>
                          <a:spcPts val="1600"/>
                        </a:lnSpc>
                        <a:spcAft>
                          <a:spcPts val="0"/>
                        </a:spcAft>
                        <a:buFont typeface="Arial" pitchFamily="34" charset="0"/>
                        <a:buChar char="•"/>
                      </a:pPr>
                      <a:r>
                        <a:rPr lang="de-DE" sz="1600" kern="1200" dirty="0">
                          <a:solidFill>
                            <a:schemeClr val="dk1"/>
                          </a:solidFill>
                          <a:effectLst/>
                          <a:latin typeface="+mn-lt"/>
                          <a:ea typeface="+mn-ea"/>
                          <a:cs typeface="+mn-cs"/>
                        </a:rPr>
                        <a:t>Other</a:t>
                      </a:r>
                      <a:endParaRPr lang="de-AT" sz="1600" kern="1200" dirty="0">
                        <a:solidFill>
                          <a:schemeClr val="dk1"/>
                        </a:solidFill>
                        <a:effectLst/>
                        <a:latin typeface="+mn-lt"/>
                        <a:ea typeface="+mn-ea"/>
                        <a:cs typeface="+mn-cs"/>
                      </a:endParaRPr>
                    </a:p>
                  </a:txBody>
                  <a:tcPr marL="30912" marR="30912" marT="0" marB="0" anchor="ctr"/>
                </a:tc>
                <a:tc>
                  <a:txBody>
                    <a:bodyPr/>
                    <a:lstStyle/>
                    <a:p>
                      <a:pPr algn="l">
                        <a:lnSpc>
                          <a:spcPts val="1600"/>
                        </a:lnSpc>
                        <a:spcAft>
                          <a:spcPts val="0"/>
                        </a:spcAft>
                      </a:pPr>
                      <a:r>
                        <a:rPr lang="de-DE" sz="1600" dirty="0">
                          <a:effectLst/>
                        </a:rPr>
                        <a:t> …</a:t>
                      </a:r>
                      <a:endParaRPr lang="de-AT" sz="1600" dirty="0">
                        <a:effectLst/>
                        <a:latin typeface="Garamond"/>
                        <a:ea typeface="Times New Roman"/>
                        <a:cs typeface="Times New Roman"/>
                      </a:endParaRPr>
                    </a:p>
                  </a:txBody>
                  <a:tcPr marL="30912" marR="30912" marT="0" marB="0" anchor="ctr"/>
                </a:tc>
                <a:tc>
                  <a:txBody>
                    <a:bodyPr/>
                    <a:lstStyle/>
                    <a:p>
                      <a:pPr marL="180975" indent="-180975" algn="l">
                        <a:lnSpc>
                          <a:spcPts val="1600"/>
                        </a:lnSpc>
                        <a:spcAft>
                          <a:spcPts val="0"/>
                        </a:spcAft>
                        <a:buFont typeface="Arial" pitchFamily="34" charset="0"/>
                        <a:buChar char="•"/>
                      </a:pPr>
                      <a:r>
                        <a:rPr lang="de-AT" sz="1600" dirty="0">
                          <a:effectLst/>
                        </a:rPr>
                        <a:t>All climate related stuff (CO2, Sea level rise etc.) falls under „Climate“</a:t>
                      </a:r>
                      <a:endParaRPr lang="en-US" sz="1600" dirty="0">
                        <a:effectLst/>
                      </a:endParaRPr>
                    </a:p>
                    <a:p>
                      <a:pPr marL="180975" indent="-180975" algn="l">
                        <a:lnSpc>
                          <a:spcPts val="1600"/>
                        </a:lnSpc>
                        <a:spcAft>
                          <a:spcPts val="0"/>
                        </a:spcAft>
                        <a:buFont typeface="Arial" pitchFamily="34" charset="0"/>
                        <a:buChar char="•"/>
                      </a:pPr>
                      <a:r>
                        <a:rPr lang="en-US" sz="1600" baseline="0" dirty="0">
                          <a:effectLst/>
                          <a:latin typeface="Garamond"/>
                          <a:ea typeface="Times New Roman"/>
                          <a:cs typeface="Times New Roman"/>
                        </a:rPr>
                        <a:t>…</a:t>
                      </a:r>
                      <a:endParaRPr lang="de-AT" sz="1600" dirty="0">
                        <a:effectLst/>
                        <a:latin typeface="Garamond"/>
                        <a:ea typeface="Times New Roman"/>
                        <a:cs typeface="Times New Roman"/>
                      </a:endParaRPr>
                    </a:p>
                  </a:txBody>
                  <a:tcPr marL="30912" marR="30912" marT="0" marB="0" anchor="ctr"/>
                </a:tc>
                <a:extLst>
                  <a:ext uri="{0D108BD9-81ED-4DB2-BD59-A6C34878D82A}">
                    <a16:rowId xmlns:a16="http://schemas.microsoft.com/office/drawing/2014/main" val="10001"/>
                  </a:ext>
                </a:extLst>
              </a:tr>
            </a:tbl>
          </a:graphicData>
        </a:graphic>
      </p:graphicFrame>
      <p:sp>
        <p:nvSpPr>
          <p:cNvPr id="7" name="Rechteck: abgerundete Ecken 6">
            <a:extLst>
              <a:ext uri="{FF2B5EF4-FFF2-40B4-BE49-F238E27FC236}">
                <a16:creationId xmlns:a16="http://schemas.microsoft.com/office/drawing/2014/main" id="{9DAA5AD4-5EA4-F933-E1DC-50389390DCC9}"/>
              </a:ext>
            </a:extLst>
          </p:cNvPr>
          <p:cNvSpPr/>
          <p:nvPr/>
        </p:nvSpPr>
        <p:spPr>
          <a:xfrm>
            <a:off x="1229284" y="3159888"/>
            <a:ext cx="5008429" cy="1980911"/>
          </a:xfrm>
          <a:prstGeom prst="roundRect">
            <a:avLst>
              <a:gd name="adj" fmla="val 7103"/>
            </a:avLst>
          </a:prstGeom>
          <a:noFill/>
          <a:ln w="57150"/>
        </p:spPr>
        <p:style>
          <a:lnRef idx="2">
            <a:schemeClr val="accent2"/>
          </a:lnRef>
          <a:fillRef idx="1">
            <a:schemeClr val="lt1"/>
          </a:fillRef>
          <a:effectRef idx="0">
            <a:schemeClr val="accent2"/>
          </a:effectRef>
          <a:fontRef idx="minor">
            <a:schemeClr val="dk1"/>
          </a:fontRef>
        </p:style>
        <p:txBody>
          <a:bodyPr rtlCol="0" anchor="ctr"/>
          <a:lstStyle/>
          <a:p>
            <a:pPr algn="ctr">
              <a:lnSpc>
                <a:spcPct val="120000"/>
              </a:lnSpc>
            </a:pPr>
            <a:endParaRPr lang="en-GB" sz="1600" dirty="0">
              <a:solidFill>
                <a:schemeClr val="tx1"/>
              </a:solidFill>
            </a:endParaRPr>
          </a:p>
        </p:txBody>
      </p:sp>
      <p:sp>
        <p:nvSpPr>
          <p:cNvPr id="9" name="Rechteck: abgerundete Ecken 8">
            <a:extLst>
              <a:ext uri="{FF2B5EF4-FFF2-40B4-BE49-F238E27FC236}">
                <a16:creationId xmlns:a16="http://schemas.microsoft.com/office/drawing/2014/main" id="{B8F6267A-2A5E-802A-BD03-7E1E727142F5}"/>
              </a:ext>
            </a:extLst>
          </p:cNvPr>
          <p:cNvSpPr/>
          <p:nvPr/>
        </p:nvSpPr>
        <p:spPr>
          <a:xfrm>
            <a:off x="6240000" y="3159888"/>
            <a:ext cx="5255996" cy="1980911"/>
          </a:xfrm>
          <a:prstGeom prst="roundRect">
            <a:avLst>
              <a:gd name="adj" fmla="val 7103"/>
            </a:avLst>
          </a:prstGeom>
          <a:noFill/>
          <a:ln w="57150"/>
        </p:spPr>
        <p:style>
          <a:lnRef idx="2">
            <a:schemeClr val="accent2"/>
          </a:lnRef>
          <a:fillRef idx="1">
            <a:schemeClr val="lt1"/>
          </a:fillRef>
          <a:effectRef idx="0">
            <a:schemeClr val="accent2"/>
          </a:effectRef>
          <a:fontRef idx="minor">
            <a:schemeClr val="dk1"/>
          </a:fontRef>
        </p:style>
        <p:txBody>
          <a:bodyPr rtlCol="0" anchor="ctr"/>
          <a:lstStyle/>
          <a:p>
            <a:pPr algn="ctr">
              <a:lnSpc>
                <a:spcPct val="120000"/>
              </a:lnSpc>
            </a:pPr>
            <a:endParaRPr lang="en-GB" sz="1600" dirty="0">
              <a:solidFill>
                <a:schemeClr val="tx1"/>
              </a:solidFill>
            </a:endParaRPr>
          </a:p>
        </p:txBody>
      </p:sp>
      <p:sp>
        <p:nvSpPr>
          <p:cNvPr id="10" name="Textfeld 9">
            <a:extLst>
              <a:ext uri="{FF2B5EF4-FFF2-40B4-BE49-F238E27FC236}">
                <a16:creationId xmlns:a16="http://schemas.microsoft.com/office/drawing/2014/main" id="{940DDA7A-0A10-13AD-B2A6-C3812465641F}"/>
              </a:ext>
            </a:extLst>
          </p:cNvPr>
          <p:cNvSpPr txBox="1"/>
          <p:nvPr/>
        </p:nvSpPr>
        <p:spPr>
          <a:xfrm>
            <a:off x="1395392" y="5322684"/>
            <a:ext cx="3512274" cy="714042"/>
          </a:xfrm>
          <a:prstGeom prst="rect">
            <a:avLst/>
          </a:prstGeom>
          <a:noFill/>
        </p:spPr>
        <p:txBody>
          <a:bodyPr wrap="square" lIns="0" tIns="0" rIns="0" bIns="0" rtlCol="0">
            <a:spAutoFit/>
          </a:bodyPr>
          <a:lstStyle/>
          <a:p>
            <a:pPr algn="ctr">
              <a:lnSpc>
                <a:spcPct val="120000"/>
              </a:lnSpc>
              <a:spcBef>
                <a:spcPts val="800"/>
              </a:spcBef>
            </a:pPr>
            <a:r>
              <a:rPr lang="en-GB" sz="2000" b="1" dirty="0">
                <a:solidFill>
                  <a:srgbClr val="FF9E1B"/>
                </a:solidFill>
              </a:rPr>
              <a:t>Deductive: </a:t>
            </a:r>
            <a:br>
              <a:rPr lang="en-GB" sz="2000" b="1" dirty="0"/>
            </a:br>
            <a:r>
              <a:rPr lang="en-GB" sz="2000" b="1" dirty="0"/>
              <a:t>from literature review</a:t>
            </a:r>
          </a:p>
        </p:txBody>
      </p:sp>
      <p:sp>
        <p:nvSpPr>
          <p:cNvPr id="11" name="Textfeld 10">
            <a:extLst>
              <a:ext uri="{FF2B5EF4-FFF2-40B4-BE49-F238E27FC236}">
                <a16:creationId xmlns:a16="http://schemas.microsoft.com/office/drawing/2014/main" id="{FE14D3D1-2A7E-9547-5CDC-EF10A4920F6F}"/>
              </a:ext>
            </a:extLst>
          </p:cNvPr>
          <p:cNvSpPr txBox="1"/>
          <p:nvPr/>
        </p:nvSpPr>
        <p:spPr>
          <a:xfrm>
            <a:off x="5807999" y="5342780"/>
            <a:ext cx="5690286" cy="714042"/>
          </a:xfrm>
          <a:prstGeom prst="rect">
            <a:avLst/>
          </a:prstGeom>
          <a:noFill/>
        </p:spPr>
        <p:txBody>
          <a:bodyPr wrap="square" lIns="0" tIns="0" rIns="0" bIns="0" rtlCol="0">
            <a:spAutoFit/>
          </a:bodyPr>
          <a:lstStyle/>
          <a:p>
            <a:pPr algn="ctr">
              <a:lnSpc>
                <a:spcPct val="120000"/>
              </a:lnSpc>
              <a:spcBef>
                <a:spcPts val="800"/>
              </a:spcBef>
            </a:pPr>
            <a:r>
              <a:rPr lang="en-GB" sz="2000" b="1" dirty="0">
                <a:solidFill>
                  <a:srgbClr val="FF9E1B"/>
                </a:solidFill>
              </a:rPr>
              <a:t>Inductive: </a:t>
            </a:r>
            <a:br>
              <a:rPr lang="en-GB" sz="2000" b="1" dirty="0">
                <a:solidFill>
                  <a:srgbClr val="FF9E1B"/>
                </a:solidFill>
              </a:rPr>
            </a:br>
            <a:r>
              <a:rPr lang="en-GB" sz="2000" b="1" dirty="0"/>
              <a:t>from interviews &amp; materials</a:t>
            </a:r>
          </a:p>
        </p:txBody>
      </p:sp>
    </p:spTree>
    <p:extLst>
      <p:ext uri="{BB962C8B-B14F-4D97-AF65-F5344CB8AC3E}">
        <p14:creationId xmlns:p14="http://schemas.microsoft.com/office/powerpoint/2010/main" val="34176423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3B37E-4682-FCF5-B100-E98FC35F2DFF}"/>
            </a:ext>
          </a:extLst>
        </p:cNvPr>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1A75EB2F-BDBC-ED03-F483-54F9F55CA6DA}"/>
              </a:ext>
            </a:extLst>
          </p:cNvPr>
          <p:cNvSpPr>
            <a:spLocks noGrp="1"/>
          </p:cNvSpPr>
          <p:nvPr>
            <p:ph type="sldNum" sz="quarter" idx="12"/>
          </p:nvPr>
        </p:nvSpPr>
        <p:spPr/>
        <p:txBody>
          <a:bodyPr/>
          <a:lstStyle/>
          <a:p>
            <a:fld id="{D836C0FE-70CA-4950-82D6-CF602CC2B770}" type="slidenum">
              <a:rPr lang="de-DE" smtClean="0"/>
              <a:t>38</a:t>
            </a:fld>
            <a:endParaRPr lang="de-DE" dirty="0"/>
          </a:p>
        </p:txBody>
      </p:sp>
      <p:sp>
        <p:nvSpPr>
          <p:cNvPr id="3" name="Titel 2">
            <a:extLst>
              <a:ext uri="{FF2B5EF4-FFF2-40B4-BE49-F238E27FC236}">
                <a16:creationId xmlns:a16="http://schemas.microsoft.com/office/drawing/2014/main" id="{D5BE0674-ECC5-1273-7070-79FA4E44EB99}"/>
              </a:ext>
            </a:extLst>
          </p:cNvPr>
          <p:cNvSpPr>
            <a:spLocks noGrp="1"/>
          </p:cNvSpPr>
          <p:nvPr>
            <p:ph type="title"/>
          </p:nvPr>
        </p:nvSpPr>
        <p:spPr/>
        <p:txBody>
          <a:bodyPr/>
          <a:lstStyle/>
          <a:p>
            <a:r>
              <a:rPr lang="en-GB" dirty="0"/>
              <a:t>Tipps for Evaluating your Category System </a:t>
            </a:r>
            <a:br>
              <a:rPr lang="en-GB" dirty="0"/>
            </a:br>
            <a:r>
              <a:rPr lang="en-GB" dirty="0"/>
              <a:t>(cf. </a:t>
            </a:r>
            <a:r>
              <a:rPr lang="de-AT" dirty="0"/>
              <a:t>Rädiker &amp; Kuckartz, 2020:47pp.)</a:t>
            </a:r>
            <a:endParaRPr lang="en-GB" dirty="0"/>
          </a:p>
        </p:txBody>
      </p:sp>
      <p:sp>
        <p:nvSpPr>
          <p:cNvPr id="4" name="Inhaltsplatzhalter 3">
            <a:extLst>
              <a:ext uri="{FF2B5EF4-FFF2-40B4-BE49-F238E27FC236}">
                <a16:creationId xmlns:a16="http://schemas.microsoft.com/office/drawing/2014/main" id="{6991EC68-1E8B-B64D-D416-DD520809C914}"/>
              </a:ext>
            </a:extLst>
          </p:cNvPr>
          <p:cNvSpPr>
            <a:spLocks noGrp="1"/>
          </p:cNvSpPr>
          <p:nvPr>
            <p:ph idx="1"/>
          </p:nvPr>
        </p:nvSpPr>
        <p:spPr/>
        <p:txBody>
          <a:bodyPr/>
          <a:lstStyle/>
          <a:p>
            <a:pPr>
              <a:spcAft>
                <a:spcPts val="1000"/>
              </a:spcAft>
            </a:pPr>
            <a:r>
              <a:rPr lang="en-US" b="1" dirty="0">
                <a:solidFill>
                  <a:srgbClr val="121212"/>
                </a:solidFill>
                <a:latin typeface="Anthropic Serif"/>
              </a:rPr>
              <a:t>Relation to research questions</a:t>
            </a:r>
            <a:r>
              <a:rPr lang="en-US" dirty="0">
                <a:solidFill>
                  <a:srgbClr val="121212"/>
                </a:solidFill>
                <a:latin typeface="Anthropic Serif"/>
              </a:rPr>
              <a:t>: categories are the key analytical tool for answering the research questions</a:t>
            </a:r>
          </a:p>
          <a:p>
            <a:pPr>
              <a:spcAft>
                <a:spcPts val="1000"/>
              </a:spcAft>
            </a:pPr>
            <a:r>
              <a:rPr lang="en-US" b="1" dirty="0">
                <a:solidFill>
                  <a:srgbClr val="121212"/>
                </a:solidFill>
                <a:latin typeface="Anthropic Serif"/>
              </a:rPr>
              <a:t>Exhaustiveness</a:t>
            </a:r>
            <a:r>
              <a:rPr lang="en-US" dirty="0">
                <a:solidFill>
                  <a:srgbClr val="121212"/>
                </a:solidFill>
                <a:latin typeface="Anthropic Serif"/>
              </a:rPr>
              <a:t>: all relevant text passages can be assigned to a category; gaps indicate the system is incomplete (interim solution: add an "other" category)</a:t>
            </a:r>
          </a:p>
          <a:p>
            <a:pPr>
              <a:spcAft>
                <a:spcPts val="1000"/>
              </a:spcAft>
            </a:pPr>
            <a:r>
              <a:rPr lang="en-US" b="1" dirty="0">
                <a:solidFill>
                  <a:srgbClr val="121212"/>
                </a:solidFill>
                <a:latin typeface="Anthropic Serif"/>
              </a:rPr>
              <a:t>Selectivity / distinctiveness</a:t>
            </a:r>
            <a:r>
              <a:rPr lang="en-US" dirty="0">
                <a:solidFill>
                  <a:srgbClr val="121212"/>
                </a:solidFill>
                <a:latin typeface="Anthropic Serif"/>
              </a:rPr>
              <a:t>: categories are clearly distinguishable from each other; it is always clear whether a statement belongs to a category or not (multiple coding of one passage is still possible)</a:t>
            </a:r>
          </a:p>
          <a:p>
            <a:pPr>
              <a:spcAft>
                <a:spcPts val="1000"/>
              </a:spcAft>
            </a:pPr>
            <a:r>
              <a:rPr lang="en-US" b="1" dirty="0">
                <a:solidFill>
                  <a:srgbClr val="121212"/>
                </a:solidFill>
                <a:latin typeface="Anthropic Serif"/>
              </a:rPr>
              <a:t>Precise wording</a:t>
            </a:r>
            <a:r>
              <a:rPr lang="en-US" dirty="0">
                <a:solidFill>
                  <a:srgbClr val="121212"/>
                </a:solidFill>
                <a:latin typeface="Anthropic Serif"/>
              </a:rPr>
              <a:t>:  category names accurately reflect what they are meant to capture </a:t>
            </a:r>
            <a:br>
              <a:rPr lang="en-US" dirty="0">
                <a:solidFill>
                  <a:srgbClr val="121212"/>
                </a:solidFill>
                <a:latin typeface="Anthropic Serif"/>
              </a:rPr>
            </a:br>
            <a:r>
              <a:rPr lang="en-US" dirty="0">
                <a:solidFill>
                  <a:srgbClr val="121212"/>
                </a:solidFill>
                <a:latin typeface="Anthropic Serif"/>
              </a:rPr>
              <a:t>(as precise as possible - e.g. "motives" vs. "attitudes")</a:t>
            </a:r>
          </a:p>
        </p:txBody>
      </p:sp>
      <p:sp>
        <p:nvSpPr>
          <p:cNvPr id="5" name="Datumsplatzhalter 4">
            <a:extLst>
              <a:ext uri="{FF2B5EF4-FFF2-40B4-BE49-F238E27FC236}">
                <a16:creationId xmlns:a16="http://schemas.microsoft.com/office/drawing/2014/main" id="{4D735834-66E8-F24D-506E-43A527E45A76}"/>
              </a:ext>
            </a:extLst>
          </p:cNvPr>
          <p:cNvSpPr>
            <a:spLocks noGrp="1"/>
          </p:cNvSpPr>
          <p:nvPr>
            <p:ph type="dt" sz="half" idx="10"/>
          </p:nvPr>
        </p:nvSpPr>
        <p:spPr/>
        <p:txBody>
          <a:bodyPr/>
          <a:lstStyle/>
          <a:p>
            <a:endParaRPr lang="de-DE" dirty="0"/>
          </a:p>
        </p:txBody>
      </p:sp>
      <p:sp>
        <p:nvSpPr>
          <p:cNvPr id="6" name="Fußzeilenplatzhalter 5">
            <a:extLst>
              <a:ext uri="{FF2B5EF4-FFF2-40B4-BE49-F238E27FC236}">
                <a16:creationId xmlns:a16="http://schemas.microsoft.com/office/drawing/2014/main" id="{4BEB41A6-2831-A204-0BC8-562B823177B0}"/>
              </a:ext>
            </a:extLst>
          </p:cNvPr>
          <p:cNvSpPr>
            <a:spLocks noGrp="1"/>
          </p:cNvSpPr>
          <p:nvPr>
            <p:ph type="ftr" sz="quarter" idx="11"/>
          </p:nvPr>
        </p:nvSpPr>
        <p:spPr/>
        <p:txBody>
          <a:bodyPr/>
          <a:lstStyle/>
          <a:p>
            <a:r>
              <a:rPr lang="de-DE" dirty="0"/>
              <a:t>KMH</a:t>
            </a:r>
          </a:p>
        </p:txBody>
      </p:sp>
    </p:spTree>
    <p:extLst>
      <p:ext uri="{BB962C8B-B14F-4D97-AF65-F5344CB8AC3E}">
        <p14:creationId xmlns:p14="http://schemas.microsoft.com/office/powerpoint/2010/main" val="3022117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6C1487-39E8-C8F8-F7B7-28ED5E5155B2}"/>
            </a:ext>
          </a:extLst>
        </p:cNvPr>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66B7022E-85CF-8E16-A9A0-D39970013294}"/>
              </a:ext>
            </a:extLst>
          </p:cNvPr>
          <p:cNvSpPr>
            <a:spLocks noGrp="1"/>
          </p:cNvSpPr>
          <p:nvPr>
            <p:ph type="sldNum" sz="quarter" idx="12"/>
          </p:nvPr>
        </p:nvSpPr>
        <p:spPr/>
        <p:txBody>
          <a:bodyPr/>
          <a:lstStyle/>
          <a:p>
            <a:fld id="{D836C0FE-70CA-4950-82D6-CF602CC2B770}" type="slidenum">
              <a:rPr lang="de-DE" smtClean="0"/>
              <a:t>39</a:t>
            </a:fld>
            <a:endParaRPr lang="de-DE" dirty="0"/>
          </a:p>
        </p:txBody>
      </p:sp>
      <p:sp>
        <p:nvSpPr>
          <p:cNvPr id="3" name="Titel 2">
            <a:extLst>
              <a:ext uri="{FF2B5EF4-FFF2-40B4-BE49-F238E27FC236}">
                <a16:creationId xmlns:a16="http://schemas.microsoft.com/office/drawing/2014/main" id="{973ADE08-7B0C-02CE-FC11-EAFBFCC15F16}"/>
              </a:ext>
            </a:extLst>
          </p:cNvPr>
          <p:cNvSpPr>
            <a:spLocks noGrp="1"/>
          </p:cNvSpPr>
          <p:nvPr>
            <p:ph type="title"/>
          </p:nvPr>
        </p:nvSpPr>
        <p:spPr/>
        <p:txBody>
          <a:bodyPr/>
          <a:lstStyle/>
          <a:p>
            <a:r>
              <a:rPr lang="en-GB" dirty="0"/>
              <a:t>Tipps for Evaluating your Category System </a:t>
            </a:r>
            <a:br>
              <a:rPr lang="en-GB" dirty="0"/>
            </a:br>
            <a:r>
              <a:rPr lang="en-GB" dirty="0"/>
              <a:t>(cf. </a:t>
            </a:r>
            <a:r>
              <a:rPr lang="de-AT" dirty="0"/>
              <a:t>Rädiker &amp; Kuckartz, 2020:47pp.)</a:t>
            </a:r>
            <a:endParaRPr lang="en-GB" dirty="0"/>
          </a:p>
        </p:txBody>
      </p:sp>
      <p:sp>
        <p:nvSpPr>
          <p:cNvPr id="4" name="Inhaltsplatzhalter 3">
            <a:extLst>
              <a:ext uri="{FF2B5EF4-FFF2-40B4-BE49-F238E27FC236}">
                <a16:creationId xmlns:a16="http://schemas.microsoft.com/office/drawing/2014/main" id="{25F732A7-E73F-8D18-6ADB-D52F37DA393B}"/>
              </a:ext>
            </a:extLst>
          </p:cNvPr>
          <p:cNvSpPr>
            <a:spLocks noGrp="1"/>
          </p:cNvSpPr>
          <p:nvPr>
            <p:ph idx="1"/>
          </p:nvPr>
        </p:nvSpPr>
        <p:spPr/>
        <p:txBody>
          <a:bodyPr/>
          <a:lstStyle/>
          <a:p>
            <a:pPr>
              <a:spcAft>
                <a:spcPts val="1200"/>
              </a:spcAft>
            </a:pPr>
            <a:r>
              <a:rPr lang="en-US" b="1" dirty="0">
                <a:solidFill>
                  <a:srgbClr val="121212"/>
                </a:solidFill>
                <a:latin typeface="Anthropic Serif"/>
              </a:rPr>
              <a:t>Fitting subcategories</a:t>
            </a:r>
            <a:r>
              <a:rPr lang="en-US" dirty="0">
                <a:solidFill>
                  <a:srgbClr val="121212"/>
                </a:solidFill>
                <a:latin typeface="Anthropic Serif"/>
              </a:rPr>
              <a:t>: subcategories must genuinely be </a:t>
            </a:r>
            <a:r>
              <a:rPr lang="en-US" b="1" dirty="0">
                <a:solidFill>
                  <a:srgbClr val="121212"/>
                </a:solidFill>
                <a:latin typeface="Anthropic Serif"/>
              </a:rPr>
              <a:t>aspects</a:t>
            </a:r>
            <a:r>
              <a:rPr lang="en-US" dirty="0">
                <a:solidFill>
                  <a:srgbClr val="121212"/>
                </a:solidFill>
                <a:latin typeface="Anthropic Serif"/>
              </a:rPr>
              <a:t> of their parent category, not something categorially different</a:t>
            </a:r>
          </a:p>
          <a:p>
            <a:pPr>
              <a:spcAft>
                <a:spcPts val="1200"/>
              </a:spcAft>
            </a:pPr>
            <a:r>
              <a:rPr lang="en-US" b="1" dirty="0">
                <a:solidFill>
                  <a:srgbClr val="121212"/>
                </a:solidFill>
                <a:latin typeface="Anthropic Serif"/>
              </a:rPr>
              <a:t>Configuration has a "gestalt“</a:t>
            </a:r>
            <a:r>
              <a:rPr lang="en-US" dirty="0">
                <a:solidFill>
                  <a:srgbClr val="121212"/>
                </a:solidFill>
                <a:latin typeface="Anthropic Serif"/>
              </a:rPr>
              <a:t>:  the system is more than a loose list; it has a recognisable structure and internal coherence; abstraction levels of individual categories should be comparable</a:t>
            </a:r>
          </a:p>
          <a:p>
            <a:pPr>
              <a:spcAft>
                <a:spcPts val="1200"/>
              </a:spcAft>
            </a:pPr>
            <a:r>
              <a:rPr lang="en-US" b="1" dirty="0">
                <a:solidFill>
                  <a:srgbClr val="121212"/>
                </a:solidFill>
                <a:latin typeface="Anthropic Serif"/>
              </a:rPr>
              <a:t>Comprehensibility for recipients</a:t>
            </a:r>
            <a:r>
              <a:rPr lang="en-US" dirty="0">
                <a:solidFill>
                  <a:srgbClr val="121212"/>
                </a:solidFill>
                <a:latin typeface="Anthropic Serif"/>
              </a:rPr>
              <a:t>: categories appear in reports and presentations; wording should be accessible to the target audience</a:t>
            </a:r>
          </a:p>
          <a:p>
            <a:pPr lvl="1">
              <a:spcAft>
                <a:spcPts val="1200"/>
              </a:spcAft>
            </a:pPr>
            <a:r>
              <a:rPr lang="en-US" dirty="0">
                <a:solidFill>
                  <a:srgbClr val="121212"/>
                </a:solidFill>
                <a:latin typeface="Anthropic Serif"/>
              </a:rPr>
              <a:t> 👉 feedback from colleagues helps</a:t>
            </a:r>
          </a:p>
        </p:txBody>
      </p:sp>
      <p:sp>
        <p:nvSpPr>
          <p:cNvPr id="5" name="Datumsplatzhalter 4">
            <a:extLst>
              <a:ext uri="{FF2B5EF4-FFF2-40B4-BE49-F238E27FC236}">
                <a16:creationId xmlns:a16="http://schemas.microsoft.com/office/drawing/2014/main" id="{5E0A388D-9637-B1E5-B617-2A191F5DB89A}"/>
              </a:ext>
            </a:extLst>
          </p:cNvPr>
          <p:cNvSpPr>
            <a:spLocks noGrp="1"/>
          </p:cNvSpPr>
          <p:nvPr>
            <p:ph type="dt" sz="half" idx="10"/>
          </p:nvPr>
        </p:nvSpPr>
        <p:spPr/>
        <p:txBody>
          <a:bodyPr/>
          <a:lstStyle/>
          <a:p>
            <a:endParaRPr lang="de-DE" dirty="0"/>
          </a:p>
        </p:txBody>
      </p:sp>
      <p:sp>
        <p:nvSpPr>
          <p:cNvPr id="6" name="Fußzeilenplatzhalter 5">
            <a:extLst>
              <a:ext uri="{FF2B5EF4-FFF2-40B4-BE49-F238E27FC236}">
                <a16:creationId xmlns:a16="http://schemas.microsoft.com/office/drawing/2014/main" id="{C5950DC0-ECE0-530E-F5D0-3ECE02588D02}"/>
              </a:ext>
            </a:extLst>
          </p:cNvPr>
          <p:cNvSpPr>
            <a:spLocks noGrp="1"/>
          </p:cNvSpPr>
          <p:nvPr>
            <p:ph type="ftr" sz="quarter" idx="11"/>
          </p:nvPr>
        </p:nvSpPr>
        <p:spPr/>
        <p:txBody>
          <a:bodyPr/>
          <a:lstStyle/>
          <a:p>
            <a:r>
              <a:rPr lang="de-DE" dirty="0"/>
              <a:t>KMH</a:t>
            </a:r>
          </a:p>
        </p:txBody>
      </p:sp>
    </p:spTree>
    <p:extLst>
      <p:ext uri="{BB962C8B-B14F-4D97-AF65-F5344CB8AC3E}">
        <p14:creationId xmlns:p14="http://schemas.microsoft.com/office/powerpoint/2010/main" val="164105969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9873831E-F4C0-844B-4520-A2555F2AA873}"/>
              </a:ext>
            </a:extLst>
          </p:cNvPr>
          <p:cNvSpPr>
            <a:spLocks noGrp="1"/>
          </p:cNvSpPr>
          <p:nvPr>
            <p:ph type="sldNum" sz="quarter" idx="12"/>
          </p:nvPr>
        </p:nvSpPr>
        <p:spPr/>
        <p:txBody>
          <a:bodyPr/>
          <a:lstStyle/>
          <a:p>
            <a:fld id="{D836C0FE-70CA-4950-82D6-CF602CC2B770}" type="slidenum">
              <a:rPr lang="de-DE" smtClean="0"/>
              <a:t>40</a:t>
            </a:fld>
            <a:endParaRPr lang="de-DE" dirty="0"/>
          </a:p>
        </p:txBody>
      </p:sp>
      <p:sp>
        <p:nvSpPr>
          <p:cNvPr id="3" name="Titel 2">
            <a:extLst>
              <a:ext uri="{FF2B5EF4-FFF2-40B4-BE49-F238E27FC236}">
                <a16:creationId xmlns:a16="http://schemas.microsoft.com/office/drawing/2014/main" id="{9957FD9F-C6E8-2CD7-6BE3-B1F553D5A116}"/>
              </a:ext>
            </a:extLst>
          </p:cNvPr>
          <p:cNvSpPr>
            <a:spLocks noGrp="1"/>
          </p:cNvSpPr>
          <p:nvPr>
            <p:ph type="title"/>
          </p:nvPr>
        </p:nvSpPr>
        <p:spPr/>
        <p:txBody>
          <a:bodyPr/>
          <a:lstStyle/>
          <a:p>
            <a:r>
              <a:rPr lang="en-GB" dirty="0"/>
              <a:t>Development of evaluation categories – the Checklist:</a:t>
            </a:r>
          </a:p>
        </p:txBody>
      </p:sp>
      <p:sp>
        <p:nvSpPr>
          <p:cNvPr id="4" name="Inhaltsplatzhalter 3">
            <a:extLst>
              <a:ext uri="{FF2B5EF4-FFF2-40B4-BE49-F238E27FC236}">
                <a16:creationId xmlns:a16="http://schemas.microsoft.com/office/drawing/2014/main" id="{6B3DB7F7-A0EB-4D1D-9B98-D8F516708738}"/>
              </a:ext>
            </a:extLst>
          </p:cNvPr>
          <p:cNvSpPr>
            <a:spLocks noGrp="1"/>
          </p:cNvSpPr>
          <p:nvPr>
            <p:ph idx="1"/>
          </p:nvPr>
        </p:nvSpPr>
        <p:spPr/>
        <p:txBody>
          <a:bodyPr/>
          <a:lstStyle/>
          <a:p>
            <a:pPr>
              <a:spcAft>
                <a:spcPts val="1200"/>
              </a:spcAft>
            </a:pPr>
            <a:r>
              <a:rPr lang="en-US" dirty="0"/>
              <a:t>Develop categories with reference to the </a:t>
            </a:r>
            <a:r>
              <a:rPr lang="en-US" b="1" dirty="0"/>
              <a:t>interview guide </a:t>
            </a:r>
            <a:r>
              <a:rPr lang="en-US" dirty="0"/>
              <a:t>and the exploration of  your data  </a:t>
            </a:r>
          </a:p>
          <a:p>
            <a:pPr>
              <a:spcAft>
                <a:spcPts val="1200"/>
              </a:spcAft>
            </a:pPr>
            <a:r>
              <a:rPr lang="en-US" dirty="0"/>
              <a:t>Add categories that are related to theory or relevant to the research question but  do not appear in the guide </a:t>
            </a:r>
          </a:p>
          <a:p>
            <a:pPr>
              <a:spcAft>
                <a:spcPts val="1200"/>
              </a:spcAft>
            </a:pPr>
            <a:r>
              <a:rPr lang="en-US" dirty="0"/>
              <a:t>Set up the categories in </a:t>
            </a:r>
            <a:r>
              <a:rPr lang="en-US" b="1" dirty="0"/>
              <a:t>MAXQDA’s “Code System” </a:t>
            </a:r>
            <a:r>
              <a:rPr lang="en-US" dirty="0"/>
              <a:t>window </a:t>
            </a:r>
          </a:p>
          <a:p>
            <a:pPr lvl="1">
              <a:spcAft>
                <a:spcPts val="1200"/>
              </a:spcAft>
            </a:pPr>
            <a:r>
              <a:rPr lang="en-US" dirty="0"/>
              <a:t>Add </a:t>
            </a:r>
            <a:r>
              <a:rPr lang="en-US" b="1" dirty="0"/>
              <a:t>general categories </a:t>
            </a:r>
            <a:r>
              <a:rPr lang="en-US" dirty="0"/>
              <a:t>to the category system: </a:t>
            </a:r>
            <a:br>
              <a:rPr lang="en-US" dirty="0"/>
            </a:br>
            <a:r>
              <a:rPr lang="en-US" dirty="0"/>
              <a:t>“other”, “flowers by the wayside”  and “quotable text passages”  </a:t>
            </a:r>
          </a:p>
          <a:p>
            <a:pPr>
              <a:spcAft>
                <a:spcPts val="1200"/>
              </a:spcAft>
            </a:pPr>
            <a:r>
              <a:rPr lang="en-US" dirty="0"/>
              <a:t>Record the (preliminary) category definitions in </a:t>
            </a:r>
            <a:r>
              <a:rPr lang="en-US" b="1" dirty="0"/>
              <a:t>code memos</a:t>
            </a:r>
            <a:endParaRPr lang="en-GB" b="1" dirty="0"/>
          </a:p>
        </p:txBody>
      </p:sp>
      <p:sp>
        <p:nvSpPr>
          <p:cNvPr id="5" name="Datumsplatzhalter 4">
            <a:extLst>
              <a:ext uri="{FF2B5EF4-FFF2-40B4-BE49-F238E27FC236}">
                <a16:creationId xmlns:a16="http://schemas.microsoft.com/office/drawing/2014/main" id="{8E90D820-0B94-8AA5-EB15-06DB2230D858}"/>
              </a:ext>
            </a:extLst>
          </p:cNvPr>
          <p:cNvSpPr>
            <a:spLocks noGrp="1"/>
          </p:cNvSpPr>
          <p:nvPr>
            <p:ph type="dt" sz="half" idx="10"/>
          </p:nvPr>
        </p:nvSpPr>
        <p:spPr/>
        <p:txBody>
          <a:bodyPr/>
          <a:lstStyle/>
          <a:p>
            <a:endParaRPr lang="de-DE" dirty="0"/>
          </a:p>
        </p:txBody>
      </p:sp>
      <p:sp>
        <p:nvSpPr>
          <p:cNvPr id="6" name="Fußzeilenplatzhalter 5">
            <a:extLst>
              <a:ext uri="{FF2B5EF4-FFF2-40B4-BE49-F238E27FC236}">
                <a16:creationId xmlns:a16="http://schemas.microsoft.com/office/drawing/2014/main" id="{188A2D19-B1F8-F251-FF51-1119F1E8A49D}"/>
              </a:ext>
            </a:extLst>
          </p:cNvPr>
          <p:cNvSpPr>
            <a:spLocks noGrp="1"/>
          </p:cNvSpPr>
          <p:nvPr>
            <p:ph type="ftr" sz="quarter" idx="11"/>
          </p:nvPr>
        </p:nvSpPr>
        <p:spPr/>
        <p:txBody>
          <a:bodyPr/>
          <a:lstStyle/>
          <a:p>
            <a:r>
              <a:rPr lang="de-DE" dirty="0"/>
              <a:t>KMH</a:t>
            </a:r>
          </a:p>
        </p:txBody>
      </p:sp>
    </p:spTree>
    <p:extLst>
      <p:ext uri="{BB962C8B-B14F-4D97-AF65-F5344CB8AC3E}">
        <p14:creationId xmlns:p14="http://schemas.microsoft.com/office/powerpoint/2010/main" val="314091611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A2A3C9-DF0B-B8FC-39A7-6315911305D5}"/>
            </a:ext>
          </a:extLst>
        </p:cNvPr>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0F2B46DD-39C0-BCB6-78D8-BD7BD32F1F65}"/>
              </a:ext>
            </a:extLst>
          </p:cNvPr>
          <p:cNvSpPr>
            <a:spLocks noGrp="1"/>
          </p:cNvSpPr>
          <p:nvPr>
            <p:ph type="sldNum" sz="quarter" idx="12"/>
          </p:nvPr>
        </p:nvSpPr>
        <p:spPr/>
        <p:txBody>
          <a:bodyPr/>
          <a:lstStyle/>
          <a:p>
            <a:fld id="{D836C0FE-70CA-4950-82D6-CF602CC2B770}" type="slidenum">
              <a:rPr lang="en-GB" smtClean="0"/>
              <a:t>41</a:t>
            </a:fld>
            <a:endParaRPr lang="en-GB" dirty="0"/>
          </a:p>
        </p:txBody>
      </p:sp>
      <p:sp>
        <p:nvSpPr>
          <p:cNvPr id="3" name="Titel 2">
            <a:extLst>
              <a:ext uri="{FF2B5EF4-FFF2-40B4-BE49-F238E27FC236}">
                <a16:creationId xmlns:a16="http://schemas.microsoft.com/office/drawing/2014/main" id="{0A42E634-22EE-0D07-551D-A4B7F9B13093}"/>
              </a:ext>
            </a:extLst>
          </p:cNvPr>
          <p:cNvSpPr>
            <a:spLocks noGrp="1"/>
          </p:cNvSpPr>
          <p:nvPr>
            <p:ph type="title"/>
          </p:nvPr>
        </p:nvSpPr>
        <p:spPr/>
        <p:txBody>
          <a:bodyPr/>
          <a:lstStyle/>
          <a:p>
            <a:r>
              <a:rPr lang="en-GB" dirty="0"/>
              <a:t>One Approach: Thematic Coding (cf. Hopf et al 1995):</a:t>
            </a:r>
          </a:p>
        </p:txBody>
      </p:sp>
      <p:sp>
        <p:nvSpPr>
          <p:cNvPr id="4" name="Inhaltsplatzhalter 3">
            <a:extLst>
              <a:ext uri="{FF2B5EF4-FFF2-40B4-BE49-F238E27FC236}">
                <a16:creationId xmlns:a16="http://schemas.microsoft.com/office/drawing/2014/main" id="{26404866-B53F-8B48-1CFB-EB250301206D}"/>
              </a:ext>
            </a:extLst>
          </p:cNvPr>
          <p:cNvSpPr>
            <a:spLocks noGrp="1"/>
          </p:cNvSpPr>
          <p:nvPr>
            <p:ph idx="1"/>
          </p:nvPr>
        </p:nvSpPr>
        <p:spPr/>
        <p:txBody>
          <a:bodyPr>
            <a:normAutofit/>
          </a:bodyPr>
          <a:lstStyle/>
          <a:p>
            <a:pPr marL="685800" lvl="1" indent="-342900">
              <a:buFont typeface="+mj-lt"/>
              <a:buAutoNum type="arabicPeriod"/>
            </a:pPr>
            <a:r>
              <a:rPr lang="de-AT" sz="2400" dirty="0"/>
              <a:t>✅ </a:t>
            </a:r>
            <a:r>
              <a:rPr lang="en-GB" sz="2400" dirty="0"/>
              <a:t>Development of </a:t>
            </a:r>
            <a:r>
              <a:rPr lang="en-GB" sz="2400" b="1" dirty="0"/>
              <a:t>evaluation categories</a:t>
            </a:r>
          </a:p>
          <a:p>
            <a:pPr marL="685800" lvl="1" indent="-342900">
              <a:buFont typeface="+mj-lt"/>
              <a:buAutoNum type="arabicPeriod"/>
            </a:pPr>
            <a:r>
              <a:rPr lang="en-GB" sz="2400" b="1" dirty="0">
                <a:solidFill>
                  <a:schemeClr val="tx2"/>
                </a:solidFill>
              </a:rPr>
              <a:t>Coding the material</a:t>
            </a:r>
          </a:p>
          <a:p>
            <a:pPr marL="685800" lvl="1" indent="-342900">
              <a:buFont typeface="+mj-lt"/>
              <a:buAutoNum type="arabicPeriod"/>
            </a:pPr>
            <a:r>
              <a:rPr lang="en-GB" sz="2400" dirty="0"/>
              <a:t>Quant. material </a:t>
            </a:r>
            <a:r>
              <a:rPr lang="en-GB" sz="2400" b="1" dirty="0"/>
              <a:t>overview</a:t>
            </a:r>
          </a:p>
          <a:p>
            <a:pPr marL="685800" lvl="1" indent="-342900">
              <a:buFont typeface="+mj-lt"/>
              <a:buAutoNum type="arabicPeriod"/>
            </a:pPr>
            <a:r>
              <a:rPr lang="en-GB" sz="2400" dirty="0"/>
              <a:t>Optional: In-depth interpretation of individual cases</a:t>
            </a:r>
          </a:p>
        </p:txBody>
      </p:sp>
      <p:sp>
        <p:nvSpPr>
          <p:cNvPr id="5" name="Datumsplatzhalter 4">
            <a:extLst>
              <a:ext uri="{FF2B5EF4-FFF2-40B4-BE49-F238E27FC236}">
                <a16:creationId xmlns:a16="http://schemas.microsoft.com/office/drawing/2014/main" id="{7DDA043E-0965-0C09-4A6E-0031F86BFFCD}"/>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AE545FC3-F78A-61FD-399E-3918C8D94CC7}"/>
              </a:ext>
            </a:extLst>
          </p:cNvPr>
          <p:cNvSpPr>
            <a:spLocks noGrp="1"/>
          </p:cNvSpPr>
          <p:nvPr>
            <p:ph type="ftr" sz="quarter" idx="11"/>
          </p:nvPr>
        </p:nvSpPr>
        <p:spPr/>
        <p:txBody>
          <a:bodyPr/>
          <a:lstStyle/>
          <a:p>
            <a:r>
              <a:rPr lang="en-GB" dirty="0"/>
              <a:t>KMH | IL Scientific Method</a:t>
            </a:r>
          </a:p>
        </p:txBody>
      </p:sp>
    </p:spTree>
    <p:extLst>
      <p:ext uri="{BB962C8B-B14F-4D97-AF65-F5344CB8AC3E}">
        <p14:creationId xmlns:p14="http://schemas.microsoft.com/office/powerpoint/2010/main" val="137993953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0EB90E-48C5-54E3-1909-722FC33DCC54}"/>
            </a:ext>
          </a:extLst>
        </p:cNvPr>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E7FEBFFB-3860-5514-8EB1-02CCC533623B}"/>
              </a:ext>
            </a:extLst>
          </p:cNvPr>
          <p:cNvSpPr>
            <a:spLocks noGrp="1"/>
          </p:cNvSpPr>
          <p:nvPr>
            <p:ph type="sldNum" sz="quarter" idx="12"/>
          </p:nvPr>
        </p:nvSpPr>
        <p:spPr/>
        <p:txBody>
          <a:bodyPr/>
          <a:lstStyle/>
          <a:p>
            <a:fld id="{D836C0FE-70CA-4950-82D6-CF602CC2B770}" type="slidenum">
              <a:rPr lang="en-GB" smtClean="0"/>
              <a:t>42</a:t>
            </a:fld>
            <a:endParaRPr lang="en-GB" dirty="0"/>
          </a:p>
        </p:txBody>
      </p:sp>
      <p:sp>
        <p:nvSpPr>
          <p:cNvPr id="3" name="Titel 2">
            <a:extLst>
              <a:ext uri="{FF2B5EF4-FFF2-40B4-BE49-F238E27FC236}">
                <a16:creationId xmlns:a16="http://schemas.microsoft.com/office/drawing/2014/main" id="{B7EDB8A7-2D13-9448-8E26-37FFE882C8E1}"/>
              </a:ext>
            </a:extLst>
          </p:cNvPr>
          <p:cNvSpPr>
            <a:spLocks noGrp="1"/>
          </p:cNvSpPr>
          <p:nvPr>
            <p:ph type="title"/>
          </p:nvPr>
        </p:nvSpPr>
        <p:spPr/>
        <p:txBody>
          <a:bodyPr/>
          <a:lstStyle/>
          <a:p>
            <a:r>
              <a:rPr lang="en-GB" dirty="0"/>
              <a:t>2. Coding the Material</a:t>
            </a:r>
          </a:p>
        </p:txBody>
      </p:sp>
      <p:sp>
        <p:nvSpPr>
          <p:cNvPr id="4" name="Inhaltsplatzhalter 3">
            <a:extLst>
              <a:ext uri="{FF2B5EF4-FFF2-40B4-BE49-F238E27FC236}">
                <a16:creationId xmlns:a16="http://schemas.microsoft.com/office/drawing/2014/main" id="{7579B78B-9999-735E-83FD-75A5AAB028F9}"/>
              </a:ext>
            </a:extLst>
          </p:cNvPr>
          <p:cNvSpPr>
            <a:spLocks noGrp="1"/>
          </p:cNvSpPr>
          <p:nvPr>
            <p:ph idx="1"/>
          </p:nvPr>
        </p:nvSpPr>
        <p:spPr/>
        <p:txBody>
          <a:bodyPr anchor="ctr">
            <a:normAutofit/>
          </a:bodyPr>
          <a:lstStyle/>
          <a:p>
            <a:r>
              <a:rPr lang="en-GB" sz="3400" dirty="0"/>
              <a:t>Using the coding guide: </a:t>
            </a:r>
            <a:br>
              <a:rPr lang="en-GB" sz="3400" dirty="0"/>
            </a:br>
            <a:r>
              <a:rPr lang="en-GB" sz="3400" dirty="0"/>
              <a:t>Mark passages with explicit or implicit statements about categories of interest (= code them)</a:t>
            </a:r>
          </a:p>
        </p:txBody>
      </p:sp>
      <p:sp>
        <p:nvSpPr>
          <p:cNvPr id="5" name="Datumsplatzhalter 4">
            <a:extLst>
              <a:ext uri="{FF2B5EF4-FFF2-40B4-BE49-F238E27FC236}">
                <a16:creationId xmlns:a16="http://schemas.microsoft.com/office/drawing/2014/main" id="{DB6C5078-B13E-4FA9-391E-4F24A8106863}"/>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31D0022A-92D5-5043-65A0-808823F05347}"/>
              </a:ext>
            </a:extLst>
          </p:cNvPr>
          <p:cNvSpPr>
            <a:spLocks noGrp="1"/>
          </p:cNvSpPr>
          <p:nvPr>
            <p:ph type="ftr" sz="quarter" idx="11"/>
          </p:nvPr>
        </p:nvSpPr>
        <p:spPr/>
        <p:txBody>
          <a:bodyPr/>
          <a:lstStyle/>
          <a:p>
            <a:r>
              <a:rPr lang="en-GB" dirty="0"/>
              <a:t>KMH | IL Scientific Method</a:t>
            </a:r>
          </a:p>
        </p:txBody>
      </p:sp>
    </p:spTree>
    <p:extLst>
      <p:ext uri="{BB962C8B-B14F-4D97-AF65-F5344CB8AC3E}">
        <p14:creationId xmlns:p14="http://schemas.microsoft.com/office/powerpoint/2010/main" val="35684330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165C0267-DE51-309A-239D-4198425F7ACF}"/>
              </a:ext>
            </a:extLst>
          </p:cNvPr>
          <p:cNvSpPr>
            <a:spLocks noGrp="1"/>
          </p:cNvSpPr>
          <p:nvPr>
            <p:ph type="sldNum" sz="quarter" idx="12"/>
          </p:nvPr>
        </p:nvSpPr>
        <p:spPr/>
        <p:txBody>
          <a:bodyPr/>
          <a:lstStyle/>
          <a:p>
            <a:fld id="{D836C0FE-70CA-4950-82D6-CF602CC2B770}" type="slidenum">
              <a:rPr lang="de-DE" smtClean="0"/>
              <a:t>43</a:t>
            </a:fld>
            <a:endParaRPr lang="de-DE" dirty="0"/>
          </a:p>
        </p:txBody>
      </p:sp>
      <p:sp>
        <p:nvSpPr>
          <p:cNvPr id="3" name="Titel 2">
            <a:extLst>
              <a:ext uri="{FF2B5EF4-FFF2-40B4-BE49-F238E27FC236}">
                <a16:creationId xmlns:a16="http://schemas.microsoft.com/office/drawing/2014/main" id="{7CBF7FD0-8BAB-23A2-AD1E-AF4121C9CFAB}"/>
              </a:ext>
            </a:extLst>
          </p:cNvPr>
          <p:cNvSpPr>
            <a:spLocks noGrp="1"/>
          </p:cNvSpPr>
          <p:nvPr>
            <p:ph type="title"/>
          </p:nvPr>
        </p:nvSpPr>
        <p:spPr/>
        <p:txBody>
          <a:bodyPr/>
          <a:lstStyle/>
          <a:p>
            <a:r>
              <a:rPr lang="en-GB" dirty="0"/>
              <a:t>2.1 Basic Coding</a:t>
            </a:r>
          </a:p>
        </p:txBody>
      </p:sp>
      <p:sp>
        <p:nvSpPr>
          <p:cNvPr id="4" name="Inhaltsplatzhalter 3">
            <a:extLst>
              <a:ext uri="{FF2B5EF4-FFF2-40B4-BE49-F238E27FC236}">
                <a16:creationId xmlns:a16="http://schemas.microsoft.com/office/drawing/2014/main" id="{9B8E1C49-8BE4-4F06-CA1B-9278068E5F6F}"/>
              </a:ext>
            </a:extLst>
          </p:cNvPr>
          <p:cNvSpPr>
            <a:spLocks noGrp="1"/>
          </p:cNvSpPr>
          <p:nvPr>
            <p:ph idx="1"/>
          </p:nvPr>
        </p:nvSpPr>
        <p:spPr>
          <a:xfrm>
            <a:off x="695324" y="1125001"/>
            <a:ext cx="10800675" cy="5039264"/>
          </a:xfrm>
        </p:spPr>
        <p:txBody>
          <a:bodyPr>
            <a:normAutofit/>
          </a:bodyPr>
          <a:lstStyle/>
          <a:p>
            <a:r>
              <a:rPr lang="en-GB" b="1" dirty="0">
                <a:solidFill>
                  <a:schemeClr val="tx2"/>
                </a:solidFill>
              </a:rPr>
              <a:t>Read through all the text</a:t>
            </a:r>
          </a:p>
          <a:p>
            <a:pPr lvl="1"/>
            <a:r>
              <a:rPr lang="en-US" dirty="0"/>
              <a:t>Rethink / define suitable coding rules for the analysis</a:t>
            </a:r>
          </a:p>
          <a:p>
            <a:r>
              <a:rPr lang="en-US" dirty="0"/>
              <a:t>Code the data by using the </a:t>
            </a:r>
            <a:r>
              <a:rPr lang="en-US" b="1" dirty="0"/>
              <a:t>category system </a:t>
            </a:r>
            <a:r>
              <a:rPr lang="en-US" dirty="0"/>
              <a:t>from step 2</a:t>
            </a:r>
          </a:p>
          <a:p>
            <a:pPr lvl="1"/>
            <a:r>
              <a:rPr lang="en-US" dirty="0"/>
              <a:t>Only assign text to categories</a:t>
            </a:r>
          </a:p>
          <a:p>
            <a:r>
              <a:rPr lang="en-US" dirty="0"/>
              <a:t>Perform a </a:t>
            </a:r>
            <a:r>
              <a:rPr lang="en-US" b="1" dirty="0"/>
              <a:t>second round </a:t>
            </a:r>
            <a:r>
              <a:rPr lang="en-US" dirty="0"/>
              <a:t>of coding for complex/difficult interviews</a:t>
            </a:r>
          </a:p>
          <a:p>
            <a:pPr lvl="1"/>
            <a:r>
              <a:rPr lang="en-US" b="1" dirty="0"/>
              <a:t>non-matches</a:t>
            </a:r>
            <a:r>
              <a:rPr lang="en-US" dirty="0"/>
              <a:t> 👉 improve coding instructions &amp; category definitions</a:t>
            </a:r>
          </a:p>
          <a:p>
            <a:pPr lvl="1"/>
            <a:r>
              <a:rPr lang="en-US" dirty="0"/>
              <a:t>Refine the category definitions in the code memos and add examples from the  data</a:t>
            </a:r>
          </a:p>
          <a:p>
            <a:r>
              <a:rPr lang="en-US" b="1" dirty="0"/>
              <a:t>Add categories </a:t>
            </a:r>
            <a:r>
              <a:rPr lang="en-US" dirty="0"/>
              <a:t>to the category system for new aspects </a:t>
            </a:r>
            <a:br>
              <a:rPr lang="en-US" dirty="0"/>
            </a:br>
            <a:r>
              <a:rPr lang="en-US" dirty="0">
                <a:solidFill>
                  <a:schemeClr val="tx2"/>
                </a:solidFill>
              </a:rPr>
              <a:t>👉 no category without research question</a:t>
            </a:r>
            <a:endParaRPr lang="en-GB" dirty="0">
              <a:solidFill>
                <a:schemeClr val="tx2"/>
              </a:solidFill>
            </a:endParaRPr>
          </a:p>
        </p:txBody>
      </p:sp>
      <p:sp>
        <p:nvSpPr>
          <p:cNvPr id="5" name="Datumsplatzhalter 4">
            <a:extLst>
              <a:ext uri="{FF2B5EF4-FFF2-40B4-BE49-F238E27FC236}">
                <a16:creationId xmlns:a16="http://schemas.microsoft.com/office/drawing/2014/main" id="{8AEDF9E1-0AE5-D9A9-291B-64EF481FCEA9}"/>
              </a:ext>
            </a:extLst>
          </p:cNvPr>
          <p:cNvSpPr>
            <a:spLocks noGrp="1"/>
          </p:cNvSpPr>
          <p:nvPr>
            <p:ph type="dt" sz="half" idx="10"/>
          </p:nvPr>
        </p:nvSpPr>
        <p:spPr/>
        <p:txBody>
          <a:bodyPr/>
          <a:lstStyle/>
          <a:p>
            <a:endParaRPr lang="de-DE" dirty="0"/>
          </a:p>
        </p:txBody>
      </p:sp>
      <p:sp>
        <p:nvSpPr>
          <p:cNvPr id="6" name="Fußzeilenplatzhalter 5">
            <a:extLst>
              <a:ext uri="{FF2B5EF4-FFF2-40B4-BE49-F238E27FC236}">
                <a16:creationId xmlns:a16="http://schemas.microsoft.com/office/drawing/2014/main" id="{E3601B62-40B3-929F-B0E3-8FAA3757EC6A}"/>
              </a:ext>
            </a:extLst>
          </p:cNvPr>
          <p:cNvSpPr>
            <a:spLocks noGrp="1"/>
          </p:cNvSpPr>
          <p:nvPr>
            <p:ph type="ftr" sz="quarter" idx="11"/>
          </p:nvPr>
        </p:nvSpPr>
        <p:spPr/>
        <p:txBody>
          <a:bodyPr/>
          <a:lstStyle/>
          <a:p>
            <a:r>
              <a:rPr lang="de-DE" dirty="0"/>
              <a:t>KMH</a:t>
            </a:r>
          </a:p>
        </p:txBody>
      </p:sp>
    </p:spTree>
    <p:extLst>
      <p:ext uri="{BB962C8B-B14F-4D97-AF65-F5344CB8AC3E}">
        <p14:creationId xmlns:p14="http://schemas.microsoft.com/office/powerpoint/2010/main" val="115419615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51A801-722B-FD9A-8DDB-9D0968305290}"/>
            </a:ext>
          </a:extLst>
        </p:cNvPr>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78E05A13-7C9E-7994-77B8-8923E0199D6D}"/>
              </a:ext>
            </a:extLst>
          </p:cNvPr>
          <p:cNvSpPr>
            <a:spLocks noGrp="1"/>
          </p:cNvSpPr>
          <p:nvPr>
            <p:ph type="sldNum" sz="quarter" idx="12"/>
          </p:nvPr>
        </p:nvSpPr>
        <p:spPr/>
        <p:txBody>
          <a:bodyPr/>
          <a:lstStyle/>
          <a:p>
            <a:fld id="{D836C0FE-70CA-4950-82D6-CF602CC2B770}" type="slidenum">
              <a:rPr lang="de-DE" smtClean="0"/>
              <a:t>44</a:t>
            </a:fld>
            <a:endParaRPr lang="de-DE" dirty="0"/>
          </a:p>
        </p:txBody>
      </p:sp>
      <p:sp>
        <p:nvSpPr>
          <p:cNvPr id="3" name="Titel 2">
            <a:extLst>
              <a:ext uri="{FF2B5EF4-FFF2-40B4-BE49-F238E27FC236}">
                <a16:creationId xmlns:a16="http://schemas.microsoft.com/office/drawing/2014/main" id="{F0A772C4-2E68-EA65-DF8C-8F1D28B1CEA7}"/>
              </a:ext>
            </a:extLst>
          </p:cNvPr>
          <p:cNvSpPr>
            <a:spLocks noGrp="1"/>
          </p:cNvSpPr>
          <p:nvPr>
            <p:ph type="title"/>
          </p:nvPr>
        </p:nvSpPr>
        <p:spPr/>
        <p:txBody>
          <a:bodyPr/>
          <a:lstStyle/>
          <a:p>
            <a:r>
              <a:rPr lang="en-GB" dirty="0"/>
              <a:t>2.2 Fine Coding (1/2)</a:t>
            </a:r>
          </a:p>
        </p:txBody>
      </p:sp>
      <p:sp>
        <p:nvSpPr>
          <p:cNvPr id="4" name="Inhaltsplatzhalter 3">
            <a:extLst>
              <a:ext uri="{FF2B5EF4-FFF2-40B4-BE49-F238E27FC236}">
                <a16:creationId xmlns:a16="http://schemas.microsoft.com/office/drawing/2014/main" id="{3A71CFB0-9228-B30C-3A17-050E51F06394}"/>
              </a:ext>
            </a:extLst>
          </p:cNvPr>
          <p:cNvSpPr>
            <a:spLocks noGrp="1"/>
          </p:cNvSpPr>
          <p:nvPr>
            <p:ph idx="1"/>
          </p:nvPr>
        </p:nvSpPr>
        <p:spPr>
          <a:xfrm>
            <a:off x="695324" y="1125001"/>
            <a:ext cx="10800675" cy="5039264"/>
          </a:xfrm>
        </p:spPr>
        <p:txBody>
          <a:bodyPr>
            <a:normAutofit/>
          </a:bodyPr>
          <a:lstStyle/>
          <a:p>
            <a:pPr>
              <a:spcAft>
                <a:spcPts val="2400"/>
              </a:spcAft>
            </a:pPr>
            <a:r>
              <a:rPr lang="en-US" sz="2400" b="1" dirty="0">
                <a:solidFill>
                  <a:srgbClr val="121212"/>
                </a:solidFill>
                <a:latin typeface="Anthropic Serif"/>
              </a:rPr>
              <a:t>Select &amp; prioritise categories: </a:t>
            </a:r>
            <a:r>
              <a:rPr lang="en-US" sz="2400" dirty="0">
                <a:solidFill>
                  <a:srgbClr val="121212"/>
                </a:solidFill>
                <a:latin typeface="Anthropic Serif"/>
              </a:rPr>
              <a:t>not all basic categories need fine coding </a:t>
            </a:r>
            <a:br>
              <a:rPr lang="en-US" sz="2400" dirty="0">
                <a:solidFill>
                  <a:srgbClr val="121212"/>
                </a:solidFill>
                <a:latin typeface="Anthropic Serif"/>
              </a:rPr>
            </a:br>
            <a:r>
              <a:rPr lang="en-US" sz="2400" dirty="0">
                <a:solidFill>
                  <a:srgbClr val="121212"/>
                </a:solidFill>
                <a:latin typeface="Anthropic Serif"/>
              </a:rPr>
              <a:t>👉 start with those most relevant to the research question</a:t>
            </a:r>
          </a:p>
          <a:p>
            <a:pPr>
              <a:spcAft>
                <a:spcPts val="2400"/>
              </a:spcAft>
            </a:pPr>
            <a:r>
              <a:rPr lang="en-US" sz="2400" b="1" dirty="0">
                <a:solidFill>
                  <a:srgbClr val="121212"/>
                </a:solidFill>
                <a:latin typeface="Anthropic Serif"/>
              </a:rPr>
              <a:t>Compile coded segments:</a:t>
            </a:r>
            <a:r>
              <a:rPr lang="en-US" sz="2400" dirty="0">
                <a:solidFill>
                  <a:srgbClr val="121212"/>
                </a:solidFill>
                <a:latin typeface="Anthropic Serif"/>
              </a:rPr>
              <a:t> gather all segments assigned to the selected category in one view to get an overview of content and complexity</a:t>
            </a:r>
          </a:p>
          <a:p>
            <a:pPr>
              <a:spcAft>
                <a:spcPts val="2400"/>
              </a:spcAft>
            </a:pPr>
            <a:r>
              <a:rPr lang="en-US" sz="2400" b="1" dirty="0">
                <a:solidFill>
                  <a:srgbClr val="121212"/>
                </a:solidFill>
                <a:latin typeface="Anthropic Serif"/>
              </a:rPr>
              <a:t>(Optional) Write key points per segment: </a:t>
            </a:r>
            <a:r>
              <a:rPr lang="en-US" sz="2400" dirty="0">
                <a:solidFill>
                  <a:srgbClr val="121212"/>
                </a:solidFill>
                <a:latin typeface="Anthropic Serif"/>
              </a:rPr>
              <a:t>briefly summarise the most important content of each coded segment in comments</a:t>
            </a:r>
          </a:p>
        </p:txBody>
      </p:sp>
      <p:sp>
        <p:nvSpPr>
          <p:cNvPr id="5" name="Datumsplatzhalter 4">
            <a:extLst>
              <a:ext uri="{FF2B5EF4-FFF2-40B4-BE49-F238E27FC236}">
                <a16:creationId xmlns:a16="http://schemas.microsoft.com/office/drawing/2014/main" id="{DA2BD70F-4997-6E8B-C008-9306D93D9331}"/>
              </a:ext>
            </a:extLst>
          </p:cNvPr>
          <p:cNvSpPr>
            <a:spLocks noGrp="1"/>
          </p:cNvSpPr>
          <p:nvPr>
            <p:ph type="dt" sz="half" idx="10"/>
          </p:nvPr>
        </p:nvSpPr>
        <p:spPr/>
        <p:txBody>
          <a:bodyPr/>
          <a:lstStyle/>
          <a:p>
            <a:endParaRPr lang="de-DE" dirty="0"/>
          </a:p>
        </p:txBody>
      </p:sp>
      <p:sp>
        <p:nvSpPr>
          <p:cNvPr id="6" name="Fußzeilenplatzhalter 5">
            <a:extLst>
              <a:ext uri="{FF2B5EF4-FFF2-40B4-BE49-F238E27FC236}">
                <a16:creationId xmlns:a16="http://schemas.microsoft.com/office/drawing/2014/main" id="{D459CF3D-82BE-9B58-663F-98090F0E6A4E}"/>
              </a:ext>
            </a:extLst>
          </p:cNvPr>
          <p:cNvSpPr>
            <a:spLocks noGrp="1"/>
          </p:cNvSpPr>
          <p:nvPr>
            <p:ph type="ftr" sz="quarter" idx="11"/>
          </p:nvPr>
        </p:nvSpPr>
        <p:spPr/>
        <p:txBody>
          <a:bodyPr/>
          <a:lstStyle/>
          <a:p>
            <a:r>
              <a:rPr lang="de-DE" dirty="0"/>
              <a:t>KMH</a:t>
            </a:r>
          </a:p>
        </p:txBody>
      </p:sp>
    </p:spTree>
    <p:extLst>
      <p:ext uri="{BB962C8B-B14F-4D97-AF65-F5344CB8AC3E}">
        <p14:creationId xmlns:p14="http://schemas.microsoft.com/office/powerpoint/2010/main" val="110707256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3A32AF-4421-D8FE-AA38-00A48BED41CA}"/>
            </a:ext>
          </a:extLst>
        </p:cNvPr>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3247CED7-63FA-78B8-8442-FAC88C64BF2C}"/>
              </a:ext>
            </a:extLst>
          </p:cNvPr>
          <p:cNvSpPr>
            <a:spLocks noGrp="1"/>
          </p:cNvSpPr>
          <p:nvPr>
            <p:ph type="sldNum" sz="quarter" idx="12"/>
          </p:nvPr>
        </p:nvSpPr>
        <p:spPr/>
        <p:txBody>
          <a:bodyPr/>
          <a:lstStyle/>
          <a:p>
            <a:fld id="{D836C0FE-70CA-4950-82D6-CF602CC2B770}" type="slidenum">
              <a:rPr lang="de-DE" smtClean="0"/>
              <a:t>45</a:t>
            </a:fld>
            <a:endParaRPr lang="de-DE" dirty="0"/>
          </a:p>
        </p:txBody>
      </p:sp>
      <p:sp>
        <p:nvSpPr>
          <p:cNvPr id="3" name="Titel 2">
            <a:extLst>
              <a:ext uri="{FF2B5EF4-FFF2-40B4-BE49-F238E27FC236}">
                <a16:creationId xmlns:a16="http://schemas.microsoft.com/office/drawing/2014/main" id="{062D030F-4716-F318-A0CD-102F34FC87B5}"/>
              </a:ext>
            </a:extLst>
          </p:cNvPr>
          <p:cNvSpPr>
            <a:spLocks noGrp="1"/>
          </p:cNvSpPr>
          <p:nvPr>
            <p:ph type="title"/>
          </p:nvPr>
        </p:nvSpPr>
        <p:spPr/>
        <p:txBody>
          <a:bodyPr/>
          <a:lstStyle/>
          <a:p>
            <a:r>
              <a:rPr lang="en-GB" dirty="0"/>
              <a:t>2.2 Fine Coding (2/2)</a:t>
            </a:r>
          </a:p>
        </p:txBody>
      </p:sp>
      <p:sp>
        <p:nvSpPr>
          <p:cNvPr id="4" name="Inhaltsplatzhalter 3">
            <a:extLst>
              <a:ext uri="{FF2B5EF4-FFF2-40B4-BE49-F238E27FC236}">
                <a16:creationId xmlns:a16="http://schemas.microsoft.com/office/drawing/2014/main" id="{0E8CD45A-E789-96BD-9B95-F6D6AB632C67}"/>
              </a:ext>
            </a:extLst>
          </p:cNvPr>
          <p:cNvSpPr>
            <a:spLocks noGrp="1"/>
          </p:cNvSpPr>
          <p:nvPr>
            <p:ph idx="1"/>
          </p:nvPr>
        </p:nvSpPr>
        <p:spPr>
          <a:xfrm>
            <a:off x="695324" y="1125001"/>
            <a:ext cx="10800675" cy="5039264"/>
          </a:xfrm>
        </p:spPr>
        <p:txBody>
          <a:bodyPr>
            <a:normAutofit/>
          </a:bodyPr>
          <a:lstStyle/>
          <a:p>
            <a:pPr>
              <a:spcAft>
                <a:spcPts val="2400"/>
              </a:spcAft>
            </a:pPr>
            <a:r>
              <a:rPr lang="en-US" sz="2400" b="1" dirty="0">
                <a:solidFill>
                  <a:schemeClr val="tx2"/>
                </a:solidFill>
                <a:latin typeface="Anthropic Serif"/>
              </a:rPr>
              <a:t>Develop data-driven (= inductive) subcategories: </a:t>
            </a:r>
            <a:r>
              <a:rPr lang="en-US" sz="2400" dirty="0">
                <a:solidFill>
                  <a:srgbClr val="121212"/>
                </a:solidFill>
                <a:latin typeface="Anthropic Serif"/>
              </a:rPr>
              <a:t>read segments one by one, note emerging aspects, create new subcategories, merge similar ones, until no new aspects appear ( = saturation)</a:t>
            </a:r>
          </a:p>
          <a:p>
            <a:pPr>
              <a:spcAft>
                <a:spcPts val="2400"/>
              </a:spcAft>
            </a:pPr>
            <a:r>
              <a:rPr lang="en-US" sz="2400" b="1" dirty="0">
                <a:solidFill>
                  <a:srgbClr val="121212"/>
                </a:solidFill>
                <a:latin typeface="Anthropic Serif"/>
              </a:rPr>
              <a:t>Define coding rules &amp; write (sub-)category definitions</a:t>
            </a:r>
            <a:r>
              <a:rPr lang="en-US" sz="2400" dirty="0">
                <a:solidFill>
                  <a:srgbClr val="121212"/>
                </a:solidFill>
                <a:latin typeface="Anthropic Serif"/>
              </a:rPr>
              <a:t>: specify scope of coded segments and how to handle repeated statements; record definitions in code memos including inclusion/exclusion criteria</a:t>
            </a:r>
          </a:p>
          <a:p>
            <a:pPr>
              <a:spcAft>
                <a:spcPts val="2400"/>
              </a:spcAft>
            </a:pPr>
            <a:r>
              <a:rPr lang="en-US" sz="2400" b="1" dirty="0">
                <a:solidFill>
                  <a:srgbClr val="121212"/>
                </a:solidFill>
                <a:latin typeface="Anthropic Serif"/>
              </a:rPr>
              <a:t>Apply subcategories to the data: </a:t>
            </a:r>
            <a:r>
              <a:rPr lang="en-US" sz="2400" dirty="0">
                <a:solidFill>
                  <a:srgbClr val="121212"/>
                </a:solidFill>
                <a:latin typeface="Anthropic Serif"/>
              </a:rPr>
              <a:t>code all remaining segments with newly created subcategories</a:t>
            </a:r>
          </a:p>
        </p:txBody>
      </p:sp>
      <p:sp>
        <p:nvSpPr>
          <p:cNvPr id="5" name="Datumsplatzhalter 4">
            <a:extLst>
              <a:ext uri="{FF2B5EF4-FFF2-40B4-BE49-F238E27FC236}">
                <a16:creationId xmlns:a16="http://schemas.microsoft.com/office/drawing/2014/main" id="{04289D3B-02C3-58E9-4031-EA4BF1F4E50F}"/>
              </a:ext>
            </a:extLst>
          </p:cNvPr>
          <p:cNvSpPr>
            <a:spLocks noGrp="1"/>
          </p:cNvSpPr>
          <p:nvPr>
            <p:ph type="dt" sz="half" idx="10"/>
          </p:nvPr>
        </p:nvSpPr>
        <p:spPr/>
        <p:txBody>
          <a:bodyPr/>
          <a:lstStyle/>
          <a:p>
            <a:endParaRPr lang="de-DE" dirty="0"/>
          </a:p>
        </p:txBody>
      </p:sp>
      <p:sp>
        <p:nvSpPr>
          <p:cNvPr id="6" name="Fußzeilenplatzhalter 5">
            <a:extLst>
              <a:ext uri="{FF2B5EF4-FFF2-40B4-BE49-F238E27FC236}">
                <a16:creationId xmlns:a16="http://schemas.microsoft.com/office/drawing/2014/main" id="{4C804898-6D9E-2348-A1E7-BC47B947F5EC}"/>
              </a:ext>
            </a:extLst>
          </p:cNvPr>
          <p:cNvSpPr>
            <a:spLocks noGrp="1"/>
          </p:cNvSpPr>
          <p:nvPr>
            <p:ph type="ftr" sz="quarter" idx="11"/>
          </p:nvPr>
        </p:nvSpPr>
        <p:spPr/>
        <p:txBody>
          <a:bodyPr/>
          <a:lstStyle/>
          <a:p>
            <a:r>
              <a:rPr lang="de-DE" dirty="0"/>
              <a:t>KMH</a:t>
            </a:r>
          </a:p>
        </p:txBody>
      </p:sp>
    </p:spTree>
    <p:extLst>
      <p:ext uri="{BB962C8B-B14F-4D97-AF65-F5344CB8AC3E}">
        <p14:creationId xmlns:p14="http://schemas.microsoft.com/office/powerpoint/2010/main" val="200200861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E6479A-5B94-2008-78DD-F8F2F0C6FA0C}"/>
            </a:ext>
          </a:extLst>
        </p:cNvPr>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8D822F8C-1793-D4CB-9BBF-CE9B25847180}"/>
              </a:ext>
            </a:extLst>
          </p:cNvPr>
          <p:cNvSpPr>
            <a:spLocks noGrp="1"/>
          </p:cNvSpPr>
          <p:nvPr>
            <p:ph type="sldNum" sz="quarter" idx="12"/>
          </p:nvPr>
        </p:nvSpPr>
        <p:spPr/>
        <p:txBody>
          <a:bodyPr/>
          <a:lstStyle/>
          <a:p>
            <a:fld id="{D836C0FE-70CA-4950-82D6-CF602CC2B770}" type="slidenum">
              <a:rPr lang="en-GB" smtClean="0"/>
              <a:t>46</a:t>
            </a:fld>
            <a:endParaRPr lang="en-GB" dirty="0"/>
          </a:p>
        </p:txBody>
      </p:sp>
      <p:sp>
        <p:nvSpPr>
          <p:cNvPr id="3" name="Titel 2">
            <a:extLst>
              <a:ext uri="{FF2B5EF4-FFF2-40B4-BE49-F238E27FC236}">
                <a16:creationId xmlns:a16="http://schemas.microsoft.com/office/drawing/2014/main" id="{976FA172-00A0-A2DC-45F4-E31122FA1CA6}"/>
              </a:ext>
            </a:extLst>
          </p:cNvPr>
          <p:cNvSpPr>
            <a:spLocks noGrp="1"/>
          </p:cNvSpPr>
          <p:nvPr>
            <p:ph type="title"/>
          </p:nvPr>
        </p:nvSpPr>
        <p:spPr/>
        <p:txBody>
          <a:bodyPr/>
          <a:lstStyle/>
          <a:p>
            <a:r>
              <a:rPr lang="en-GB" dirty="0"/>
              <a:t>One Approach: Thematic Coding (cf. Hopf et al 1995):</a:t>
            </a:r>
          </a:p>
        </p:txBody>
      </p:sp>
      <p:sp>
        <p:nvSpPr>
          <p:cNvPr id="4" name="Inhaltsplatzhalter 3">
            <a:extLst>
              <a:ext uri="{FF2B5EF4-FFF2-40B4-BE49-F238E27FC236}">
                <a16:creationId xmlns:a16="http://schemas.microsoft.com/office/drawing/2014/main" id="{F46529C5-9D55-B527-ED4C-C1D23DA85EBB}"/>
              </a:ext>
            </a:extLst>
          </p:cNvPr>
          <p:cNvSpPr>
            <a:spLocks noGrp="1"/>
          </p:cNvSpPr>
          <p:nvPr>
            <p:ph idx="1"/>
          </p:nvPr>
        </p:nvSpPr>
        <p:spPr/>
        <p:txBody>
          <a:bodyPr>
            <a:normAutofit/>
          </a:bodyPr>
          <a:lstStyle/>
          <a:p>
            <a:pPr marL="685800" lvl="1" indent="-342900">
              <a:buFont typeface="+mj-lt"/>
              <a:buAutoNum type="arabicPeriod"/>
            </a:pPr>
            <a:r>
              <a:rPr lang="de-AT" sz="2400" dirty="0"/>
              <a:t>✅ </a:t>
            </a:r>
            <a:r>
              <a:rPr lang="en-GB" sz="2400" dirty="0"/>
              <a:t>Development of </a:t>
            </a:r>
            <a:r>
              <a:rPr lang="en-GB" sz="2400" b="1" dirty="0"/>
              <a:t>evaluation categories</a:t>
            </a:r>
          </a:p>
          <a:p>
            <a:pPr marL="685800" lvl="1" indent="-342900">
              <a:buFont typeface="+mj-lt"/>
              <a:buAutoNum type="arabicPeriod"/>
            </a:pPr>
            <a:r>
              <a:rPr lang="de-AT" sz="2400" dirty="0"/>
              <a:t>✅ </a:t>
            </a:r>
            <a:r>
              <a:rPr lang="en-GB" sz="2400" b="1" dirty="0"/>
              <a:t>Coding</a:t>
            </a:r>
            <a:r>
              <a:rPr lang="en-GB" sz="2400" dirty="0"/>
              <a:t> the material</a:t>
            </a:r>
          </a:p>
          <a:p>
            <a:pPr marL="685800" lvl="1" indent="-342900">
              <a:buFont typeface="+mj-lt"/>
              <a:buAutoNum type="arabicPeriod"/>
            </a:pPr>
            <a:r>
              <a:rPr lang="en-GB" sz="2400" b="1" dirty="0">
                <a:solidFill>
                  <a:schemeClr val="tx2"/>
                </a:solidFill>
              </a:rPr>
              <a:t>Quant. material overview</a:t>
            </a:r>
          </a:p>
          <a:p>
            <a:pPr marL="685800" lvl="1" indent="-342900">
              <a:buFont typeface="+mj-lt"/>
              <a:buAutoNum type="arabicPeriod"/>
            </a:pPr>
            <a:r>
              <a:rPr lang="en-GB" sz="2400" dirty="0"/>
              <a:t>Optional: In-depth interpretation of individual cases</a:t>
            </a:r>
          </a:p>
        </p:txBody>
      </p:sp>
      <p:sp>
        <p:nvSpPr>
          <p:cNvPr id="5" name="Datumsplatzhalter 4">
            <a:extLst>
              <a:ext uri="{FF2B5EF4-FFF2-40B4-BE49-F238E27FC236}">
                <a16:creationId xmlns:a16="http://schemas.microsoft.com/office/drawing/2014/main" id="{ED3619F8-6E67-5DFC-DAC8-FFDD1DEAD8BF}"/>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D4A749C7-E343-6D05-C89D-D269293CF250}"/>
              </a:ext>
            </a:extLst>
          </p:cNvPr>
          <p:cNvSpPr>
            <a:spLocks noGrp="1"/>
          </p:cNvSpPr>
          <p:nvPr>
            <p:ph type="ftr" sz="quarter" idx="11"/>
          </p:nvPr>
        </p:nvSpPr>
        <p:spPr/>
        <p:txBody>
          <a:bodyPr/>
          <a:lstStyle/>
          <a:p>
            <a:r>
              <a:rPr lang="en-GB" dirty="0"/>
              <a:t>KMH | IL Scientific Method</a:t>
            </a:r>
          </a:p>
        </p:txBody>
      </p:sp>
    </p:spTree>
    <p:extLst>
      <p:ext uri="{BB962C8B-B14F-4D97-AF65-F5344CB8AC3E}">
        <p14:creationId xmlns:p14="http://schemas.microsoft.com/office/powerpoint/2010/main" val="218874141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9F466F-B65D-6815-2A99-CDCC9E18125E}"/>
            </a:ext>
          </a:extLst>
        </p:cNvPr>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52626199-70C7-E3F8-522E-7A1B8B2FA392}"/>
              </a:ext>
            </a:extLst>
          </p:cNvPr>
          <p:cNvSpPr>
            <a:spLocks noGrp="1"/>
          </p:cNvSpPr>
          <p:nvPr>
            <p:ph type="sldNum" sz="quarter" idx="12"/>
          </p:nvPr>
        </p:nvSpPr>
        <p:spPr/>
        <p:txBody>
          <a:bodyPr/>
          <a:lstStyle/>
          <a:p>
            <a:fld id="{D836C0FE-70CA-4950-82D6-CF602CC2B770}" type="slidenum">
              <a:rPr lang="en-GB" smtClean="0"/>
              <a:t>47</a:t>
            </a:fld>
            <a:endParaRPr lang="en-GB" dirty="0"/>
          </a:p>
        </p:txBody>
      </p:sp>
      <p:sp>
        <p:nvSpPr>
          <p:cNvPr id="3" name="Titel 2">
            <a:extLst>
              <a:ext uri="{FF2B5EF4-FFF2-40B4-BE49-F238E27FC236}">
                <a16:creationId xmlns:a16="http://schemas.microsoft.com/office/drawing/2014/main" id="{25D3739A-5576-1BB1-E405-154D98CCDBA1}"/>
              </a:ext>
            </a:extLst>
          </p:cNvPr>
          <p:cNvSpPr>
            <a:spLocks noGrp="1"/>
          </p:cNvSpPr>
          <p:nvPr>
            <p:ph type="title"/>
          </p:nvPr>
        </p:nvSpPr>
        <p:spPr/>
        <p:txBody>
          <a:bodyPr/>
          <a:lstStyle/>
          <a:p>
            <a:r>
              <a:rPr lang="en-GB" dirty="0"/>
              <a:t>3. Quantitative Material Overview / Mappings:</a:t>
            </a:r>
          </a:p>
        </p:txBody>
      </p:sp>
      <p:sp>
        <p:nvSpPr>
          <p:cNvPr id="4" name="Inhaltsplatzhalter 3">
            <a:extLst>
              <a:ext uri="{FF2B5EF4-FFF2-40B4-BE49-F238E27FC236}">
                <a16:creationId xmlns:a16="http://schemas.microsoft.com/office/drawing/2014/main" id="{BFC76D27-03D2-DB0D-3FFF-7F9D5342378C}"/>
              </a:ext>
            </a:extLst>
          </p:cNvPr>
          <p:cNvSpPr>
            <a:spLocks noGrp="1"/>
          </p:cNvSpPr>
          <p:nvPr>
            <p:ph idx="1"/>
          </p:nvPr>
        </p:nvSpPr>
        <p:spPr/>
        <p:txBody>
          <a:bodyPr anchor="ctr">
            <a:normAutofit/>
          </a:bodyPr>
          <a:lstStyle/>
          <a:p>
            <a:pPr marL="342900" lvl="1" indent="0">
              <a:buNone/>
            </a:pPr>
            <a:r>
              <a:rPr lang="en-GB" sz="2800" dirty="0">
                <a:solidFill>
                  <a:srgbClr val="E37823"/>
                </a:solidFill>
              </a:rPr>
              <a:t>→ usually only useful for multiple interviews</a:t>
            </a:r>
          </a:p>
          <a:p>
            <a:pPr lvl="1"/>
            <a:r>
              <a:rPr lang="en-GB" sz="2800" dirty="0"/>
              <a:t>Overview of respondents and their characteristic constellations</a:t>
            </a:r>
          </a:p>
          <a:p>
            <a:pPr marL="342900" lvl="1" indent="0">
              <a:buNone/>
            </a:pPr>
            <a:r>
              <a:rPr lang="en-GB" sz="2800" dirty="0"/>
              <a:t>      👉 Inspiration for Interpretation &amp; theory formation</a:t>
            </a:r>
          </a:p>
        </p:txBody>
      </p:sp>
      <p:sp>
        <p:nvSpPr>
          <p:cNvPr id="5" name="Datumsplatzhalter 4">
            <a:extLst>
              <a:ext uri="{FF2B5EF4-FFF2-40B4-BE49-F238E27FC236}">
                <a16:creationId xmlns:a16="http://schemas.microsoft.com/office/drawing/2014/main" id="{B41B398A-3FC0-C1A6-AE0E-0D4A0754AADD}"/>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13BD3287-605F-19B8-2137-28D50FC8F509}"/>
              </a:ext>
            </a:extLst>
          </p:cNvPr>
          <p:cNvSpPr>
            <a:spLocks noGrp="1"/>
          </p:cNvSpPr>
          <p:nvPr>
            <p:ph type="ftr" sz="quarter" idx="11"/>
          </p:nvPr>
        </p:nvSpPr>
        <p:spPr/>
        <p:txBody>
          <a:bodyPr/>
          <a:lstStyle/>
          <a:p>
            <a:r>
              <a:rPr lang="en-GB" dirty="0"/>
              <a:t>KMH | IL Scientific Method</a:t>
            </a:r>
          </a:p>
        </p:txBody>
      </p:sp>
    </p:spTree>
    <p:extLst>
      <p:ext uri="{BB962C8B-B14F-4D97-AF65-F5344CB8AC3E}">
        <p14:creationId xmlns:p14="http://schemas.microsoft.com/office/powerpoint/2010/main" val="260866757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D6770D-567D-D94F-A865-4F6009A8B089}"/>
            </a:ext>
          </a:extLst>
        </p:cNvPr>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0190EA36-4EA2-520F-7F5E-80EF8E2C9771}"/>
              </a:ext>
            </a:extLst>
          </p:cNvPr>
          <p:cNvSpPr>
            <a:spLocks noGrp="1"/>
          </p:cNvSpPr>
          <p:nvPr>
            <p:ph type="sldNum" sz="quarter" idx="12"/>
          </p:nvPr>
        </p:nvSpPr>
        <p:spPr/>
        <p:txBody>
          <a:bodyPr/>
          <a:lstStyle/>
          <a:p>
            <a:fld id="{D836C0FE-70CA-4950-82D6-CF602CC2B770}" type="slidenum">
              <a:rPr lang="de-DE" smtClean="0"/>
              <a:t>48</a:t>
            </a:fld>
            <a:endParaRPr lang="de-DE" dirty="0"/>
          </a:p>
        </p:txBody>
      </p:sp>
      <p:sp>
        <p:nvSpPr>
          <p:cNvPr id="3" name="Titel 2">
            <a:extLst>
              <a:ext uri="{FF2B5EF4-FFF2-40B4-BE49-F238E27FC236}">
                <a16:creationId xmlns:a16="http://schemas.microsoft.com/office/drawing/2014/main" id="{81CC6BF3-5469-4C03-4366-136173BC21F8}"/>
              </a:ext>
            </a:extLst>
          </p:cNvPr>
          <p:cNvSpPr>
            <a:spLocks noGrp="1"/>
          </p:cNvSpPr>
          <p:nvPr>
            <p:ph type="title"/>
          </p:nvPr>
        </p:nvSpPr>
        <p:spPr/>
        <p:txBody>
          <a:bodyPr/>
          <a:lstStyle/>
          <a:p>
            <a:r>
              <a:rPr lang="en-GB" dirty="0"/>
              <a:t>3.1 Code Frequencies: Code Statistics</a:t>
            </a:r>
          </a:p>
        </p:txBody>
      </p:sp>
      <p:pic>
        <p:nvPicPr>
          <p:cNvPr id="8" name="Inhaltsplatzhalter 7">
            <a:extLst>
              <a:ext uri="{FF2B5EF4-FFF2-40B4-BE49-F238E27FC236}">
                <a16:creationId xmlns:a16="http://schemas.microsoft.com/office/drawing/2014/main" id="{1758FA22-2A5A-A50F-9B70-9CFF8ACA67DA}"/>
              </a:ext>
            </a:extLst>
          </p:cNvPr>
          <p:cNvPicPr>
            <a:picLocks noGrp="1" noChangeAspect="1"/>
          </p:cNvPicPr>
          <p:nvPr>
            <p:ph idx="1"/>
          </p:nvPr>
        </p:nvPicPr>
        <p:blipFill>
          <a:blip r:embed="rId2"/>
          <a:stretch>
            <a:fillRect/>
          </a:stretch>
        </p:blipFill>
        <p:spPr bwMode="gray">
          <a:xfrm>
            <a:off x="694924" y="1989000"/>
            <a:ext cx="5082980" cy="3368332"/>
          </a:xfrm>
          <a:prstGeom prst="rect">
            <a:avLst/>
          </a:prstGeom>
        </p:spPr>
      </p:pic>
      <p:sp>
        <p:nvSpPr>
          <p:cNvPr id="5" name="Datumsplatzhalter 4">
            <a:extLst>
              <a:ext uri="{FF2B5EF4-FFF2-40B4-BE49-F238E27FC236}">
                <a16:creationId xmlns:a16="http://schemas.microsoft.com/office/drawing/2014/main" id="{7BFCED87-729B-0188-63F7-B1FA8AA393E6}"/>
              </a:ext>
            </a:extLst>
          </p:cNvPr>
          <p:cNvSpPr>
            <a:spLocks noGrp="1"/>
          </p:cNvSpPr>
          <p:nvPr>
            <p:ph type="dt" sz="half" idx="10"/>
          </p:nvPr>
        </p:nvSpPr>
        <p:spPr/>
        <p:txBody>
          <a:bodyPr/>
          <a:lstStyle/>
          <a:p>
            <a:endParaRPr lang="de-DE" dirty="0"/>
          </a:p>
        </p:txBody>
      </p:sp>
      <p:sp>
        <p:nvSpPr>
          <p:cNvPr id="6" name="Fußzeilenplatzhalter 5">
            <a:extLst>
              <a:ext uri="{FF2B5EF4-FFF2-40B4-BE49-F238E27FC236}">
                <a16:creationId xmlns:a16="http://schemas.microsoft.com/office/drawing/2014/main" id="{C74C122C-B0C6-87A5-6A06-037F4B7DA80B}"/>
              </a:ext>
            </a:extLst>
          </p:cNvPr>
          <p:cNvSpPr>
            <a:spLocks noGrp="1"/>
          </p:cNvSpPr>
          <p:nvPr>
            <p:ph type="ftr" sz="quarter" idx="11"/>
          </p:nvPr>
        </p:nvSpPr>
        <p:spPr/>
        <p:txBody>
          <a:bodyPr/>
          <a:lstStyle/>
          <a:p>
            <a:r>
              <a:rPr lang="de-DE" dirty="0"/>
              <a:t>KMH</a:t>
            </a:r>
          </a:p>
        </p:txBody>
      </p:sp>
      <p:pic>
        <p:nvPicPr>
          <p:cNvPr id="10" name="Grafik 9">
            <a:extLst>
              <a:ext uri="{FF2B5EF4-FFF2-40B4-BE49-F238E27FC236}">
                <a16:creationId xmlns:a16="http://schemas.microsoft.com/office/drawing/2014/main" id="{D8EDE658-0F99-A8A0-A5FA-622F4436FF36}"/>
              </a:ext>
            </a:extLst>
          </p:cNvPr>
          <p:cNvPicPr>
            <a:picLocks noChangeAspect="1"/>
          </p:cNvPicPr>
          <p:nvPr/>
        </p:nvPicPr>
        <p:blipFill>
          <a:blip r:embed="rId3"/>
          <a:stretch>
            <a:fillRect/>
          </a:stretch>
        </p:blipFill>
        <p:spPr>
          <a:xfrm>
            <a:off x="6312000" y="1989000"/>
            <a:ext cx="5082980" cy="3368332"/>
          </a:xfrm>
          <a:prstGeom prst="rect">
            <a:avLst/>
          </a:prstGeom>
        </p:spPr>
      </p:pic>
    </p:spTree>
    <p:extLst>
      <p:ext uri="{BB962C8B-B14F-4D97-AF65-F5344CB8AC3E}">
        <p14:creationId xmlns:p14="http://schemas.microsoft.com/office/powerpoint/2010/main" val="196418609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7DD478-9D23-8639-83FD-E03F7B1E6DF2}"/>
            </a:ext>
          </a:extLst>
        </p:cNvPr>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886FF093-690B-0FC3-9BCE-D485F535D60F}"/>
              </a:ext>
            </a:extLst>
          </p:cNvPr>
          <p:cNvSpPr>
            <a:spLocks noGrp="1"/>
          </p:cNvSpPr>
          <p:nvPr>
            <p:ph type="sldNum" sz="quarter" idx="12"/>
          </p:nvPr>
        </p:nvSpPr>
        <p:spPr/>
        <p:txBody>
          <a:bodyPr/>
          <a:lstStyle/>
          <a:p>
            <a:fld id="{D836C0FE-70CA-4950-82D6-CF602CC2B770}" type="slidenum">
              <a:rPr lang="de-DE" smtClean="0"/>
              <a:t>49</a:t>
            </a:fld>
            <a:endParaRPr lang="de-DE" dirty="0"/>
          </a:p>
        </p:txBody>
      </p:sp>
      <p:sp>
        <p:nvSpPr>
          <p:cNvPr id="3" name="Titel 2">
            <a:extLst>
              <a:ext uri="{FF2B5EF4-FFF2-40B4-BE49-F238E27FC236}">
                <a16:creationId xmlns:a16="http://schemas.microsoft.com/office/drawing/2014/main" id="{EB2014CA-520E-0336-E1EF-1BE9062DD20C}"/>
              </a:ext>
            </a:extLst>
          </p:cNvPr>
          <p:cNvSpPr>
            <a:spLocks noGrp="1"/>
          </p:cNvSpPr>
          <p:nvPr>
            <p:ph type="title"/>
          </p:nvPr>
        </p:nvSpPr>
        <p:spPr/>
        <p:txBody>
          <a:bodyPr/>
          <a:lstStyle/>
          <a:p>
            <a:r>
              <a:rPr lang="en-GB" dirty="0"/>
              <a:t>3.2 Code Frequencies across Cases: Summary Grid</a:t>
            </a:r>
          </a:p>
        </p:txBody>
      </p:sp>
      <p:sp>
        <p:nvSpPr>
          <p:cNvPr id="5" name="Datumsplatzhalter 4">
            <a:extLst>
              <a:ext uri="{FF2B5EF4-FFF2-40B4-BE49-F238E27FC236}">
                <a16:creationId xmlns:a16="http://schemas.microsoft.com/office/drawing/2014/main" id="{739F17EA-B73B-9B86-2543-B96B9371AB60}"/>
              </a:ext>
            </a:extLst>
          </p:cNvPr>
          <p:cNvSpPr>
            <a:spLocks noGrp="1"/>
          </p:cNvSpPr>
          <p:nvPr>
            <p:ph type="dt" sz="half" idx="10"/>
          </p:nvPr>
        </p:nvSpPr>
        <p:spPr/>
        <p:txBody>
          <a:bodyPr/>
          <a:lstStyle/>
          <a:p>
            <a:endParaRPr lang="de-DE" dirty="0"/>
          </a:p>
        </p:txBody>
      </p:sp>
      <p:sp>
        <p:nvSpPr>
          <p:cNvPr id="6" name="Fußzeilenplatzhalter 5">
            <a:extLst>
              <a:ext uri="{FF2B5EF4-FFF2-40B4-BE49-F238E27FC236}">
                <a16:creationId xmlns:a16="http://schemas.microsoft.com/office/drawing/2014/main" id="{81B8D97F-7452-D0F5-9835-7E6A9A0CE167}"/>
              </a:ext>
            </a:extLst>
          </p:cNvPr>
          <p:cNvSpPr>
            <a:spLocks noGrp="1"/>
          </p:cNvSpPr>
          <p:nvPr>
            <p:ph type="ftr" sz="quarter" idx="11"/>
          </p:nvPr>
        </p:nvSpPr>
        <p:spPr/>
        <p:txBody>
          <a:bodyPr/>
          <a:lstStyle/>
          <a:p>
            <a:r>
              <a:rPr lang="de-DE" dirty="0"/>
              <a:t>KMH</a:t>
            </a:r>
          </a:p>
        </p:txBody>
      </p:sp>
      <p:pic>
        <p:nvPicPr>
          <p:cNvPr id="11" name="Inhaltsplatzhalter 10">
            <a:extLst>
              <a:ext uri="{FF2B5EF4-FFF2-40B4-BE49-F238E27FC236}">
                <a16:creationId xmlns:a16="http://schemas.microsoft.com/office/drawing/2014/main" id="{A5C6ABBB-B522-8682-971F-607D04B3DD70}"/>
              </a:ext>
            </a:extLst>
          </p:cNvPr>
          <p:cNvPicPr>
            <a:picLocks noGrp="1" noChangeAspect="1"/>
          </p:cNvPicPr>
          <p:nvPr>
            <p:ph idx="1"/>
          </p:nvPr>
        </p:nvPicPr>
        <p:blipFill>
          <a:blip r:embed="rId2"/>
          <a:stretch>
            <a:fillRect/>
          </a:stretch>
        </p:blipFill>
        <p:spPr bwMode="gray">
          <a:xfrm>
            <a:off x="2771658" y="1485000"/>
            <a:ext cx="6648684" cy="4535488"/>
          </a:xfrm>
          <a:prstGeom prst="rect">
            <a:avLst/>
          </a:prstGeom>
          <a:ln w="6350">
            <a:solidFill>
              <a:schemeClr val="tx1"/>
            </a:solidFill>
          </a:ln>
          <a:effectLst>
            <a:outerShdw blurRad="254000" dist="107763" dir="2699994" algn="tl">
              <a:prstClr val="black">
                <a:alpha val="40000"/>
              </a:prstClr>
            </a:outerShdw>
          </a:effectLst>
        </p:spPr>
      </p:pic>
    </p:spTree>
    <p:extLst>
      <p:ext uri="{BB962C8B-B14F-4D97-AF65-F5344CB8AC3E}">
        <p14:creationId xmlns:p14="http://schemas.microsoft.com/office/powerpoint/2010/main" val="400822763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6801027E-B46C-18B2-E4C7-97C0D68B4504}"/>
              </a:ext>
            </a:extLst>
          </p:cNvPr>
          <p:cNvSpPr>
            <a:spLocks noGrp="1"/>
          </p:cNvSpPr>
          <p:nvPr>
            <p:ph type="sldNum" sz="quarter" idx="12"/>
          </p:nvPr>
        </p:nvSpPr>
        <p:spPr/>
        <p:txBody>
          <a:bodyPr/>
          <a:lstStyle/>
          <a:p>
            <a:fld id="{D836C0FE-70CA-4950-82D6-CF602CC2B770}" type="slidenum">
              <a:rPr lang="de-DE" smtClean="0"/>
              <a:t>50</a:t>
            </a:fld>
            <a:endParaRPr lang="de-DE" dirty="0"/>
          </a:p>
        </p:txBody>
      </p:sp>
      <p:sp>
        <p:nvSpPr>
          <p:cNvPr id="3" name="Titel 2">
            <a:extLst>
              <a:ext uri="{FF2B5EF4-FFF2-40B4-BE49-F238E27FC236}">
                <a16:creationId xmlns:a16="http://schemas.microsoft.com/office/drawing/2014/main" id="{E481F289-8472-DB63-2DFC-E2ADBD3B6307}"/>
              </a:ext>
            </a:extLst>
          </p:cNvPr>
          <p:cNvSpPr>
            <a:spLocks noGrp="1"/>
          </p:cNvSpPr>
          <p:nvPr>
            <p:ph type="title"/>
          </p:nvPr>
        </p:nvSpPr>
        <p:spPr/>
        <p:txBody>
          <a:bodyPr/>
          <a:lstStyle/>
          <a:p>
            <a:r>
              <a:rPr lang="en-GB" dirty="0"/>
              <a:t>3.3 Code Frequencies across Document Variables:</a:t>
            </a:r>
            <a:br>
              <a:rPr lang="en-GB" dirty="0"/>
            </a:br>
            <a:r>
              <a:rPr lang="en-GB" dirty="0"/>
              <a:t>Crosstabs</a:t>
            </a:r>
          </a:p>
        </p:txBody>
      </p:sp>
      <p:pic>
        <p:nvPicPr>
          <p:cNvPr id="8" name="Inhaltsplatzhalter 7">
            <a:extLst>
              <a:ext uri="{FF2B5EF4-FFF2-40B4-BE49-F238E27FC236}">
                <a16:creationId xmlns:a16="http://schemas.microsoft.com/office/drawing/2014/main" id="{61D5FF7C-0831-6FBB-D1B3-E8548BE7F14A}"/>
              </a:ext>
            </a:extLst>
          </p:cNvPr>
          <p:cNvPicPr>
            <a:picLocks noGrp="1" noChangeAspect="1"/>
          </p:cNvPicPr>
          <p:nvPr>
            <p:ph idx="1"/>
          </p:nvPr>
        </p:nvPicPr>
        <p:blipFill>
          <a:blip r:embed="rId2"/>
          <a:stretch>
            <a:fillRect/>
          </a:stretch>
        </p:blipFill>
        <p:spPr bwMode="gray">
          <a:xfrm>
            <a:off x="1732235" y="1773000"/>
            <a:ext cx="8727530" cy="4247038"/>
          </a:xfrm>
          <a:prstGeom prst="rect">
            <a:avLst/>
          </a:prstGeom>
          <a:ln w="6350">
            <a:solidFill>
              <a:schemeClr val="tx1"/>
            </a:solidFill>
          </a:ln>
          <a:effectLst>
            <a:outerShdw blurRad="254000" dist="107763" dir="2699994" algn="tl">
              <a:prstClr val="black">
                <a:alpha val="40000"/>
              </a:prstClr>
            </a:outerShdw>
          </a:effectLst>
        </p:spPr>
      </p:pic>
      <p:sp>
        <p:nvSpPr>
          <p:cNvPr id="5" name="Datumsplatzhalter 4">
            <a:extLst>
              <a:ext uri="{FF2B5EF4-FFF2-40B4-BE49-F238E27FC236}">
                <a16:creationId xmlns:a16="http://schemas.microsoft.com/office/drawing/2014/main" id="{2E4490F2-2C3E-891A-F2A3-294417C748AB}"/>
              </a:ext>
            </a:extLst>
          </p:cNvPr>
          <p:cNvSpPr>
            <a:spLocks noGrp="1"/>
          </p:cNvSpPr>
          <p:nvPr>
            <p:ph type="dt" sz="half" idx="10"/>
          </p:nvPr>
        </p:nvSpPr>
        <p:spPr/>
        <p:txBody>
          <a:bodyPr/>
          <a:lstStyle/>
          <a:p>
            <a:endParaRPr lang="de-DE" dirty="0"/>
          </a:p>
        </p:txBody>
      </p:sp>
      <p:sp>
        <p:nvSpPr>
          <p:cNvPr id="6" name="Fußzeilenplatzhalter 5">
            <a:extLst>
              <a:ext uri="{FF2B5EF4-FFF2-40B4-BE49-F238E27FC236}">
                <a16:creationId xmlns:a16="http://schemas.microsoft.com/office/drawing/2014/main" id="{BDF12983-69DE-8D0E-9282-3DE3B3BABF75}"/>
              </a:ext>
            </a:extLst>
          </p:cNvPr>
          <p:cNvSpPr>
            <a:spLocks noGrp="1"/>
          </p:cNvSpPr>
          <p:nvPr>
            <p:ph type="ftr" sz="quarter" idx="11"/>
          </p:nvPr>
        </p:nvSpPr>
        <p:spPr/>
        <p:txBody>
          <a:bodyPr/>
          <a:lstStyle/>
          <a:p>
            <a:r>
              <a:rPr lang="de-DE" dirty="0"/>
              <a:t>KMH</a:t>
            </a:r>
          </a:p>
        </p:txBody>
      </p:sp>
    </p:spTree>
    <p:extLst>
      <p:ext uri="{BB962C8B-B14F-4D97-AF65-F5344CB8AC3E}">
        <p14:creationId xmlns:p14="http://schemas.microsoft.com/office/powerpoint/2010/main" val="423253160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15EEB869-A9DC-9207-7BF5-BE9997339535}"/>
              </a:ext>
            </a:extLst>
          </p:cNvPr>
          <p:cNvSpPr>
            <a:spLocks noGrp="1"/>
          </p:cNvSpPr>
          <p:nvPr>
            <p:ph type="sldNum" sz="quarter" idx="12"/>
          </p:nvPr>
        </p:nvSpPr>
        <p:spPr/>
        <p:txBody>
          <a:bodyPr/>
          <a:lstStyle/>
          <a:p>
            <a:fld id="{D836C0FE-70CA-4950-82D6-CF602CC2B770}" type="slidenum">
              <a:rPr lang="de-DE" smtClean="0"/>
              <a:t>51</a:t>
            </a:fld>
            <a:endParaRPr lang="de-DE" dirty="0"/>
          </a:p>
        </p:txBody>
      </p:sp>
      <p:sp>
        <p:nvSpPr>
          <p:cNvPr id="3" name="Titel 2">
            <a:extLst>
              <a:ext uri="{FF2B5EF4-FFF2-40B4-BE49-F238E27FC236}">
                <a16:creationId xmlns:a16="http://schemas.microsoft.com/office/drawing/2014/main" id="{A0243A57-3D0B-63FC-0871-CA45AB7F72AF}"/>
              </a:ext>
            </a:extLst>
          </p:cNvPr>
          <p:cNvSpPr>
            <a:spLocks noGrp="1"/>
          </p:cNvSpPr>
          <p:nvPr>
            <p:ph type="title"/>
          </p:nvPr>
        </p:nvSpPr>
        <p:spPr/>
        <p:txBody>
          <a:bodyPr/>
          <a:lstStyle/>
          <a:p>
            <a:r>
              <a:rPr lang="en-GB" dirty="0"/>
              <a:t>3.4 Concept Mappings</a:t>
            </a:r>
          </a:p>
        </p:txBody>
      </p:sp>
      <p:sp>
        <p:nvSpPr>
          <p:cNvPr id="5" name="Datumsplatzhalter 4">
            <a:extLst>
              <a:ext uri="{FF2B5EF4-FFF2-40B4-BE49-F238E27FC236}">
                <a16:creationId xmlns:a16="http://schemas.microsoft.com/office/drawing/2014/main" id="{BFE9CAA6-BB1C-6CDA-18B0-B09A31C5591B}"/>
              </a:ext>
            </a:extLst>
          </p:cNvPr>
          <p:cNvSpPr>
            <a:spLocks noGrp="1"/>
          </p:cNvSpPr>
          <p:nvPr>
            <p:ph type="dt" sz="half" idx="10"/>
          </p:nvPr>
        </p:nvSpPr>
        <p:spPr/>
        <p:txBody>
          <a:bodyPr/>
          <a:lstStyle/>
          <a:p>
            <a:r>
              <a:rPr lang="de-DE" dirty="0"/>
              <a:t>(Rädiker &amp; Kuckartz, 2020:44)</a:t>
            </a:r>
          </a:p>
        </p:txBody>
      </p:sp>
      <p:sp>
        <p:nvSpPr>
          <p:cNvPr id="6" name="Fußzeilenplatzhalter 5">
            <a:extLst>
              <a:ext uri="{FF2B5EF4-FFF2-40B4-BE49-F238E27FC236}">
                <a16:creationId xmlns:a16="http://schemas.microsoft.com/office/drawing/2014/main" id="{662D640E-4AB5-8BDD-18FA-917FD54AAB0F}"/>
              </a:ext>
            </a:extLst>
          </p:cNvPr>
          <p:cNvSpPr>
            <a:spLocks noGrp="1"/>
          </p:cNvSpPr>
          <p:nvPr>
            <p:ph type="ftr" sz="quarter" idx="11"/>
          </p:nvPr>
        </p:nvSpPr>
        <p:spPr/>
        <p:txBody>
          <a:bodyPr/>
          <a:lstStyle/>
          <a:p>
            <a:r>
              <a:rPr lang="de-DE" dirty="0"/>
              <a:t>KMH</a:t>
            </a:r>
          </a:p>
        </p:txBody>
      </p:sp>
      <p:pic>
        <p:nvPicPr>
          <p:cNvPr id="12" name="Inhaltsplatzhalter 7">
            <a:extLst>
              <a:ext uri="{FF2B5EF4-FFF2-40B4-BE49-F238E27FC236}">
                <a16:creationId xmlns:a16="http://schemas.microsoft.com/office/drawing/2014/main" id="{C1B19A48-C67B-322B-2EB7-87C6E6C67A30}"/>
              </a:ext>
            </a:extLst>
          </p:cNvPr>
          <p:cNvPicPr>
            <a:picLocks noGrp="1" noChangeAspect="1"/>
          </p:cNvPicPr>
          <p:nvPr>
            <p:ph idx="1"/>
          </p:nvPr>
        </p:nvPicPr>
        <p:blipFill>
          <a:blip r:embed="rId2"/>
          <a:stretch>
            <a:fillRect/>
          </a:stretch>
        </p:blipFill>
        <p:spPr bwMode="gray">
          <a:xfrm>
            <a:off x="4656000" y="286620"/>
            <a:ext cx="5643539" cy="5887516"/>
          </a:xfrm>
          <a:prstGeom prst="rect">
            <a:avLst/>
          </a:prstGeom>
        </p:spPr>
      </p:pic>
      <p:sp>
        <p:nvSpPr>
          <p:cNvPr id="13" name="Rechteck: abgerundete Ecken 12">
            <a:extLst>
              <a:ext uri="{FF2B5EF4-FFF2-40B4-BE49-F238E27FC236}">
                <a16:creationId xmlns:a16="http://schemas.microsoft.com/office/drawing/2014/main" id="{A97C88F5-3962-05C9-F084-956127EDD47D}"/>
              </a:ext>
            </a:extLst>
          </p:cNvPr>
          <p:cNvSpPr/>
          <p:nvPr/>
        </p:nvSpPr>
        <p:spPr>
          <a:xfrm>
            <a:off x="4450160" y="2380360"/>
            <a:ext cx="6048000" cy="1008000"/>
          </a:xfrm>
          <a:prstGeom prst="roundRect">
            <a:avLst/>
          </a:prstGeom>
          <a:noFill/>
          <a:ln w="57150"/>
        </p:spPr>
        <p:style>
          <a:lnRef idx="2">
            <a:schemeClr val="accent2"/>
          </a:lnRef>
          <a:fillRef idx="1">
            <a:schemeClr val="lt1"/>
          </a:fillRef>
          <a:effectRef idx="0">
            <a:schemeClr val="accent2"/>
          </a:effectRef>
          <a:fontRef idx="minor">
            <a:schemeClr val="dk1"/>
          </a:fontRef>
        </p:style>
        <p:txBody>
          <a:bodyPr rtlCol="0" anchor="ctr"/>
          <a:lstStyle/>
          <a:p>
            <a:pPr algn="ctr">
              <a:lnSpc>
                <a:spcPct val="120000"/>
              </a:lnSpc>
            </a:pPr>
            <a:endParaRPr lang="en-GB" sz="1600" dirty="0">
              <a:solidFill>
                <a:schemeClr val="tx1"/>
              </a:solidFill>
            </a:endParaRPr>
          </a:p>
        </p:txBody>
      </p:sp>
    </p:spTree>
    <p:extLst>
      <p:ext uri="{BB962C8B-B14F-4D97-AF65-F5344CB8AC3E}">
        <p14:creationId xmlns:p14="http://schemas.microsoft.com/office/powerpoint/2010/main" val="200310382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3BF2F5-3CB2-4005-06ED-D73E381FF007}"/>
            </a:ext>
          </a:extLst>
        </p:cNvPr>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FD8F6CAE-265C-5A3B-B7D1-706C2365D9E9}"/>
              </a:ext>
            </a:extLst>
          </p:cNvPr>
          <p:cNvSpPr>
            <a:spLocks noGrp="1"/>
          </p:cNvSpPr>
          <p:nvPr>
            <p:ph type="sldNum" sz="quarter" idx="12"/>
          </p:nvPr>
        </p:nvSpPr>
        <p:spPr/>
        <p:txBody>
          <a:bodyPr/>
          <a:lstStyle/>
          <a:p>
            <a:fld id="{D836C0FE-70CA-4950-82D6-CF602CC2B770}" type="slidenum">
              <a:rPr lang="de-DE" smtClean="0"/>
              <a:t>52</a:t>
            </a:fld>
            <a:endParaRPr lang="de-DE" dirty="0"/>
          </a:p>
        </p:txBody>
      </p:sp>
      <p:sp>
        <p:nvSpPr>
          <p:cNvPr id="3" name="Titel 2">
            <a:extLst>
              <a:ext uri="{FF2B5EF4-FFF2-40B4-BE49-F238E27FC236}">
                <a16:creationId xmlns:a16="http://schemas.microsoft.com/office/drawing/2014/main" id="{C4A535D8-D581-B61A-1F6A-C12F11FB6D51}"/>
              </a:ext>
            </a:extLst>
          </p:cNvPr>
          <p:cNvSpPr>
            <a:spLocks noGrp="1"/>
          </p:cNvSpPr>
          <p:nvPr>
            <p:ph type="title"/>
          </p:nvPr>
        </p:nvSpPr>
        <p:spPr/>
        <p:txBody>
          <a:bodyPr/>
          <a:lstStyle/>
          <a:p>
            <a:r>
              <a:rPr lang="en-GB" dirty="0"/>
              <a:t>3.4 Concept Mappings</a:t>
            </a:r>
          </a:p>
        </p:txBody>
      </p:sp>
      <p:pic>
        <p:nvPicPr>
          <p:cNvPr id="8" name="Inhaltsplatzhalter 7">
            <a:extLst>
              <a:ext uri="{FF2B5EF4-FFF2-40B4-BE49-F238E27FC236}">
                <a16:creationId xmlns:a16="http://schemas.microsoft.com/office/drawing/2014/main" id="{DC7E7A6A-07BE-6012-1A1C-580F58ECC245}"/>
              </a:ext>
            </a:extLst>
          </p:cNvPr>
          <p:cNvPicPr>
            <a:picLocks noGrp="1" noChangeAspect="1"/>
          </p:cNvPicPr>
          <p:nvPr>
            <p:ph idx="1"/>
          </p:nvPr>
        </p:nvPicPr>
        <p:blipFill>
          <a:blip r:embed="rId2"/>
          <a:stretch>
            <a:fillRect/>
          </a:stretch>
        </p:blipFill>
        <p:spPr bwMode="gray">
          <a:xfrm>
            <a:off x="1324052" y="945000"/>
            <a:ext cx="9543896" cy="5306968"/>
          </a:xfrm>
          <a:prstGeom prst="rect">
            <a:avLst/>
          </a:prstGeom>
        </p:spPr>
      </p:pic>
      <p:sp>
        <p:nvSpPr>
          <p:cNvPr id="5" name="Datumsplatzhalter 4">
            <a:extLst>
              <a:ext uri="{FF2B5EF4-FFF2-40B4-BE49-F238E27FC236}">
                <a16:creationId xmlns:a16="http://schemas.microsoft.com/office/drawing/2014/main" id="{3BB83C9B-9FE7-3968-BDD6-C2A890F2DFC7}"/>
              </a:ext>
            </a:extLst>
          </p:cNvPr>
          <p:cNvSpPr>
            <a:spLocks noGrp="1"/>
          </p:cNvSpPr>
          <p:nvPr>
            <p:ph type="dt" sz="half" idx="10"/>
          </p:nvPr>
        </p:nvSpPr>
        <p:spPr/>
        <p:txBody>
          <a:bodyPr/>
          <a:lstStyle/>
          <a:p>
            <a:r>
              <a:rPr lang="de-DE" dirty="0"/>
              <a:t>(Rädiker &amp; Kuckartz, 2020:108)</a:t>
            </a:r>
          </a:p>
        </p:txBody>
      </p:sp>
      <p:sp>
        <p:nvSpPr>
          <p:cNvPr id="6" name="Fußzeilenplatzhalter 5">
            <a:extLst>
              <a:ext uri="{FF2B5EF4-FFF2-40B4-BE49-F238E27FC236}">
                <a16:creationId xmlns:a16="http://schemas.microsoft.com/office/drawing/2014/main" id="{8A116815-D10C-D73B-BC86-F9BFC6314775}"/>
              </a:ext>
            </a:extLst>
          </p:cNvPr>
          <p:cNvSpPr>
            <a:spLocks noGrp="1"/>
          </p:cNvSpPr>
          <p:nvPr>
            <p:ph type="ftr" sz="quarter" idx="11"/>
          </p:nvPr>
        </p:nvSpPr>
        <p:spPr/>
        <p:txBody>
          <a:bodyPr/>
          <a:lstStyle/>
          <a:p>
            <a:r>
              <a:rPr lang="de-DE" dirty="0"/>
              <a:t>KMH</a:t>
            </a:r>
          </a:p>
        </p:txBody>
      </p:sp>
    </p:spTree>
    <p:extLst>
      <p:ext uri="{BB962C8B-B14F-4D97-AF65-F5344CB8AC3E}">
        <p14:creationId xmlns:p14="http://schemas.microsoft.com/office/powerpoint/2010/main" val="56486069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96D980-C928-4DC0-CC37-E5085C1AB229}"/>
            </a:ext>
          </a:extLst>
        </p:cNvPr>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534BCAB1-2714-B139-5C00-C4006B529208}"/>
              </a:ext>
            </a:extLst>
          </p:cNvPr>
          <p:cNvSpPr>
            <a:spLocks noGrp="1"/>
          </p:cNvSpPr>
          <p:nvPr>
            <p:ph type="sldNum" sz="quarter" idx="12"/>
          </p:nvPr>
        </p:nvSpPr>
        <p:spPr/>
        <p:txBody>
          <a:bodyPr/>
          <a:lstStyle/>
          <a:p>
            <a:fld id="{D836C0FE-70CA-4950-82D6-CF602CC2B770}" type="slidenum">
              <a:rPr lang="en-GB" smtClean="0"/>
              <a:t>53</a:t>
            </a:fld>
            <a:endParaRPr lang="en-GB" dirty="0"/>
          </a:p>
        </p:txBody>
      </p:sp>
      <p:sp>
        <p:nvSpPr>
          <p:cNvPr id="3" name="Titel 2">
            <a:extLst>
              <a:ext uri="{FF2B5EF4-FFF2-40B4-BE49-F238E27FC236}">
                <a16:creationId xmlns:a16="http://schemas.microsoft.com/office/drawing/2014/main" id="{5C598282-7655-2AC0-7B39-B02A252A94F6}"/>
              </a:ext>
            </a:extLst>
          </p:cNvPr>
          <p:cNvSpPr>
            <a:spLocks noGrp="1"/>
          </p:cNvSpPr>
          <p:nvPr>
            <p:ph type="title"/>
          </p:nvPr>
        </p:nvSpPr>
        <p:spPr/>
        <p:txBody>
          <a:bodyPr/>
          <a:lstStyle/>
          <a:p>
            <a:r>
              <a:rPr lang="en-GB" dirty="0"/>
              <a:t>One Approach: Thematic Coding (cf. Hopf et al 1995):</a:t>
            </a:r>
          </a:p>
        </p:txBody>
      </p:sp>
      <p:sp>
        <p:nvSpPr>
          <p:cNvPr id="4" name="Inhaltsplatzhalter 3">
            <a:extLst>
              <a:ext uri="{FF2B5EF4-FFF2-40B4-BE49-F238E27FC236}">
                <a16:creationId xmlns:a16="http://schemas.microsoft.com/office/drawing/2014/main" id="{888A9818-8FCB-73DC-61F7-AF0DB5D70318}"/>
              </a:ext>
            </a:extLst>
          </p:cNvPr>
          <p:cNvSpPr>
            <a:spLocks noGrp="1"/>
          </p:cNvSpPr>
          <p:nvPr>
            <p:ph idx="1"/>
          </p:nvPr>
        </p:nvSpPr>
        <p:spPr/>
        <p:txBody>
          <a:bodyPr>
            <a:normAutofit/>
          </a:bodyPr>
          <a:lstStyle/>
          <a:p>
            <a:pPr marL="685800" lvl="1" indent="-342900">
              <a:buFont typeface="+mj-lt"/>
              <a:buAutoNum type="arabicPeriod"/>
            </a:pPr>
            <a:r>
              <a:rPr lang="de-AT" sz="2400" dirty="0"/>
              <a:t>✅ </a:t>
            </a:r>
            <a:r>
              <a:rPr lang="en-GB" sz="2400" dirty="0"/>
              <a:t>Development of </a:t>
            </a:r>
            <a:r>
              <a:rPr lang="en-GB" sz="2400" b="1" dirty="0"/>
              <a:t>evaluation categories</a:t>
            </a:r>
          </a:p>
          <a:p>
            <a:pPr marL="685800" lvl="1" indent="-342900">
              <a:buFont typeface="+mj-lt"/>
              <a:buAutoNum type="arabicPeriod"/>
            </a:pPr>
            <a:r>
              <a:rPr lang="de-AT" sz="2400" dirty="0"/>
              <a:t>✅ </a:t>
            </a:r>
            <a:r>
              <a:rPr lang="en-GB" sz="2400" b="1" dirty="0"/>
              <a:t>Coding</a:t>
            </a:r>
            <a:r>
              <a:rPr lang="en-GB" sz="2400" dirty="0"/>
              <a:t> the material</a:t>
            </a:r>
          </a:p>
          <a:p>
            <a:pPr marL="685800" lvl="1" indent="-342900">
              <a:buFont typeface="+mj-lt"/>
              <a:buAutoNum type="arabicPeriod"/>
            </a:pPr>
            <a:r>
              <a:rPr lang="de-AT" sz="2400" dirty="0"/>
              <a:t>✅ </a:t>
            </a:r>
            <a:r>
              <a:rPr lang="en-GB" sz="2400" dirty="0"/>
              <a:t>Quant. material </a:t>
            </a:r>
            <a:r>
              <a:rPr lang="en-GB" sz="2400" b="1" dirty="0"/>
              <a:t>overview</a:t>
            </a:r>
          </a:p>
          <a:p>
            <a:pPr marL="685800" lvl="1" indent="-342900">
              <a:buFont typeface="+mj-lt"/>
              <a:buAutoNum type="arabicPeriod"/>
            </a:pPr>
            <a:r>
              <a:rPr lang="en-GB" sz="2400" b="1" dirty="0">
                <a:solidFill>
                  <a:schemeClr val="tx2"/>
                </a:solidFill>
              </a:rPr>
              <a:t>Optional: In-depth interpretation of individual cases</a:t>
            </a:r>
          </a:p>
        </p:txBody>
      </p:sp>
      <p:sp>
        <p:nvSpPr>
          <p:cNvPr id="5" name="Datumsplatzhalter 4">
            <a:extLst>
              <a:ext uri="{FF2B5EF4-FFF2-40B4-BE49-F238E27FC236}">
                <a16:creationId xmlns:a16="http://schemas.microsoft.com/office/drawing/2014/main" id="{2BF7AB94-D4E4-E05E-3495-A7E581394CE4}"/>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AA0D7257-EFE9-F145-C936-4E5E68A64FFA}"/>
              </a:ext>
            </a:extLst>
          </p:cNvPr>
          <p:cNvSpPr>
            <a:spLocks noGrp="1"/>
          </p:cNvSpPr>
          <p:nvPr>
            <p:ph type="ftr" sz="quarter" idx="11"/>
          </p:nvPr>
        </p:nvSpPr>
        <p:spPr/>
        <p:txBody>
          <a:bodyPr/>
          <a:lstStyle/>
          <a:p>
            <a:r>
              <a:rPr lang="en-GB" dirty="0"/>
              <a:t>KMH | IL Scientific Method</a:t>
            </a:r>
          </a:p>
        </p:txBody>
      </p:sp>
    </p:spTree>
    <p:extLst>
      <p:ext uri="{BB962C8B-B14F-4D97-AF65-F5344CB8AC3E}">
        <p14:creationId xmlns:p14="http://schemas.microsoft.com/office/powerpoint/2010/main" val="282685752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F7A2C9-A961-0C1A-F3CD-F704CDED1382}"/>
            </a:ext>
          </a:extLst>
        </p:cNvPr>
        <p:cNvGrpSpPr/>
        <p:nvPr/>
      </p:nvGrpSpPr>
      <p:grpSpPr>
        <a:xfrm>
          <a:off x="0" y="0"/>
          <a:ext cx="0" cy="0"/>
          <a:chOff x="0" y="0"/>
          <a:chExt cx="0" cy="0"/>
        </a:xfrm>
      </p:grpSpPr>
      <p:sp>
        <p:nvSpPr>
          <p:cNvPr id="7" name="Titel 6">
            <a:extLst>
              <a:ext uri="{FF2B5EF4-FFF2-40B4-BE49-F238E27FC236}">
                <a16:creationId xmlns:a16="http://schemas.microsoft.com/office/drawing/2014/main" id="{5B6297EF-2DAE-6704-028A-53869A0F9D58}"/>
              </a:ext>
            </a:extLst>
          </p:cNvPr>
          <p:cNvSpPr>
            <a:spLocks noGrp="1"/>
          </p:cNvSpPr>
          <p:nvPr>
            <p:ph type="title"/>
          </p:nvPr>
        </p:nvSpPr>
        <p:spPr/>
        <p:txBody>
          <a:bodyPr/>
          <a:lstStyle/>
          <a:p>
            <a:r>
              <a:rPr lang="en-GB" dirty="0"/>
              <a:t>Some</a:t>
            </a:r>
            <a:br>
              <a:rPr lang="en-GB" dirty="0"/>
            </a:br>
            <a:r>
              <a:rPr lang="en-GB" dirty="0"/>
              <a:t>General Recommendations</a:t>
            </a:r>
          </a:p>
        </p:txBody>
      </p:sp>
      <p:sp>
        <p:nvSpPr>
          <p:cNvPr id="2" name="Foliennummernplatzhalter 1">
            <a:extLst>
              <a:ext uri="{FF2B5EF4-FFF2-40B4-BE49-F238E27FC236}">
                <a16:creationId xmlns:a16="http://schemas.microsoft.com/office/drawing/2014/main" id="{2915B01D-6E4C-9B7D-16F5-8C2285E9CF29}"/>
              </a:ext>
            </a:extLst>
          </p:cNvPr>
          <p:cNvSpPr>
            <a:spLocks noGrp="1"/>
          </p:cNvSpPr>
          <p:nvPr>
            <p:ph type="sldNum" sz="quarter" idx="4294967295"/>
          </p:nvPr>
        </p:nvSpPr>
        <p:spPr>
          <a:xfrm>
            <a:off x="11687175" y="6438900"/>
            <a:ext cx="504825" cy="144463"/>
          </a:xfrm>
        </p:spPr>
        <p:txBody>
          <a:bodyPr/>
          <a:lstStyle/>
          <a:p>
            <a:fld id="{D836C0FE-70CA-4950-82D6-CF602CC2B770}" type="slidenum">
              <a:rPr lang="en-GB" smtClean="0"/>
              <a:t>54</a:t>
            </a:fld>
            <a:endParaRPr lang="en-GB" dirty="0"/>
          </a:p>
        </p:txBody>
      </p:sp>
    </p:spTree>
    <p:extLst>
      <p:ext uri="{BB962C8B-B14F-4D97-AF65-F5344CB8AC3E}">
        <p14:creationId xmlns:p14="http://schemas.microsoft.com/office/powerpoint/2010/main" val="417898261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56A3F39B-7871-4F7E-CA82-C24B12411EC5}"/>
              </a:ext>
            </a:extLst>
          </p:cNvPr>
          <p:cNvSpPr>
            <a:spLocks noGrp="1"/>
          </p:cNvSpPr>
          <p:nvPr>
            <p:ph type="sldNum" sz="quarter" idx="12"/>
          </p:nvPr>
        </p:nvSpPr>
        <p:spPr/>
        <p:txBody>
          <a:bodyPr/>
          <a:lstStyle/>
          <a:p>
            <a:fld id="{D836C0FE-70CA-4950-82D6-CF602CC2B770}" type="slidenum">
              <a:rPr lang="en-GB" smtClean="0"/>
              <a:t>55</a:t>
            </a:fld>
            <a:endParaRPr lang="en-GB" dirty="0"/>
          </a:p>
        </p:txBody>
      </p:sp>
      <p:sp>
        <p:nvSpPr>
          <p:cNvPr id="3" name="Titel 2">
            <a:extLst>
              <a:ext uri="{FF2B5EF4-FFF2-40B4-BE49-F238E27FC236}">
                <a16:creationId xmlns:a16="http://schemas.microsoft.com/office/drawing/2014/main" id="{A2AB48EA-AC42-2651-228F-53F19E1D7DBC}"/>
              </a:ext>
            </a:extLst>
          </p:cNvPr>
          <p:cNvSpPr>
            <a:spLocks noGrp="1"/>
          </p:cNvSpPr>
          <p:nvPr>
            <p:ph type="title"/>
          </p:nvPr>
        </p:nvSpPr>
        <p:spPr/>
        <p:txBody>
          <a:bodyPr/>
          <a:lstStyle/>
          <a:p>
            <a:r>
              <a:rPr lang="en-GB" dirty="0"/>
              <a:t>Some general Recommendations from Rädiker &amp; Kuckartz (2020:110)</a:t>
            </a:r>
          </a:p>
        </p:txBody>
      </p:sp>
      <p:sp>
        <p:nvSpPr>
          <p:cNvPr id="4" name="Inhaltsplatzhalter 3">
            <a:extLst>
              <a:ext uri="{FF2B5EF4-FFF2-40B4-BE49-F238E27FC236}">
                <a16:creationId xmlns:a16="http://schemas.microsoft.com/office/drawing/2014/main" id="{F0841BEE-8DAE-90F3-3D76-9A4F976560F3}"/>
              </a:ext>
            </a:extLst>
          </p:cNvPr>
          <p:cNvSpPr>
            <a:spLocks noGrp="1"/>
          </p:cNvSpPr>
          <p:nvPr>
            <p:ph idx="1"/>
          </p:nvPr>
        </p:nvSpPr>
        <p:spPr>
          <a:xfrm>
            <a:off x="695325" y="1628999"/>
            <a:ext cx="8856676" cy="4535265"/>
          </a:xfrm>
        </p:spPr>
        <p:txBody>
          <a:bodyPr>
            <a:normAutofit/>
          </a:bodyPr>
          <a:lstStyle/>
          <a:p>
            <a:pPr>
              <a:spcAft>
                <a:spcPts val="1800"/>
              </a:spcAft>
            </a:pPr>
            <a:r>
              <a:rPr lang="en-GB" sz="2400" dirty="0"/>
              <a:t>Create an </a:t>
            </a:r>
            <a:r>
              <a:rPr lang="en-GB" sz="2400" b="1" dirty="0"/>
              <a:t>analysis plan including a time schedule </a:t>
            </a:r>
            <a:r>
              <a:rPr lang="en-GB" sz="2400" dirty="0"/>
              <a:t>taking into account the available resources</a:t>
            </a:r>
          </a:p>
          <a:p>
            <a:pPr>
              <a:spcAft>
                <a:spcPts val="1800"/>
              </a:spcAft>
            </a:pPr>
            <a:r>
              <a:rPr lang="en-GB" sz="2400" dirty="0"/>
              <a:t>Analyse the </a:t>
            </a:r>
            <a:r>
              <a:rPr lang="en-GB" sz="2400" b="1" dirty="0"/>
              <a:t>key categories </a:t>
            </a:r>
            <a:r>
              <a:rPr lang="en-GB" sz="2400" dirty="0"/>
              <a:t>in more detail</a:t>
            </a:r>
          </a:p>
          <a:p>
            <a:pPr>
              <a:spcAft>
                <a:spcPts val="1800"/>
              </a:spcAft>
            </a:pPr>
            <a:r>
              <a:rPr lang="en-GB" sz="2400" dirty="0"/>
              <a:t>Highlight </a:t>
            </a:r>
            <a:r>
              <a:rPr lang="en-GB" sz="2400" b="1" dirty="0"/>
              <a:t>important quotes </a:t>
            </a:r>
            <a:r>
              <a:rPr lang="en-GB" sz="2400" dirty="0"/>
              <a:t>from the interviewees for the research report 👉 “Quotes”-Code</a:t>
            </a:r>
          </a:p>
          <a:p>
            <a:pPr>
              <a:spcAft>
                <a:spcPts val="1800"/>
              </a:spcAft>
            </a:pPr>
            <a:r>
              <a:rPr lang="en-GB" sz="2400" dirty="0"/>
              <a:t>Reflect on integrating a </a:t>
            </a:r>
            <a:r>
              <a:rPr lang="en-GB" sz="2400" b="1" dirty="0"/>
              <a:t>case-oriented perspective </a:t>
            </a:r>
            <a:r>
              <a:rPr lang="en-GB" sz="2400" dirty="0"/>
              <a:t>(how? in what way?) and, if  suitable, include it in your analysis</a:t>
            </a:r>
          </a:p>
        </p:txBody>
      </p:sp>
      <p:sp>
        <p:nvSpPr>
          <p:cNvPr id="5" name="Datumsplatzhalter 4">
            <a:extLst>
              <a:ext uri="{FF2B5EF4-FFF2-40B4-BE49-F238E27FC236}">
                <a16:creationId xmlns:a16="http://schemas.microsoft.com/office/drawing/2014/main" id="{EFAD72FA-F84E-A7BA-8E12-A1B6B8DA9AE4}"/>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AE47C850-9C7F-D322-2A76-B766D1DC6894}"/>
              </a:ext>
            </a:extLst>
          </p:cNvPr>
          <p:cNvSpPr>
            <a:spLocks noGrp="1"/>
          </p:cNvSpPr>
          <p:nvPr>
            <p:ph type="ftr" sz="quarter" idx="11"/>
          </p:nvPr>
        </p:nvSpPr>
        <p:spPr/>
        <p:txBody>
          <a:bodyPr/>
          <a:lstStyle/>
          <a:p>
            <a:r>
              <a:rPr lang="en-GB" dirty="0"/>
              <a:t>KMH</a:t>
            </a:r>
          </a:p>
        </p:txBody>
      </p:sp>
    </p:spTree>
    <p:extLst>
      <p:ext uri="{BB962C8B-B14F-4D97-AF65-F5344CB8AC3E}">
        <p14:creationId xmlns:p14="http://schemas.microsoft.com/office/powerpoint/2010/main" val="306893306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2308A9-E189-7A51-3D4E-14000381B7F3}"/>
            </a:ext>
          </a:extLst>
        </p:cNvPr>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6BB6A9A7-0B8E-90A6-D9C4-BF0661956C54}"/>
              </a:ext>
            </a:extLst>
          </p:cNvPr>
          <p:cNvSpPr>
            <a:spLocks noGrp="1"/>
          </p:cNvSpPr>
          <p:nvPr>
            <p:ph type="sldNum" sz="quarter" idx="12"/>
          </p:nvPr>
        </p:nvSpPr>
        <p:spPr/>
        <p:txBody>
          <a:bodyPr/>
          <a:lstStyle/>
          <a:p>
            <a:fld id="{D836C0FE-70CA-4950-82D6-CF602CC2B770}" type="slidenum">
              <a:rPr lang="en-GB" smtClean="0"/>
              <a:t>56</a:t>
            </a:fld>
            <a:endParaRPr lang="en-GB" dirty="0"/>
          </a:p>
        </p:txBody>
      </p:sp>
      <p:sp>
        <p:nvSpPr>
          <p:cNvPr id="3" name="Titel 2">
            <a:extLst>
              <a:ext uri="{FF2B5EF4-FFF2-40B4-BE49-F238E27FC236}">
                <a16:creationId xmlns:a16="http://schemas.microsoft.com/office/drawing/2014/main" id="{658F1DE7-95CE-4855-E90C-9AA50B2A4C2E}"/>
              </a:ext>
            </a:extLst>
          </p:cNvPr>
          <p:cNvSpPr>
            <a:spLocks noGrp="1"/>
          </p:cNvSpPr>
          <p:nvPr>
            <p:ph type="title"/>
          </p:nvPr>
        </p:nvSpPr>
        <p:spPr/>
        <p:txBody>
          <a:bodyPr/>
          <a:lstStyle/>
          <a:p>
            <a:r>
              <a:rPr lang="en-GB" dirty="0"/>
              <a:t>Some general Recommendations from Rädiker &amp; Kuckartz (2020:110)</a:t>
            </a:r>
          </a:p>
        </p:txBody>
      </p:sp>
      <p:sp>
        <p:nvSpPr>
          <p:cNvPr id="4" name="Inhaltsplatzhalter 3">
            <a:extLst>
              <a:ext uri="{FF2B5EF4-FFF2-40B4-BE49-F238E27FC236}">
                <a16:creationId xmlns:a16="http://schemas.microsoft.com/office/drawing/2014/main" id="{2C2E31C3-80FD-AA31-EB6B-8157392C0129}"/>
              </a:ext>
            </a:extLst>
          </p:cNvPr>
          <p:cNvSpPr>
            <a:spLocks noGrp="1"/>
          </p:cNvSpPr>
          <p:nvPr>
            <p:ph idx="1"/>
          </p:nvPr>
        </p:nvSpPr>
        <p:spPr/>
        <p:txBody>
          <a:bodyPr>
            <a:normAutofit fontScale="92500" lnSpcReduction="10000"/>
          </a:bodyPr>
          <a:lstStyle/>
          <a:p>
            <a:pPr marL="0" indent="0">
              <a:buNone/>
            </a:pPr>
            <a:r>
              <a:rPr lang="en-GB" sz="2800" b="1" dirty="0"/>
              <a:t>Optional Elements:</a:t>
            </a:r>
          </a:p>
          <a:p>
            <a:r>
              <a:rPr lang="en-GB" sz="2800" b="1" dirty="0"/>
              <a:t>Compare</a:t>
            </a:r>
            <a:r>
              <a:rPr lang="en-GB" sz="2800" dirty="0"/>
              <a:t> selected interviews with each other</a:t>
            </a:r>
          </a:p>
          <a:p>
            <a:r>
              <a:rPr lang="en-GB" sz="2800" b="1" dirty="0"/>
              <a:t>Compare groups </a:t>
            </a:r>
            <a:r>
              <a:rPr lang="en-GB" sz="2800" dirty="0"/>
              <a:t>which have been created on the basis of </a:t>
            </a:r>
            <a:r>
              <a:rPr lang="en-GB" sz="2800" b="1" dirty="0"/>
              <a:t>sociodemographic and  background variables</a:t>
            </a:r>
            <a:r>
              <a:rPr lang="en-GB" sz="2800" b="1" dirty="0">
                <a:solidFill>
                  <a:schemeClr val="tx2"/>
                </a:solidFill>
              </a:rPr>
              <a:t> 👉 Document Variables</a:t>
            </a:r>
            <a:endParaRPr lang="en-GB" sz="2800" dirty="0">
              <a:solidFill>
                <a:schemeClr val="tx2"/>
              </a:solidFill>
            </a:endParaRPr>
          </a:p>
          <a:p>
            <a:r>
              <a:rPr lang="en-GB" sz="2800" dirty="0"/>
              <a:t>Include </a:t>
            </a:r>
            <a:r>
              <a:rPr lang="en-GB" sz="2800" b="1" dirty="0"/>
              <a:t>linguistic aspects </a:t>
            </a:r>
            <a:r>
              <a:rPr lang="en-GB" sz="2800" dirty="0"/>
              <a:t>in the  analysis:</a:t>
            </a:r>
          </a:p>
          <a:p>
            <a:pPr lvl="1"/>
            <a:r>
              <a:rPr lang="en-GB" sz="2800" dirty="0"/>
              <a:t>metaphors, certain words, and phrases, etc. </a:t>
            </a:r>
          </a:p>
          <a:p>
            <a:r>
              <a:rPr lang="en-GB" sz="2800" dirty="0"/>
              <a:t>Use </a:t>
            </a:r>
            <a:r>
              <a:rPr lang="en-GB" sz="2800" b="1" dirty="0"/>
              <a:t>visualizations</a:t>
            </a:r>
            <a:r>
              <a:rPr lang="en-GB" sz="2800" dirty="0"/>
              <a:t>, which are suitable for the presentation of the findings</a:t>
            </a:r>
          </a:p>
          <a:p>
            <a:pPr lvl="1"/>
            <a:r>
              <a:rPr lang="en-GB" sz="2800" dirty="0"/>
              <a:t>Create concept maps</a:t>
            </a:r>
          </a:p>
        </p:txBody>
      </p:sp>
      <p:sp>
        <p:nvSpPr>
          <p:cNvPr id="5" name="Datumsplatzhalter 4">
            <a:extLst>
              <a:ext uri="{FF2B5EF4-FFF2-40B4-BE49-F238E27FC236}">
                <a16:creationId xmlns:a16="http://schemas.microsoft.com/office/drawing/2014/main" id="{F5A243BA-9E9A-029D-FD64-66FCFFE08F5B}"/>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11740571-82B3-896C-4DB8-7645FEE572BC}"/>
              </a:ext>
            </a:extLst>
          </p:cNvPr>
          <p:cNvSpPr>
            <a:spLocks noGrp="1"/>
          </p:cNvSpPr>
          <p:nvPr>
            <p:ph type="ftr" sz="quarter" idx="11"/>
          </p:nvPr>
        </p:nvSpPr>
        <p:spPr/>
        <p:txBody>
          <a:bodyPr/>
          <a:lstStyle/>
          <a:p>
            <a:r>
              <a:rPr lang="en-GB" dirty="0"/>
              <a:t>KMH</a:t>
            </a:r>
          </a:p>
        </p:txBody>
      </p:sp>
    </p:spTree>
    <p:extLst>
      <p:ext uri="{BB962C8B-B14F-4D97-AF65-F5344CB8AC3E}">
        <p14:creationId xmlns:p14="http://schemas.microsoft.com/office/powerpoint/2010/main" val="151872010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433EBFB2-E66E-116E-DAF0-A91255608B7B}"/>
              </a:ext>
            </a:extLst>
          </p:cNvPr>
          <p:cNvSpPr>
            <a:spLocks noGrp="1"/>
          </p:cNvSpPr>
          <p:nvPr>
            <p:ph type="sldNum" sz="quarter" idx="12"/>
          </p:nvPr>
        </p:nvSpPr>
        <p:spPr/>
        <p:txBody>
          <a:bodyPr/>
          <a:lstStyle/>
          <a:p>
            <a:fld id="{D836C0FE-70CA-4950-82D6-CF602CC2B770}" type="slidenum">
              <a:rPr lang="de-DE" smtClean="0"/>
              <a:t>57</a:t>
            </a:fld>
            <a:endParaRPr lang="de-DE" dirty="0"/>
          </a:p>
        </p:txBody>
      </p:sp>
      <p:sp>
        <p:nvSpPr>
          <p:cNvPr id="3" name="Titel 2">
            <a:extLst>
              <a:ext uri="{FF2B5EF4-FFF2-40B4-BE49-F238E27FC236}">
                <a16:creationId xmlns:a16="http://schemas.microsoft.com/office/drawing/2014/main" id="{1198A0A4-33EF-AD1C-7DC3-9B4BBAB927A2}"/>
              </a:ext>
            </a:extLst>
          </p:cNvPr>
          <p:cNvSpPr>
            <a:spLocks noGrp="1"/>
          </p:cNvSpPr>
          <p:nvPr>
            <p:ph type="title"/>
          </p:nvPr>
        </p:nvSpPr>
        <p:spPr>
          <a:xfrm>
            <a:off x="695326" y="549000"/>
            <a:ext cx="10008674" cy="792000"/>
          </a:xfrm>
        </p:spPr>
        <p:txBody>
          <a:bodyPr/>
          <a:lstStyle/>
          <a:p>
            <a:r>
              <a:rPr lang="en-GB" dirty="0"/>
              <a:t>Train Transforming Questions into Categories and Sub-Codes</a:t>
            </a:r>
          </a:p>
        </p:txBody>
      </p:sp>
      <p:pic>
        <p:nvPicPr>
          <p:cNvPr id="8" name="Inhaltsplatzhalter 7">
            <a:hlinkClick r:id="rId2"/>
            <a:extLst>
              <a:ext uri="{FF2B5EF4-FFF2-40B4-BE49-F238E27FC236}">
                <a16:creationId xmlns:a16="http://schemas.microsoft.com/office/drawing/2014/main" id="{C7B062E2-C160-AF16-E54A-C881F67A1ADB}"/>
              </a:ext>
            </a:extLst>
          </p:cNvPr>
          <p:cNvPicPr>
            <a:picLocks noGrp="1" noChangeAspect="1"/>
          </p:cNvPicPr>
          <p:nvPr>
            <p:ph idx="1"/>
          </p:nvPr>
        </p:nvPicPr>
        <p:blipFill>
          <a:blip r:embed="rId3"/>
          <a:stretch>
            <a:fillRect/>
          </a:stretch>
        </p:blipFill>
        <p:spPr bwMode="gray">
          <a:xfrm>
            <a:off x="2392359" y="1444212"/>
            <a:ext cx="7407282" cy="4176122"/>
          </a:xfrm>
          <a:prstGeom prst="rect">
            <a:avLst/>
          </a:prstGeom>
        </p:spPr>
      </p:pic>
      <p:sp>
        <p:nvSpPr>
          <p:cNvPr id="5" name="Datumsplatzhalter 4">
            <a:extLst>
              <a:ext uri="{FF2B5EF4-FFF2-40B4-BE49-F238E27FC236}">
                <a16:creationId xmlns:a16="http://schemas.microsoft.com/office/drawing/2014/main" id="{89D72A7A-5182-689E-3BC8-173C6A097104}"/>
              </a:ext>
            </a:extLst>
          </p:cNvPr>
          <p:cNvSpPr>
            <a:spLocks noGrp="1"/>
          </p:cNvSpPr>
          <p:nvPr>
            <p:ph type="dt" sz="half" idx="10"/>
          </p:nvPr>
        </p:nvSpPr>
        <p:spPr/>
        <p:txBody>
          <a:bodyPr/>
          <a:lstStyle/>
          <a:p>
            <a:endParaRPr lang="de-DE" dirty="0"/>
          </a:p>
        </p:txBody>
      </p:sp>
      <p:sp>
        <p:nvSpPr>
          <p:cNvPr id="6" name="Fußzeilenplatzhalter 5">
            <a:extLst>
              <a:ext uri="{FF2B5EF4-FFF2-40B4-BE49-F238E27FC236}">
                <a16:creationId xmlns:a16="http://schemas.microsoft.com/office/drawing/2014/main" id="{C4E2616F-EE09-2F3F-E435-D1361F4B813F}"/>
              </a:ext>
            </a:extLst>
          </p:cNvPr>
          <p:cNvSpPr>
            <a:spLocks noGrp="1"/>
          </p:cNvSpPr>
          <p:nvPr>
            <p:ph type="ftr" sz="quarter" idx="11"/>
          </p:nvPr>
        </p:nvSpPr>
        <p:spPr/>
        <p:txBody>
          <a:bodyPr/>
          <a:lstStyle/>
          <a:p>
            <a:r>
              <a:rPr lang="de-DE" dirty="0"/>
              <a:t>KMH</a:t>
            </a:r>
          </a:p>
        </p:txBody>
      </p:sp>
      <p:sp>
        <p:nvSpPr>
          <p:cNvPr id="10" name="Textfeld 9">
            <a:extLst>
              <a:ext uri="{FF2B5EF4-FFF2-40B4-BE49-F238E27FC236}">
                <a16:creationId xmlns:a16="http://schemas.microsoft.com/office/drawing/2014/main" id="{16AA698C-1A2D-FFE7-AE06-F61E6FF7BFCE}"/>
              </a:ext>
            </a:extLst>
          </p:cNvPr>
          <p:cNvSpPr txBox="1"/>
          <p:nvPr/>
        </p:nvSpPr>
        <p:spPr>
          <a:xfrm>
            <a:off x="3144000" y="5651668"/>
            <a:ext cx="6181724" cy="369332"/>
          </a:xfrm>
          <a:prstGeom prst="rect">
            <a:avLst/>
          </a:prstGeom>
          <a:noFill/>
        </p:spPr>
        <p:txBody>
          <a:bodyPr wrap="square">
            <a:spAutoFit/>
          </a:bodyPr>
          <a:lstStyle/>
          <a:p>
            <a:r>
              <a:rPr lang="de-AT" dirty="0">
                <a:hlinkClick r:id="rId2"/>
              </a:rPr>
              <a:t>How to Analyze Qualitative Data in MAXQDA: Complete Tutorial</a:t>
            </a:r>
            <a:endParaRPr lang="en-GB" dirty="0"/>
          </a:p>
        </p:txBody>
      </p:sp>
    </p:spTree>
    <p:extLst>
      <p:ext uri="{BB962C8B-B14F-4D97-AF65-F5344CB8AC3E}">
        <p14:creationId xmlns:p14="http://schemas.microsoft.com/office/powerpoint/2010/main" val="52947842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3075CD-9017-CFE2-0EEB-F6444C979EB2}"/>
            </a:ext>
          </a:extLst>
        </p:cNvPr>
        <p:cNvGrpSpPr/>
        <p:nvPr/>
      </p:nvGrpSpPr>
      <p:grpSpPr>
        <a:xfrm>
          <a:off x="0" y="0"/>
          <a:ext cx="0" cy="0"/>
          <a:chOff x="0" y="0"/>
          <a:chExt cx="0" cy="0"/>
        </a:xfrm>
      </p:grpSpPr>
      <p:sp>
        <p:nvSpPr>
          <p:cNvPr id="7" name="Titel 6">
            <a:extLst>
              <a:ext uri="{FF2B5EF4-FFF2-40B4-BE49-F238E27FC236}">
                <a16:creationId xmlns:a16="http://schemas.microsoft.com/office/drawing/2014/main" id="{12705505-0ACB-0FD4-C972-F46AFAAB8EAC}"/>
              </a:ext>
            </a:extLst>
          </p:cNvPr>
          <p:cNvSpPr>
            <a:spLocks noGrp="1"/>
          </p:cNvSpPr>
          <p:nvPr>
            <p:ph type="title"/>
          </p:nvPr>
        </p:nvSpPr>
        <p:spPr/>
        <p:txBody>
          <a:bodyPr/>
          <a:lstStyle/>
          <a:p>
            <a:r>
              <a:rPr lang="en-GB" dirty="0"/>
              <a:t>Can’t this AI Thing do this </a:t>
            </a:r>
            <a:r>
              <a:rPr lang="en-GB"/>
              <a:t>for Me</a:t>
            </a:r>
            <a:r>
              <a:rPr lang="en-GB" dirty="0"/>
              <a:t>?</a:t>
            </a:r>
          </a:p>
        </p:txBody>
      </p:sp>
      <p:sp>
        <p:nvSpPr>
          <p:cNvPr id="2" name="Foliennummernplatzhalter 1">
            <a:extLst>
              <a:ext uri="{FF2B5EF4-FFF2-40B4-BE49-F238E27FC236}">
                <a16:creationId xmlns:a16="http://schemas.microsoft.com/office/drawing/2014/main" id="{307AAD4D-FD1F-D712-2299-A944C716639D}"/>
              </a:ext>
            </a:extLst>
          </p:cNvPr>
          <p:cNvSpPr>
            <a:spLocks noGrp="1"/>
          </p:cNvSpPr>
          <p:nvPr>
            <p:ph type="sldNum" sz="quarter" idx="4294967295"/>
          </p:nvPr>
        </p:nvSpPr>
        <p:spPr>
          <a:xfrm>
            <a:off x="11687175" y="6438900"/>
            <a:ext cx="504825" cy="144463"/>
          </a:xfrm>
        </p:spPr>
        <p:txBody>
          <a:bodyPr/>
          <a:lstStyle/>
          <a:p>
            <a:fld id="{D836C0FE-70CA-4950-82D6-CF602CC2B770}" type="slidenum">
              <a:rPr lang="en-GB" smtClean="0"/>
              <a:t>58</a:t>
            </a:fld>
            <a:endParaRPr lang="en-GB" dirty="0"/>
          </a:p>
        </p:txBody>
      </p:sp>
    </p:spTree>
    <p:extLst>
      <p:ext uri="{BB962C8B-B14F-4D97-AF65-F5344CB8AC3E}">
        <p14:creationId xmlns:p14="http://schemas.microsoft.com/office/powerpoint/2010/main" val="125423274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6E4E6-7037-1AA0-61A7-76C663CB3622}"/>
            </a:ext>
          </a:extLst>
        </p:cNvPr>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CB0F3421-0CCC-3DFC-3B48-1C974BF97D8A}"/>
              </a:ext>
            </a:extLst>
          </p:cNvPr>
          <p:cNvSpPr>
            <a:spLocks noGrp="1"/>
          </p:cNvSpPr>
          <p:nvPr>
            <p:ph type="sldNum" sz="quarter" idx="12"/>
          </p:nvPr>
        </p:nvSpPr>
        <p:spPr/>
        <p:txBody>
          <a:bodyPr/>
          <a:lstStyle/>
          <a:p>
            <a:fld id="{D836C0FE-70CA-4950-82D6-CF602CC2B770}" type="slidenum">
              <a:rPr lang="en-GB" smtClean="0"/>
              <a:t>59</a:t>
            </a:fld>
            <a:endParaRPr lang="en-GB" dirty="0"/>
          </a:p>
        </p:txBody>
      </p:sp>
      <p:sp>
        <p:nvSpPr>
          <p:cNvPr id="3" name="Titel 2">
            <a:extLst>
              <a:ext uri="{FF2B5EF4-FFF2-40B4-BE49-F238E27FC236}">
                <a16:creationId xmlns:a16="http://schemas.microsoft.com/office/drawing/2014/main" id="{B0C00335-9D55-2C3C-5C7C-64F8550153E2}"/>
              </a:ext>
            </a:extLst>
          </p:cNvPr>
          <p:cNvSpPr>
            <a:spLocks noGrp="1"/>
          </p:cNvSpPr>
          <p:nvPr>
            <p:ph type="title"/>
          </p:nvPr>
        </p:nvSpPr>
        <p:spPr/>
        <p:txBody>
          <a:bodyPr/>
          <a:lstStyle/>
          <a:p>
            <a:r>
              <a:rPr lang="en-GB" dirty="0"/>
              <a:t>Yes, to a Degree</a:t>
            </a:r>
          </a:p>
        </p:txBody>
      </p:sp>
      <p:sp>
        <p:nvSpPr>
          <p:cNvPr id="5" name="Datumsplatzhalter 4">
            <a:extLst>
              <a:ext uri="{FF2B5EF4-FFF2-40B4-BE49-F238E27FC236}">
                <a16:creationId xmlns:a16="http://schemas.microsoft.com/office/drawing/2014/main" id="{7BFC0ED1-B644-09AF-BAA6-AE539D21AD77}"/>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7ABE46F0-1482-01D5-8811-9486C7931E53}"/>
              </a:ext>
            </a:extLst>
          </p:cNvPr>
          <p:cNvSpPr>
            <a:spLocks noGrp="1"/>
          </p:cNvSpPr>
          <p:nvPr>
            <p:ph type="ftr" sz="quarter" idx="11"/>
          </p:nvPr>
        </p:nvSpPr>
        <p:spPr/>
        <p:txBody>
          <a:bodyPr/>
          <a:lstStyle/>
          <a:p>
            <a:r>
              <a:rPr lang="en-GB" dirty="0"/>
              <a:t>KMH</a:t>
            </a:r>
          </a:p>
        </p:txBody>
      </p:sp>
      <p:pic>
        <p:nvPicPr>
          <p:cNvPr id="14" name="Inhaltsplatzhalter 13">
            <a:hlinkClick r:id="rId2"/>
            <a:extLst>
              <a:ext uri="{FF2B5EF4-FFF2-40B4-BE49-F238E27FC236}">
                <a16:creationId xmlns:a16="http://schemas.microsoft.com/office/drawing/2014/main" id="{12C64084-02A0-9381-47C4-95E5D5C8DEF1}"/>
              </a:ext>
            </a:extLst>
          </p:cNvPr>
          <p:cNvPicPr>
            <a:picLocks noGrp="1" noChangeAspect="1"/>
          </p:cNvPicPr>
          <p:nvPr>
            <p:ph idx="1"/>
          </p:nvPr>
        </p:nvPicPr>
        <p:blipFill>
          <a:blip r:embed="rId3"/>
          <a:stretch>
            <a:fillRect/>
          </a:stretch>
        </p:blipFill>
        <p:spPr bwMode="gray">
          <a:xfrm rot="21129739">
            <a:off x="983846" y="1492173"/>
            <a:ext cx="4436890" cy="4535488"/>
          </a:xfrm>
          <a:prstGeom prst="rect">
            <a:avLst/>
          </a:prstGeom>
          <a:ln w="6350">
            <a:solidFill>
              <a:schemeClr val="tx1"/>
            </a:solidFill>
          </a:ln>
          <a:effectLst>
            <a:outerShdw blurRad="254000" dist="107763" dir="2699994" algn="tl">
              <a:prstClr val="black">
                <a:alpha val="40000"/>
              </a:prstClr>
            </a:outerShdw>
          </a:effectLst>
        </p:spPr>
      </p:pic>
      <p:pic>
        <p:nvPicPr>
          <p:cNvPr id="16" name="Grafik 15">
            <a:hlinkClick r:id="rId4"/>
            <a:extLst>
              <a:ext uri="{FF2B5EF4-FFF2-40B4-BE49-F238E27FC236}">
                <a16:creationId xmlns:a16="http://schemas.microsoft.com/office/drawing/2014/main" id="{D8633FAE-1245-A7B5-8DE4-CBD4EB8D91A2}"/>
              </a:ext>
            </a:extLst>
          </p:cNvPr>
          <p:cNvPicPr>
            <a:picLocks noChangeAspect="1"/>
          </p:cNvPicPr>
          <p:nvPr/>
        </p:nvPicPr>
        <p:blipFill>
          <a:blip r:embed="rId5"/>
          <a:stretch>
            <a:fillRect/>
          </a:stretch>
        </p:blipFill>
        <p:spPr>
          <a:xfrm rot="406710">
            <a:off x="6317792" y="743576"/>
            <a:ext cx="6440097" cy="5457933"/>
          </a:xfrm>
          <a:prstGeom prst="rect">
            <a:avLst/>
          </a:prstGeom>
          <a:ln w="6350">
            <a:solidFill>
              <a:schemeClr val="tx1"/>
            </a:solidFill>
          </a:ln>
          <a:effectLst>
            <a:outerShdw blurRad="254000" dist="107763" dir="2699994" algn="tl">
              <a:prstClr val="black">
                <a:alpha val="40000"/>
              </a:prstClr>
            </a:outerShdw>
          </a:effectLst>
        </p:spPr>
      </p:pic>
      <p:pic>
        <p:nvPicPr>
          <p:cNvPr id="2050" name="Picture 2">
            <a:hlinkClick r:id="rId6"/>
            <a:extLst>
              <a:ext uri="{FF2B5EF4-FFF2-40B4-BE49-F238E27FC236}">
                <a16:creationId xmlns:a16="http://schemas.microsoft.com/office/drawing/2014/main" id="{CCF20268-7C24-AC99-64A9-624C557571B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21230817">
            <a:off x="4490320" y="3014018"/>
            <a:ext cx="3253234" cy="4627725"/>
          </a:xfrm>
          <a:prstGeom prst="rect">
            <a:avLst/>
          </a:prstGeom>
          <a:noFill/>
          <a:ln w="6350">
            <a:solidFill>
              <a:schemeClr val="tx1"/>
            </a:solidFill>
          </a:ln>
          <a:effectLst>
            <a:outerShdw blurRad="254000" dist="107763" dir="2699994" algn="tl">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607574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918E5A-DB7D-214B-698D-9509C54C6F16}"/>
            </a:ext>
          </a:extLst>
        </p:cNvPr>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F2FE7B9F-E2BA-9E79-2730-8A3C703DFF0A}"/>
              </a:ext>
            </a:extLst>
          </p:cNvPr>
          <p:cNvSpPr>
            <a:spLocks noGrp="1"/>
          </p:cNvSpPr>
          <p:nvPr>
            <p:ph type="sldNum" sz="quarter" idx="12"/>
          </p:nvPr>
        </p:nvSpPr>
        <p:spPr/>
        <p:txBody>
          <a:bodyPr/>
          <a:lstStyle/>
          <a:p>
            <a:fld id="{D836C0FE-70CA-4950-82D6-CF602CC2B770}" type="slidenum">
              <a:rPr lang="en-GB" smtClean="0"/>
              <a:t>60</a:t>
            </a:fld>
            <a:endParaRPr lang="en-GB" dirty="0"/>
          </a:p>
        </p:txBody>
      </p:sp>
      <p:sp>
        <p:nvSpPr>
          <p:cNvPr id="3" name="Titel 2">
            <a:extLst>
              <a:ext uri="{FF2B5EF4-FFF2-40B4-BE49-F238E27FC236}">
                <a16:creationId xmlns:a16="http://schemas.microsoft.com/office/drawing/2014/main" id="{489C8FF6-ECA3-FE7B-6D26-44F0E68C78E5}"/>
              </a:ext>
            </a:extLst>
          </p:cNvPr>
          <p:cNvSpPr>
            <a:spLocks noGrp="1"/>
          </p:cNvSpPr>
          <p:nvPr>
            <p:ph type="title"/>
          </p:nvPr>
        </p:nvSpPr>
        <p:spPr/>
        <p:txBody>
          <a:bodyPr/>
          <a:lstStyle/>
          <a:p>
            <a:r>
              <a:rPr lang="en-GB" dirty="0"/>
              <a:t>Yes, to a Degree</a:t>
            </a:r>
          </a:p>
        </p:txBody>
      </p:sp>
      <p:sp>
        <p:nvSpPr>
          <p:cNvPr id="5" name="Datumsplatzhalter 4">
            <a:extLst>
              <a:ext uri="{FF2B5EF4-FFF2-40B4-BE49-F238E27FC236}">
                <a16:creationId xmlns:a16="http://schemas.microsoft.com/office/drawing/2014/main" id="{A322D303-C22E-EB03-27EC-9B07CB295E2A}"/>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69B9AF6E-EC04-AA80-4B21-341F568FD4F5}"/>
              </a:ext>
            </a:extLst>
          </p:cNvPr>
          <p:cNvSpPr>
            <a:spLocks noGrp="1"/>
          </p:cNvSpPr>
          <p:nvPr>
            <p:ph type="ftr" sz="quarter" idx="11"/>
          </p:nvPr>
        </p:nvSpPr>
        <p:spPr/>
        <p:txBody>
          <a:bodyPr/>
          <a:lstStyle/>
          <a:p>
            <a:r>
              <a:rPr lang="en-GB" dirty="0"/>
              <a:t>KMH</a:t>
            </a:r>
          </a:p>
        </p:txBody>
      </p:sp>
      <p:pic>
        <p:nvPicPr>
          <p:cNvPr id="9" name="Inhaltsplatzhalter 8">
            <a:hlinkClick r:id="rId2"/>
            <a:extLst>
              <a:ext uri="{FF2B5EF4-FFF2-40B4-BE49-F238E27FC236}">
                <a16:creationId xmlns:a16="http://schemas.microsoft.com/office/drawing/2014/main" id="{DA460D6C-17D8-DC89-87AA-2859F6633F3B}"/>
              </a:ext>
            </a:extLst>
          </p:cNvPr>
          <p:cNvPicPr>
            <a:picLocks noGrp="1" noChangeAspect="1"/>
          </p:cNvPicPr>
          <p:nvPr>
            <p:ph idx="1"/>
          </p:nvPr>
        </p:nvPicPr>
        <p:blipFill>
          <a:blip r:embed="rId3"/>
          <a:stretch>
            <a:fillRect/>
          </a:stretch>
        </p:blipFill>
        <p:spPr>
          <a:xfrm>
            <a:off x="2371980" y="1125000"/>
            <a:ext cx="7251446" cy="5111038"/>
          </a:xfrm>
          <a:prstGeom prst="rect">
            <a:avLst/>
          </a:prstGeom>
          <a:ln w="6350">
            <a:solidFill>
              <a:schemeClr val="tx1"/>
            </a:solidFill>
          </a:ln>
          <a:effectLst>
            <a:outerShdw blurRad="254000" dist="107763" dir="2699994" algn="tl">
              <a:prstClr val="black">
                <a:alpha val="40000"/>
              </a:prstClr>
            </a:outerShdw>
          </a:effectLst>
        </p:spPr>
      </p:pic>
    </p:spTree>
    <p:extLst>
      <p:ext uri="{BB962C8B-B14F-4D97-AF65-F5344CB8AC3E}">
        <p14:creationId xmlns:p14="http://schemas.microsoft.com/office/powerpoint/2010/main" val="318982091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F2584989-A256-D7E6-D184-480AB1E87B35}"/>
              </a:ext>
            </a:extLst>
          </p:cNvPr>
          <p:cNvSpPr>
            <a:spLocks noGrp="1"/>
          </p:cNvSpPr>
          <p:nvPr>
            <p:ph type="sldNum" sz="quarter" idx="12"/>
          </p:nvPr>
        </p:nvSpPr>
        <p:spPr/>
        <p:txBody>
          <a:bodyPr/>
          <a:lstStyle/>
          <a:p>
            <a:fld id="{D836C0FE-70CA-4950-82D6-CF602CC2B770}" type="slidenum">
              <a:rPr lang="en-GB" smtClean="0"/>
              <a:t>61</a:t>
            </a:fld>
            <a:endParaRPr lang="en-GB" dirty="0"/>
          </a:p>
        </p:txBody>
      </p:sp>
      <p:sp>
        <p:nvSpPr>
          <p:cNvPr id="3" name="Titel 2">
            <a:extLst>
              <a:ext uri="{FF2B5EF4-FFF2-40B4-BE49-F238E27FC236}">
                <a16:creationId xmlns:a16="http://schemas.microsoft.com/office/drawing/2014/main" id="{7E45F3FA-EE8E-5D20-3DF9-76358289B439}"/>
              </a:ext>
            </a:extLst>
          </p:cNvPr>
          <p:cNvSpPr>
            <a:spLocks noGrp="1"/>
          </p:cNvSpPr>
          <p:nvPr>
            <p:ph type="title"/>
          </p:nvPr>
        </p:nvSpPr>
        <p:spPr>
          <a:xfrm>
            <a:off x="695326" y="548768"/>
            <a:ext cx="9865170" cy="792000"/>
          </a:xfrm>
        </p:spPr>
        <p:txBody>
          <a:bodyPr/>
          <a:lstStyle/>
          <a:p>
            <a:r>
              <a:rPr lang="en-GB" dirty="0"/>
              <a:t>Always Remember:</a:t>
            </a:r>
            <a:br>
              <a:rPr lang="en-GB" dirty="0"/>
            </a:br>
            <a:r>
              <a:rPr lang="en-GB" dirty="0"/>
              <a:t>Quality Criteria in Science</a:t>
            </a:r>
          </a:p>
        </p:txBody>
      </p:sp>
      <p:graphicFrame>
        <p:nvGraphicFramePr>
          <p:cNvPr id="8" name="Inhaltsplatzhalter 7">
            <a:extLst>
              <a:ext uri="{FF2B5EF4-FFF2-40B4-BE49-F238E27FC236}">
                <a16:creationId xmlns:a16="http://schemas.microsoft.com/office/drawing/2014/main" id="{58DA022E-0E99-FFA3-012E-49DE3F9AEE79}"/>
              </a:ext>
            </a:extLst>
          </p:cNvPr>
          <p:cNvGraphicFramePr>
            <a:graphicFrameLocks noGrp="1"/>
          </p:cNvGraphicFramePr>
          <p:nvPr>
            <p:ph idx="1"/>
          </p:nvPr>
        </p:nvGraphicFramePr>
        <p:xfrm>
          <a:off x="2783632" y="692696"/>
          <a:ext cx="9505056" cy="53147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Datumsplatzhalter 4">
            <a:extLst>
              <a:ext uri="{FF2B5EF4-FFF2-40B4-BE49-F238E27FC236}">
                <a16:creationId xmlns:a16="http://schemas.microsoft.com/office/drawing/2014/main" id="{2CA6C759-017A-F8B7-6441-C2E5B0E24E40}"/>
              </a:ext>
            </a:extLst>
          </p:cNvPr>
          <p:cNvSpPr>
            <a:spLocks noGrp="1"/>
          </p:cNvSpPr>
          <p:nvPr>
            <p:ph type="dt" sz="half" idx="10"/>
          </p:nvPr>
        </p:nvSpPr>
        <p:spPr>
          <a:xfrm>
            <a:off x="5663952" y="6439500"/>
            <a:ext cx="3672000" cy="144000"/>
          </a:xfrm>
        </p:spPr>
        <p:txBody>
          <a:bodyPr/>
          <a:lstStyle/>
          <a:p>
            <a:r>
              <a:rPr lang="en-GB" dirty="0"/>
              <a:t>( cf. Balzert et al. 2008:8ff.)</a:t>
            </a:r>
          </a:p>
        </p:txBody>
      </p:sp>
      <p:sp>
        <p:nvSpPr>
          <p:cNvPr id="6" name="Fußzeilenplatzhalter 5">
            <a:extLst>
              <a:ext uri="{FF2B5EF4-FFF2-40B4-BE49-F238E27FC236}">
                <a16:creationId xmlns:a16="http://schemas.microsoft.com/office/drawing/2014/main" id="{5CFD77C1-FEAC-1058-4716-DD7AA0BF4B1E}"/>
              </a:ext>
            </a:extLst>
          </p:cNvPr>
          <p:cNvSpPr>
            <a:spLocks noGrp="1"/>
          </p:cNvSpPr>
          <p:nvPr>
            <p:ph type="ftr" sz="quarter" idx="11"/>
          </p:nvPr>
        </p:nvSpPr>
        <p:spPr/>
        <p:txBody>
          <a:bodyPr/>
          <a:lstStyle/>
          <a:p>
            <a:r>
              <a:rPr lang="en-GB" dirty="0"/>
              <a:t>KMH | IL Scientific Method</a:t>
            </a:r>
          </a:p>
        </p:txBody>
      </p:sp>
    </p:spTree>
    <p:extLst>
      <p:ext uri="{BB962C8B-B14F-4D97-AF65-F5344CB8AC3E}">
        <p14:creationId xmlns:p14="http://schemas.microsoft.com/office/powerpoint/2010/main" val="270498794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8D4773-EA40-40AF-D1C8-60AF9E8B20DA}"/>
            </a:ext>
          </a:extLst>
        </p:cNvPr>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BEC2E100-EC40-DCF2-F8DE-3AF72804459C}"/>
              </a:ext>
            </a:extLst>
          </p:cNvPr>
          <p:cNvSpPr>
            <a:spLocks noGrp="1"/>
          </p:cNvSpPr>
          <p:nvPr>
            <p:ph type="sldNum" sz="quarter" idx="12"/>
          </p:nvPr>
        </p:nvSpPr>
        <p:spPr/>
        <p:txBody>
          <a:bodyPr/>
          <a:lstStyle/>
          <a:p>
            <a:fld id="{D836C0FE-70CA-4950-82D6-CF602CC2B770}" type="slidenum">
              <a:rPr lang="en-GB" smtClean="0"/>
              <a:t>62</a:t>
            </a:fld>
            <a:endParaRPr lang="en-GB" dirty="0"/>
          </a:p>
        </p:txBody>
      </p:sp>
      <p:sp>
        <p:nvSpPr>
          <p:cNvPr id="3" name="Titel 2">
            <a:extLst>
              <a:ext uri="{FF2B5EF4-FFF2-40B4-BE49-F238E27FC236}">
                <a16:creationId xmlns:a16="http://schemas.microsoft.com/office/drawing/2014/main" id="{B889EEC5-0941-A489-4E6E-9F25AA84535A}"/>
              </a:ext>
            </a:extLst>
          </p:cNvPr>
          <p:cNvSpPr>
            <a:spLocks noGrp="1"/>
          </p:cNvSpPr>
          <p:nvPr>
            <p:ph type="title"/>
          </p:nvPr>
        </p:nvSpPr>
        <p:spPr/>
        <p:txBody>
          <a:bodyPr/>
          <a:lstStyle/>
          <a:p>
            <a:r>
              <a:rPr lang="en-GB" dirty="0"/>
              <a:t>High-end or Budget-friendly?</a:t>
            </a:r>
          </a:p>
        </p:txBody>
      </p:sp>
      <p:pic>
        <p:nvPicPr>
          <p:cNvPr id="8" name="Inhaltsplatzhalter 7">
            <a:extLst>
              <a:ext uri="{FF2B5EF4-FFF2-40B4-BE49-F238E27FC236}">
                <a16:creationId xmlns:a16="http://schemas.microsoft.com/office/drawing/2014/main" id="{6B90872C-38A6-F1E5-78AC-A684F889B0A3}"/>
              </a:ext>
            </a:extLst>
          </p:cNvPr>
          <p:cNvPicPr>
            <a:picLocks noGrp="1" noChangeAspect="1"/>
          </p:cNvPicPr>
          <p:nvPr>
            <p:ph idx="1"/>
          </p:nvPr>
        </p:nvPicPr>
        <p:blipFill>
          <a:blip r:embed="rId2"/>
          <a:stretch>
            <a:fillRect/>
          </a:stretch>
        </p:blipFill>
        <p:spPr bwMode="gray">
          <a:xfrm>
            <a:off x="2167965" y="1269000"/>
            <a:ext cx="7280067" cy="4896000"/>
          </a:xfrm>
          <a:prstGeom prst="rect">
            <a:avLst/>
          </a:prstGeom>
          <a:ln w="6350">
            <a:solidFill>
              <a:schemeClr val="tx1"/>
            </a:solidFill>
          </a:ln>
          <a:effectLst>
            <a:outerShdw blurRad="254000" dist="107763" dir="2699994" algn="tl">
              <a:prstClr val="black">
                <a:alpha val="40000"/>
              </a:prstClr>
            </a:outerShdw>
          </a:effectLst>
        </p:spPr>
      </p:pic>
      <p:sp>
        <p:nvSpPr>
          <p:cNvPr id="5" name="Datumsplatzhalter 4">
            <a:extLst>
              <a:ext uri="{FF2B5EF4-FFF2-40B4-BE49-F238E27FC236}">
                <a16:creationId xmlns:a16="http://schemas.microsoft.com/office/drawing/2014/main" id="{B937AE9F-7AD1-EC87-8C65-E7A6E6FCBEE9}"/>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46BC04B3-1627-59F1-A9DB-3A63636D2437}"/>
              </a:ext>
            </a:extLst>
          </p:cNvPr>
          <p:cNvSpPr>
            <a:spLocks noGrp="1"/>
          </p:cNvSpPr>
          <p:nvPr>
            <p:ph type="ftr" sz="quarter" idx="11"/>
          </p:nvPr>
        </p:nvSpPr>
        <p:spPr/>
        <p:txBody>
          <a:bodyPr/>
          <a:lstStyle/>
          <a:p>
            <a:r>
              <a:rPr lang="en-GB" dirty="0"/>
              <a:t>KMH</a:t>
            </a:r>
          </a:p>
        </p:txBody>
      </p:sp>
    </p:spTree>
    <p:extLst>
      <p:ext uri="{BB962C8B-B14F-4D97-AF65-F5344CB8AC3E}">
        <p14:creationId xmlns:p14="http://schemas.microsoft.com/office/powerpoint/2010/main" val="340159931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B973E4-63C1-70C6-3E73-264BAEF42A6C}"/>
            </a:ext>
          </a:extLst>
        </p:cNvPr>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69765C3C-D971-6593-B0E4-1EAC754FFB67}"/>
              </a:ext>
            </a:extLst>
          </p:cNvPr>
          <p:cNvSpPr>
            <a:spLocks noGrp="1"/>
          </p:cNvSpPr>
          <p:nvPr>
            <p:ph type="sldNum" sz="quarter" idx="12"/>
          </p:nvPr>
        </p:nvSpPr>
        <p:spPr/>
        <p:txBody>
          <a:bodyPr/>
          <a:lstStyle/>
          <a:p>
            <a:fld id="{D836C0FE-70CA-4950-82D6-CF602CC2B770}" type="slidenum">
              <a:rPr lang="en-GB" smtClean="0"/>
              <a:t>63</a:t>
            </a:fld>
            <a:endParaRPr lang="en-GB" dirty="0"/>
          </a:p>
        </p:txBody>
      </p:sp>
      <p:sp>
        <p:nvSpPr>
          <p:cNvPr id="3" name="Titel 2">
            <a:extLst>
              <a:ext uri="{FF2B5EF4-FFF2-40B4-BE49-F238E27FC236}">
                <a16:creationId xmlns:a16="http://schemas.microsoft.com/office/drawing/2014/main" id="{F838D4C5-FC8B-9606-1725-8D2A2565E776}"/>
              </a:ext>
            </a:extLst>
          </p:cNvPr>
          <p:cNvSpPr>
            <a:spLocks noGrp="1"/>
          </p:cNvSpPr>
          <p:nvPr>
            <p:ph type="title"/>
          </p:nvPr>
        </p:nvSpPr>
        <p:spPr/>
        <p:txBody>
          <a:bodyPr/>
          <a:lstStyle/>
          <a:p>
            <a:r>
              <a:rPr lang="en-GB" dirty="0"/>
              <a:t>High-end or Budget-friendly?</a:t>
            </a:r>
          </a:p>
        </p:txBody>
      </p:sp>
      <p:sp>
        <p:nvSpPr>
          <p:cNvPr id="5" name="Datumsplatzhalter 4">
            <a:extLst>
              <a:ext uri="{FF2B5EF4-FFF2-40B4-BE49-F238E27FC236}">
                <a16:creationId xmlns:a16="http://schemas.microsoft.com/office/drawing/2014/main" id="{67003CFA-3040-C6E1-8DB6-520A746F995D}"/>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AD469BC4-CFD2-55EA-F5F9-EC5AEE2CECCB}"/>
              </a:ext>
            </a:extLst>
          </p:cNvPr>
          <p:cNvSpPr>
            <a:spLocks noGrp="1"/>
          </p:cNvSpPr>
          <p:nvPr>
            <p:ph type="ftr" sz="quarter" idx="11"/>
          </p:nvPr>
        </p:nvSpPr>
        <p:spPr/>
        <p:txBody>
          <a:bodyPr/>
          <a:lstStyle/>
          <a:p>
            <a:r>
              <a:rPr lang="en-GB" dirty="0"/>
              <a:t>KMH</a:t>
            </a:r>
          </a:p>
        </p:txBody>
      </p:sp>
      <p:sp>
        <p:nvSpPr>
          <p:cNvPr id="7" name="Inhaltsplatzhalter 6">
            <a:extLst>
              <a:ext uri="{FF2B5EF4-FFF2-40B4-BE49-F238E27FC236}">
                <a16:creationId xmlns:a16="http://schemas.microsoft.com/office/drawing/2014/main" id="{F647024A-5601-7899-A3AF-9C75C1F0B825}"/>
              </a:ext>
            </a:extLst>
          </p:cNvPr>
          <p:cNvSpPr>
            <a:spLocks noGrp="1"/>
          </p:cNvSpPr>
          <p:nvPr>
            <p:ph idx="1"/>
          </p:nvPr>
        </p:nvSpPr>
        <p:spPr>
          <a:xfrm>
            <a:off x="695324" y="1629000"/>
            <a:ext cx="10800675" cy="4535265"/>
          </a:xfrm>
        </p:spPr>
        <p:txBody>
          <a:bodyPr/>
          <a:lstStyle/>
          <a:p>
            <a:pPr marL="0" indent="0">
              <a:spcAft>
                <a:spcPts val="2000"/>
              </a:spcAft>
              <a:buNone/>
            </a:pPr>
            <a:r>
              <a:rPr lang="en-US" b="1" dirty="0"/>
              <a:t>Possible prompts for our “Biggest World Problems”:</a:t>
            </a:r>
          </a:p>
          <a:p>
            <a:pPr>
              <a:spcAft>
                <a:spcPts val="2000"/>
              </a:spcAft>
            </a:pPr>
            <a:r>
              <a:rPr lang="en-US" dirty="0"/>
              <a:t>i have these two interview transcripts: both interviewees have been asked what are the biggest problems in the world in the 21st century. can you tell me which problems were identified by the two interviewees  and give me a tabular comparison of communalities and differences between them</a:t>
            </a:r>
          </a:p>
          <a:p>
            <a:pPr>
              <a:spcAft>
                <a:spcPts val="2000"/>
              </a:spcAft>
            </a:pPr>
            <a:r>
              <a:rPr lang="en-US" dirty="0"/>
              <a:t>can you highlight the text passages according to each identified problem in a word document. pleas include a colour scheme explaining which problem is assigned to which color</a:t>
            </a:r>
            <a:endParaRPr lang="en-GB" dirty="0"/>
          </a:p>
        </p:txBody>
      </p:sp>
    </p:spTree>
    <p:extLst>
      <p:ext uri="{BB962C8B-B14F-4D97-AF65-F5344CB8AC3E}">
        <p14:creationId xmlns:p14="http://schemas.microsoft.com/office/powerpoint/2010/main" val="205974195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D3E15215-A7CC-0DB5-1EAB-88CB3145DBFD}"/>
              </a:ext>
            </a:extLst>
          </p:cNvPr>
          <p:cNvSpPr>
            <a:spLocks noGrp="1"/>
          </p:cNvSpPr>
          <p:nvPr>
            <p:ph type="sldNum" sz="quarter" idx="12"/>
          </p:nvPr>
        </p:nvSpPr>
        <p:spPr/>
        <p:txBody>
          <a:bodyPr/>
          <a:lstStyle/>
          <a:p>
            <a:fld id="{D836C0FE-70CA-4950-82D6-CF602CC2B770}" type="slidenum">
              <a:rPr lang="en-GB" smtClean="0"/>
              <a:t>64</a:t>
            </a:fld>
            <a:endParaRPr lang="en-GB" dirty="0"/>
          </a:p>
        </p:txBody>
      </p:sp>
      <p:sp>
        <p:nvSpPr>
          <p:cNvPr id="3" name="Titel 2">
            <a:extLst>
              <a:ext uri="{FF2B5EF4-FFF2-40B4-BE49-F238E27FC236}">
                <a16:creationId xmlns:a16="http://schemas.microsoft.com/office/drawing/2014/main" id="{D9E334AD-1DF7-1E64-F876-D03A22696811}"/>
              </a:ext>
            </a:extLst>
          </p:cNvPr>
          <p:cNvSpPr>
            <a:spLocks noGrp="1"/>
          </p:cNvSpPr>
          <p:nvPr>
            <p:ph type="title"/>
          </p:nvPr>
        </p:nvSpPr>
        <p:spPr/>
        <p:txBody>
          <a:bodyPr/>
          <a:lstStyle/>
          <a:p>
            <a:endParaRPr lang="en-GB" dirty="0"/>
          </a:p>
        </p:txBody>
      </p:sp>
      <p:pic>
        <p:nvPicPr>
          <p:cNvPr id="8" name="Inhaltsplatzhalter 7" descr="Ein Bild, das Menschliches Gesicht, Kleidung, Person, Lächeln enthält.&#10;&#10;KI-generierte Inhalte können fehlerhaft sein.">
            <a:extLst>
              <a:ext uri="{FF2B5EF4-FFF2-40B4-BE49-F238E27FC236}">
                <a16:creationId xmlns:a16="http://schemas.microsoft.com/office/drawing/2014/main" id="{B5BE5FFF-AE7C-7300-694F-C3B020323E2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45947" y="1049782"/>
            <a:ext cx="8524104" cy="4758436"/>
          </a:xfrm>
          <a:ln w="6350">
            <a:solidFill>
              <a:schemeClr val="tx1"/>
            </a:solidFill>
          </a:ln>
          <a:effectLst>
            <a:outerShdw blurRad="254000" dist="107763" dir="2699994" algn="tl">
              <a:prstClr val="black">
                <a:alpha val="40000"/>
              </a:prstClr>
            </a:outerShdw>
          </a:effectLst>
        </p:spPr>
      </p:pic>
      <p:sp>
        <p:nvSpPr>
          <p:cNvPr id="5" name="Datumsplatzhalter 4">
            <a:extLst>
              <a:ext uri="{FF2B5EF4-FFF2-40B4-BE49-F238E27FC236}">
                <a16:creationId xmlns:a16="http://schemas.microsoft.com/office/drawing/2014/main" id="{D08B2004-565D-3F35-AFDC-5A5BA9D1CFCB}"/>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9CFA1040-A031-C1A9-96DA-1AF97EA21244}"/>
              </a:ext>
            </a:extLst>
          </p:cNvPr>
          <p:cNvSpPr>
            <a:spLocks noGrp="1"/>
          </p:cNvSpPr>
          <p:nvPr>
            <p:ph type="ftr" sz="quarter" idx="11"/>
          </p:nvPr>
        </p:nvSpPr>
        <p:spPr/>
        <p:txBody>
          <a:bodyPr/>
          <a:lstStyle/>
          <a:p>
            <a:r>
              <a:rPr lang="en-GB" dirty="0"/>
              <a:t>KMH / IMC-Mehrwerttag Jänner 2026</a:t>
            </a:r>
          </a:p>
        </p:txBody>
      </p:sp>
    </p:spTree>
    <p:extLst>
      <p:ext uri="{BB962C8B-B14F-4D97-AF65-F5344CB8AC3E}">
        <p14:creationId xmlns:p14="http://schemas.microsoft.com/office/powerpoint/2010/main" val="262783272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3A404572-8379-4277-C410-7E154615CB8E}"/>
              </a:ext>
            </a:extLst>
          </p:cNvPr>
          <p:cNvSpPr>
            <a:spLocks noGrp="1"/>
          </p:cNvSpPr>
          <p:nvPr>
            <p:ph type="sldNum" sz="quarter" idx="12"/>
          </p:nvPr>
        </p:nvSpPr>
        <p:spPr/>
        <p:txBody>
          <a:bodyPr/>
          <a:lstStyle/>
          <a:p>
            <a:fld id="{D836C0FE-70CA-4950-82D6-CF602CC2B770}" type="slidenum">
              <a:rPr lang="de-DE" smtClean="0"/>
              <a:t>65</a:t>
            </a:fld>
            <a:endParaRPr lang="de-DE" dirty="0"/>
          </a:p>
        </p:txBody>
      </p:sp>
      <p:sp>
        <p:nvSpPr>
          <p:cNvPr id="3" name="Titel 2">
            <a:extLst>
              <a:ext uri="{FF2B5EF4-FFF2-40B4-BE49-F238E27FC236}">
                <a16:creationId xmlns:a16="http://schemas.microsoft.com/office/drawing/2014/main" id="{80F9F101-4909-1965-DDC2-D9789E615C55}"/>
              </a:ext>
            </a:extLst>
          </p:cNvPr>
          <p:cNvSpPr>
            <a:spLocks noGrp="1"/>
          </p:cNvSpPr>
          <p:nvPr>
            <p:ph type="title"/>
          </p:nvPr>
        </p:nvSpPr>
        <p:spPr/>
        <p:txBody>
          <a:bodyPr/>
          <a:lstStyle/>
          <a:p>
            <a:r>
              <a:rPr lang="en-GB" dirty="0"/>
              <a:t>Alles Selber machen lassen?</a:t>
            </a:r>
          </a:p>
        </p:txBody>
      </p:sp>
      <p:sp>
        <p:nvSpPr>
          <p:cNvPr id="4" name="Inhaltsplatzhalter 3">
            <a:extLst>
              <a:ext uri="{FF2B5EF4-FFF2-40B4-BE49-F238E27FC236}">
                <a16:creationId xmlns:a16="http://schemas.microsoft.com/office/drawing/2014/main" id="{895E896D-86B0-673A-2013-8BB594BDB4B1}"/>
              </a:ext>
            </a:extLst>
          </p:cNvPr>
          <p:cNvSpPr>
            <a:spLocks noGrp="1"/>
          </p:cNvSpPr>
          <p:nvPr>
            <p:ph idx="1"/>
          </p:nvPr>
        </p:nvSpPr>
        <p:spPr/>
        <p:txBody>
          <a:bodyPr>
            <a:normAutofit/>
          </a:bodyPr>
          <a:lstStyle/>
          <a:p>
            <a:r>
              <a:rPr lang="en-US" sz="2400" i="1" dirty="0"/>
              <a:t>“With generative AI, we have not only gained a very powerful tool, but also an </a:t>
            </a:r>
            <a:r>
              <a:rPr lang="en-US" sz="2400" b="1" i="1" dirty="0">
                <a:solidFill>
                  <a:schemeClr val="tx2"/>
                </a:solidFill>
              </a:rPr>
              <a:t>assistant for the entire research process</a:t>
            </a:r>
            <a:r>
              <a:rPr lang="en-US" sz="2400" i="1" dirty="0"/>
              <a:t>. It aids in </a:t>
            </a:r>
            <a:r>
              <a:rPr lang="en-US" sz="2400" b="1" i="1" dirty="0"/>
              <a:t>verifying category development, differentiating categories, and coding data</a:t>
            </a:r>
            <a:r>
              <a:rPr lang="en-US" sz="2400" i="1" dirty="0"/>
              <a:t>. Many students have wondered how to implement qualitative content analysis – requiring intersubjective validity – into their dissertations, bachelor’s, and master’s theses. Since they often work alone, </a:t>
            </a:r>
            <a:r>
              <a:rPr lang="en-US" sz="2400" b="1" i="1" dirty="0"/>
              <a:t>they lack opportunities to compare </a:t>
            </a:r>
            <a:r>
              <a:rPr lang="en-US" sz="2400" i="1" dirty="0"/>
              <a:t>their categories and coding with others. Generative AI now makes it possible to compare one’s own categories and subcategories with those of the AI. The codings can also be compared with those of the AI” </a:t>
            </a:r>
            <a:r>
              <a:rPr lang="de-AT" sz="2400" dirty="0"/>
              <a:t>(Kuckartz &amp; Rädiker, 2024:15)</a:t>
            </a:r>
            <a:endParaRPr lang="en-GB" sz="2400" dirty="0"/>
          </a:p>
        </p:txBody>
      </p:sp>
      <p:sp>
        <p:nvSpPr>
          <p:cNvPr id="5" name="Datumsplatzhalter 4">
            <a:extLst>
              <a:ext uri="{FF2B5EF4-FFF2-40B4-BE49-F238E27FC236}">
                <a16:creationId xmlns:a16="http://schemas.microsoft.com/office/drawing/2014/main" id="{FB30966D-0468-8C3B-4F30-611FE0940DC7}"/>
              </a:ext>
            </a:extLst>
          </p:cNvPr>
          <p:cNvSpPr>
            <a:spLocks noGrp="1"/>
          </p:cNvSpPr>
          <p:nvPr>
            <p:ph type="dt" sz="half" idx="10"/>
          </p:nvPr>
        </p:nvSpPr>
        <p:spPr/>
        <p:txBody>
          <a:bodyPr/>
          <a:lstStyle/>
          <a:p>
            <a:endParaRPr lang="de-DE" dirty="0"/>
          </a:p>
        </p:txBody>
      </p:sp>
      <p:sp>
        <p:nvSpPr>
          <p:cNvPr id="6" name="Fußzeilenplatzhalter 5">
            <a:extLst>
              <a:ext uri="{FF2B5EF4-FFF2-40B4-BE49-F238E27FC236}">
                <a16:creationId xmlns:a16="http://schemas.microsoft.com/office/drawing/2014/main" id="{505A1B33-6063-DBC4-FF2E-09A28A6328E9}"/>
              </a:ext>
            </a:extLst>
          </p:cNvPr>
          <p:cNvSpPr>
            <a:spLocks noGrp="1"/>
          </p:cNvSpPr>
          <p:nvPr>
            <p:ph type="ftr" sz="quarter" idx="11"/>
          </p:nvPr>
        </p:nvSpPr>
        <p:spPr/>
        <p:txBody>
          <a:bodyPr/>
          <a:lstStyle/>
          <a:p>
            <a:r>
              <a:rPr lang="de-DE" dirty="0"/>
              <a:t>KMH</a:t>
            </a:r>
          </a:p>
        </p:txBody>
      </p:sp>
    </p:spTree>
    <p:extLst>
      <p:ext uri="{BB962C8B-B14F-4D97-AF65-F5344CB8AC3E}">
        <p14:creationId xmlns:p14="http://schemas.microsoft.com/office/powerpoint/2010/main" val="217002029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15E959-1056-35A6-AA34-29B4992F71CE}"/>
            </a:ext>
          </a:extLst>
        </p:cNvPr>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7019B96E-DC82-BEC6-501C-69D35C7771EB}"/>
              </a:ext>
            </a:extLst>
          </p:cNvPr>
          <p:cNvSpPr>
            <a:spLocks noGrp="1"/>
          </p:cNvSpPr>
          <p:nvPr>
            <p:ph type="sldNum" sz="quarter" idx="12"/>
          </p:nvPr>
        </p:nvSpPr>
        <p:spPr/>
        <p:txBody>
          <a:bodyPr/>
          <a:lstStyle/>
          <a:p>
            <a:fld id="{D836C0FE-70CA-4950-82D6-CF602CC2B770}" type="slidenum">
              <a:rPr lang="de-DE" smtClean="0"/>
              <a:t>66</a:t>
            </a:fld>
            <a:endParaRPr lang="de-DE" dirty="0"/>
          </a:p>
        </p:txBody>
      </p:sp>
      <p:sp>
        <p:nvSpPr>
          <p:cNvPr id="3" name="Titel 2">
            <a:extLst>
              <a:ext uri="{FF2B5EF4-FFF2-40B4-BE49-F238E27FC236}">
                <a16:creationId xmlns:a16="http://schemas.microsoft.com/office/drawing/2014/main" id="{EC736D58-061A-65B1-01B6-E819234622B2}"/>
              </a:ext>
            </a:extLst>
          </p:cNvPr>
          <p:cNvSpPr>
            <a:spLocks noGrp="1"/>
          </p:cNvSpPr>
          <p:nvPr>
            <p:ph type="title"/>
          </p:nvPr>
        </p:nvSpPr>
        <p:spPr/>
        <p:txBody>
          <a:bodyPr/>
          <a:lstStyle/>
          <a:p>
            <a:r>
              <a:rPr lang="en-GB" dirty="0"/>
              <a:t>Alles Selber machen lassen?</a:t>
            </a:r>
          </a:p>
        </p:txBody>
      </p:sp>
      <p:sp>
        <p:nvSpPr>
          <p:cNvPr id="4" name="Inhaltsplatzhalter 3">
            <a:extLst>
              <a:ext uri="{FF2B5EF4-FFF2-40B4-BE49-F238E27FC236}">
                <a16:creationId xmlns:a16="http://schemas.microsoft.com/office/drawing/2014/main" id="{323E3975-9940-3F09-A81F-6EE41D5CAD99}"/>
              </a:ext>
            </a:extLst>
          </p:cNvPr>
          <p:cNvSpPr>
            <a:spLocks noGrp="1"/>
          </p:cNvSpPr>
          <p:nvPr>
            <p:ph idx="1"/>
          </p:nvPr>
        </p:nvSpPr>
        <p:spPr/>
        <p:txBody>
          <a:bodyPr>
            <a:normAutofit fontScale="92500" lnSpcReduction="20000"/>
          </a:bodyPr>
          <a:lstStyle/>
          <a:p>
            <a:pPr marL="0" indent="0">
              <a:buNone/>
            </a:pPr>
            <a:r>
              <a:rPr lang="de-AT" sz="2400" b="1" i="1" dirty="0"/>
              <a:t>AI = Assistant =</a:t>
            </a:r>
          </a:p>
          <a:p>
            <a:r>
              <a:rPr lang="en-GB" sz="2400" dirty="0"/>
              <a:t>Transferring research questions into categories</a:t>
            </a:r>
          </a:p>
          <a:p>
            <a:r>
              <a:rPr lang="en-GB" sz="2400" dirty="0"/>
              <a:t>Researching theory-guided Sub-Categories</a:t>
            </a:r>
          </a:p>
          <a:p>
            <a:r>
              <a:rPr lang="en-GB" sz="2400" dirty="0"/>
              <a:t>Basic &amp; Fine-Coding:</a:t>
            </a:r>
          </a:p>
          <a:p>
            <a:pPr lvl="1"/>
            <a:r>
              <a:rPr lang="en-GB" sz="2200" dirty="0"/>
              <a:t>Get ideas for sub-codes </a:t>
            </a:r>
          </a:p>
          <a:p>
            <a:r>
              <a:rPr lang="en-GB" sz="2400" dirty="0"/>
              <a:t>Get inspirations for relations between categories</a:t>
            </a:r>
          </a:p>
          <a:p>
            <a:r>
              <a:rPr lang="en-GB" sz="2400" dirty="0"/>
              <a:t>…</a:t>
            </a:r>
            <a:br>
              <a:rPr lang="en-GB" sz="2400" dirty="0"/>
            </a:br>
            <a:endParaRPr lang="en-GB" sz="1200" dirty="0"/>
          </a:p>
          <a:p>
            <a:pPr marL="0" indent="0">
              <a:buNone/>
            </a:pPr>
            <a:r>
              <a:rPr lang="en-GB" sz="2400" b="1" dirty="0">
                <a:solidFill>
                  <a:schemeClr val="tx2"/>
                </a:solidFill>
              </a:rPr>
              <a:t> 👉 You make the final decisions in your analysis</a:t>
            </a:r>
            <a:br>
              <a:rPr lang="en-GB" sz="2400" b="1" dirty="0">
                <a:solidFill>
                  <a:schemeClr val="tx2"/>
                </a:solidFill>
              </a:rPr>
            </a:br>
            <a:r>
              <a:rPr lang="en-GB" sz="2400" b="1" dirty="0">
                <a:solidFill>
                  <a:schemeClr val="tx2"/>
                </a:solidFill>
              </a:rPr>
              <a:t> 👉 Document how you used </a:t>
            </a:r>
            <a:r>
              <a:rPr lang="en-GB" sz="2400" b="1">
                <a:solidFill>
                  <a:schemeClr val="tx2"/>
                </a:solidFill>
              </a:rPr>
              <a:t>your AI-assistant(s)</a:t>
            </a:r>
            <a:endParaRPr lang="en-GB" sz="2400" b="1" dirty="0">
              <a:solidFill>
                <a:schemeClr val="tx2"/>
              </a:solidFill>
            </a:endParaRPr>
          </a:p>
        </p:txBody>
      </p:sp>
      <p:sp>
        <p:nvSpPr>
          <p:cNvPr id="5" name="Datumsplatzhalter 4">
            <a:extLst>
              <a:ext uri="{FF2B5EF4-FFF2-40B4-BE49-F238E27FC236}">
                <a16:creationId xmlns:a16="http://schemas.microsoft.com/office/drawing/2014/main" id="{94B003D8-A2E7-3A87-BF4F-0322E60454BB}"/>
              </a:ext>
            </a:extLst>
          </p:cNvPr>
          <p:cNvSpPr>
            <a:spLocks noGrp="1"/>
          </p:cNvSpPr>
          <p:nvPr>
            <p:ph type="dt" sz="half" idx="10"/>
          </p:nvPr>
        </p:nvSpPr>
        <p:spPr/>
        <p:txBody>
          <a:bodyPr/>
          <a:lstStyle/>
          <a:p>
            <a:endParaRPr lang="de-DE" dirty="0"/>
          </a:p>
        </p:txBody>
      </p:sp>
      <p:sp>
        <p:nvSpPr>
          <p:cNvPr id="6" name="Fußzeilenplatzhalter 5">
            <a:extLst>
              <a:ext uri="{FF2B5EF4-FFF2-40B4-BE49-F238E27FC236}">
                <a16:creationId xmlns:a16="http://schemas.microsoft.com/office/drawing/2014/main" id="{D2C05EA7-E63D-925A-CC7A-D0C2A1FA5822}"/>
              </a:ext>
            </a:extLst>
          </p:cNvPr>
          <p:cNvSpPr>
            <a:spLocks noGrp="1"/>
          </p:cNvSpPr>
          <p:nvPr>
            <p:ph type="ftr" sz="quarter" idx="11"/>
          </p:nvPr>
        </p:nvSpPr>
        <p:spPr/>
        <p:txBody>
          <a:bodyPr/>
          <a:lstStyle/>
          <a:p>
            <a:r>
              <a:rPr lang="de-DE" dirty="0"/>
              <a:t>KMH</a:t>
            </a:r>
          </a:p>
        </p:txBody>
      </p:sp>
    </p:spTree>
    <p:extLst>
      <p:ext uri="{BB962C8B-B14F-4D97-AF65-F5344CB8AC3E}">
        <p14:creationId xmlns:p14="http://schemas.microsoft.com/office/powerpoint/2010/main" val="328586529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6D48265A-96F2-9C87-84B5-596060FF0E80}"/>
              </a:ext>
            </a:extLst>
          </p:cNvPr>
          <p:cNvSpPr>
            <a:spLocks noGrp="1"/>
          </p:cNvSpPr>
          <p:nvPr>
            <p:ph type="title"/>
          </p:nvPr>
        </p:nvSpPr>
        <p:spPr/>
        <p:txBody>
          <a:bodyPr/>
          <a:lstStyle/>
          <a:p>
            <a:r>
              <a:rPr lang="en-GB" dirty="0"/>
              <a:t>Conclusions</a:t>
            </a:r>
          </a:p>
        </p:txBody>
      </p:sp>
      <p:sp>
        <p:nvSpPr>
          <p:cNvPr id="2" name="Foliennummernplatzhalter 1">
            <a:extLst>
              <a:ext uri="{FF2B5EF4-FFF2-40B4-BE49-F238E27FC236}">
                <a16:creationId xmlns:a16="http://schemas.microsoft.com/office/drawing/2014/main" id="{0EB3363A-D7B1-3A7A-DB8C-E2BF875193A7}"/>
              </a:ext>
            </a:extLst>
          </p:cNvPr>
          <p:cNvSpPr>
            <a:spLocks noGrp="1"/>
          </p:cNvSpPr>
          <p:nvPr>
            <p:ph type="sldNum" sz="quarter" idx="4294967295"/>
          </p:nvPr>
        </p:nvSpPr>
        <p:spPr>
          <a:xfrm>
            <a:off x="11687175" y="6438900"/>
            <a:ext cx="504825" cy="144463"/>
          </a:xfrm>
        </p:spPr>
        <p:txBody>
          <a:bodyPr/>
          <a:lstStyle/>
          <a:p>
            <a:fld id="{D836C0FE-70CA-4950-82D6-CF602CC2B770}" type="slidenum">
              <a:rPr lang="en-GB" smtClean="0"/>
              <a:t>67</a:t>
            </a:fld>
            <a:endParaRPr lang="en-GB" dirty="0"/>
          </a:p>
        </p:txBody>
      </p:sp>
    </p:spTree>
    <p:extLst>
      <p:ext uri="{BB962C8B-B14F-4D97-AF65-F5344CB8AC3E}">
        <p14:creationId xmlns:p14="http://schemas.microsoft.com/office/powerpoint/2010/main" val="58742323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1DED73BE-4E25-CCB5-9A2E-1BF56404A45F}"/>
              </a:ext>
            </a:extLst>
          </p:cNvPr>
          <p:cNvSpPr>
            <a:spLocks noGrp="1"/>
          </p:cNvSpPr>
          <p:nvPr>
            <p:ph type="sldNum" sz="quarter" idx="12"/>
          </p:nvPr>
        </p:nvSpPr>
        <p:spPr/>
        <p:txBody>
          <a:bodyPr/>
          <a:lstStyle/>
          <a:p>
            <a:fld id="{D836C0FE-70CA-4950-82D6-CF602CC2B770}" type="slidenum">
              <a:rPr lang="en-GB" smtClean="0"/>
              <a:t>68</a:t>
            </a:fld>
            <a:endParaRPr lang="en-GB" dirty="0"/>
          </a:p>
        </p:txBody>
      </p:sp>
      <p:sp>
        <p:nvSpPr>
          <p:cNvPr id="3" name="Titel 2">
            <a:extLst>
              <a:ext uri="{FF2B5EF4-FFF2-40B4-BE49-F238E27FC236}">
                <a16:creationId xmlns:a16="http://schemas.microsoft.com/office/drawing/2014/main" id="{F4E91D2C-1A92-6B6A-F797-B1885D765DAA}"/>
              </a:ext>
            </a:extLst>
          </p:cNvPr>
          <p:cNvSpPr>
            <a:spLocks noGrp="1"/>
          </p:cNvSpPr>
          <p:nvPr>
            <p:ph type="title"/>
          </p:nvPr>
        </p:nvSpPr>
        <p:spPr/>
        <p:txBody>
          <a:bodyPr/>
          <a:lstStyle/>
          <a:p>
            <a:r>
              <a:rPr lang="en-GB" dirty="0"/>
              <a:t>Conclusions</a:t>
            </a:r>
          </a:p>
        </p:txBody>
      </p:sp>
      <p:sp>
        <p:nvSpPr>
          <p:cNvPr id="4" name="Inhaltsplatzhalter 3">
            <a:extLst>
              <a:ext uri="{FF2B5EF4-FFF2-40B4-BE49-F238E27FC236}">
                <a16:creationId xmlns:a16="http://schemas.microsoft.com/office/drawing/2014/main" id="{B0B20038-F742-A10A-233F-F413BB56FB02}"/>
              </a:ext>
            </a:extLst>
          </p:cNvPr>
          <p:cNvSpPr>
            <a:spLocks noGrp="1"/>
          </p:cNvSpPr>
          <p:nvPr>
            <p:ph idx="1"/>
          </p:nvPr>
        </p:nvSpPr>
        <p:spPr>
          <a:xfrm>
            <a:off x="695324" y="1125001"/>
            <a:ext cx="10008676" cy="5039264"/>
          </a:xfrm>
        </p:spPr>
        <p:txBody>
          <a:bodyPr>
            <a:normAutofit fontScale="92500" lnSpcReduction="20000"/>
          </a:bodyPr>
          <a:lstStyle/>
          <a:p>
            <a:r>
              <a:rPr lang="en-GB" sz="2800" b="1" dirty="0"/>
              <a:t>Data ≠ numbers only:</a:t>
            </a:r>
            <a:r>
              <a:rPr lang="en-GB" sz="2800" dirty="0"/>
              <a:t> text, images, audio, video &amp; networks</a:t>
            </a:r>
          </a:p>
          <a:p>
            <a:r>
              <a:rPr lang="en-GB" sz="2800" b="1" dirty="0"/>
              <a:t>Qualitative interviews: </a:t>
            </a:r>
            <a:r>
              <a:rPr lang="en-GB" sz="2800" dirty="0"/>
              <a:t>access to subjective views &amp; meanings</a:t>
            </a:r>
          </a:p>
          <a:p>
            <a:pPr lvl="1"/>
            <a:r>
              <a:rPr lang="en-GB" sz="2600" dirty="0"/>
              <a:t>open questions, interaction &amp; interpretation</a:t>
            </a:r>
          </a:p>
          <a:p>
            <a:r>
              <a:rPr lang="en-GB" sz="2800" b="1" dirty="0"/>
              <a:t>Interview workflow: </a:t>
            </a:r>
            <a:br>
              <a:rPr lang="en-GB" sz="2800" b="1" dirty="0"/>
            </a:br>
            <a:r>
              <a:rPr lang="en-GB" sz="2800" dirty="0"/>
              <a:t>preparation → conducting → transcription → content analysis</a:t>
            </a:r>
          </a:p>
          <a:p>
            <a:r>
              <a:rPr lang="en-GB" sz="2800" b="1" dirty="0"/>
              <a:t>Qualitative content analysis: </a:t>
            </a:r>
            <a:r>
              <a:rPr lang="en-GB" sz="2800" dirty="0"/>
              <a:t>coding &amp; categorising texts, images &amp; media</a:t>
            </a:r>
          </a:p>
          <a:p>
            <a:pPr lvl="1"/>
            <a:r>
              <a:rPr lang="en-GB" sz="2600" dirty="0"/>
              <a:t>deductive &amp; inductive category development</a:t>
            </a:r>
          </a:p>
          <a:p>
            <a:r>
              <a:rPr lang="en-GB" sz="2800" b="1" dirty="0"/>
              <a:t>LLMs</a:t>
            </a:r>
            <a:r>
              <a:rPr lang="en-GB" sz="2800" dirty="0"/>
              <a:t> = research </a:t>
            </a:r>
            <a:r>
              <a:rPr lang="en-GB" sz="2800" b="1" dirty="0"/>
              <a:t>assistant for verifying </a:t>
            </a:r>
            <a:r>
              <a:rPr lang="en-GB" sz="2800" dirty="0"/>
              <a:t>categories, sub-codes, codings etc.</a:t>
            </a:r>
          </a:p>
        </p:txBody>
      </p:sp>
      <p:sp>
        <p:nvSpPr>
          <p:cNvPr id="5" name="Datumsplatzhalter 4">
            <a:extLst>
              <a:ext uri="{FF2B5EF4-FFF2-40B4-BE49-F238E27FC236}">
                <a16:creationId xmlns:a16="http://schemas.microsoft.com/office/drawing/2014/main" id="{2367C216-F648-2CEB-F916-C0140D7EA92F}"/>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CEDC14DE-67DF-FEBB-53AD-86AD35A79AEA}"/>
              </a:ext>
            </a:extLst>
          </p:cNvPr>
          <p:cNvSpPr>
            <a:spLocks noGrp="1"/>
          </p:cNvSpPr>
          <p:nvPr>
            <p:ph type="ftr" sz="quarter" idx="11"/>
          </p:nvPr>
        </p:nvSpPr>
        <p:spPr/>
        <p:txBody>
          <a:bodyPr/>
          <a:lstStyle/>
          <a:p>
            <a:r>
              <a:rPr lang="en-GB" dirty="0"/>
              <a:t>KMH</a:t>
            </a:r>
          </a:p>
        </p:txBody>
      </p:sp>
    </p:spTree>
    <p:extLst>
      <p:ext uri="{BB962C8B-B14F-4D97-AF65-F5344CB8AC3E}">
        <p14:creationId xmlns:p14="http://schemas.microsoft.com/office/powerpoint/2010/main" val="20153430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el 9">
            <a:extLst>
              <a:ext uri="{FF2B5EF4-FFF2-40B4-BE49-F238E27FC236}">
                <a16:creationId xmlns:a16="http://schemas.microsoft.com/office/drawing/2014/main" id="{B268FE5F-26AC-C00D-E469-92E59064A6CC}"/>
              </a:ext>
            </a:extLst>
          </p:cNvPr>
          <p:cNvSpPr>
            <a:spLocks noGrp="1"/>
          </p:cNvSpPr>
          <p:nvPr>
            <p:ph type="ctrTitle"/>
          </p:nvPr>
        </p:nvSpPr>
        <p:spPr>
          <a:xfrm>
            <a:off x="6528000" y="3357000"/>
            <a:ext cx="4967326" cy="1440000"/>
          </a:xfrm>
        </p:spPr>
        <p:txBody>
          <a:bodyPr/>
          <a:lstStyle/>
          <a:p>
            <a:r>
              <a:rPr lang="en-GB" sz="7200" b="1" kern="1200" baseline="0" dirty="0">
                <a:solidFill>
                  <a:schemeClr val="bg1"/>
                </a:solidFill>
                <a:latin typeface="Bookman Old Style" panose="02050604050505020204" pitchFamily="18" charset="0"/>
                <a:ea typeface="+mj-ea"/>
                <a:cs typeface="Calibri" panose="020F0502020204030204" pitchFamily="34" charset="0"/>
              </a:rPr>
              <a:t>So long &amp; cheerio!</a:t>
            </a:r>
            <a:endParaRPr lang="en-GB" sz="7200" dirty="0"/>
          </a:p>
        </p:txBody>
      </p:sp>
      <p:pic>
        <p:nvPicPr>
          <p:cNvPr id="15" name="Grafik 14">
            <a:extLst>
              <a:ext uri="{FF2B5EF4-FFF2-40B4-BE49-F238E27FC236}">
                <a16:creationId xmlns:a16="http://schemas.microsoft.com/office/drawing/2014/main" id="{BA542F76-BA4F-CF65-9AC7-CED2BDE13E09}"/>
              </a:ext>
            </a:extLst>
          </p:cNvPr>
          <p:cNvPicPr>
            <a:picLocks noChangeAspect="1"/>
          </p:cNvPicPr>
          <p:nvPr/>
        </p:nvPicPr>
        <p:blipFill>
          <a:blip r:embed="rId2"/>
          <a:stretch>
            <a:fillRect/>
          </a:stretch>
        </p:blipFill>
        <p:spPr>
          <a:xfrm>
            <a:off x="7536000" y="5949000"/>
            <a:ext cx="885714" cy="371429"/>
          </a:xfrm>
          <a:prstGeom prst="rect">
            <a:avLst/>
          </a:prstGeom>
        </p:spPr>
      </p:pic>
      <p:pic>
        <p:nvPicPr>
          <p:cNvPr id="5" name="Bildplatzhalter 4">
            <a:extLst>
              <a:ext uri="{FF2B5EF4-FFF2-40B4-BE49-F238E27FC236}">
                <a16:creationId xmlns:a16="http://schemas.microsoft.com/office/drawing/2014/main" id="{D910FE55-AD78-2D7F-6F7C-3BFDF471D4E5}"/>
              </a:ext>
            </a:extLst>
          </p:cNvPr>
          <p:cNvPicPr>
            <a:picLocks noGrp="1" noChangeAspect="1"/>
          </p:cNvPicPr>
          <p:nvPr>
            <p:ph type="pic" idx="11"/>
          </p:nvPr>
        </p:nvPicPr>
        <p:blipFill>
          <a:blip r:embed="rId3">
            <a:extLst>
              <a:ext uri="{28A0092B-C50C-407E-A947-70E740481C1C}">
                <a14:useLocalDpi xmlns:a14="http://schemas.microsoft.com/office/drawing/2010/main" val="0"/>
              </a:ext>
            </a:extLst>
          </a:blip>
          <a:srcRect l="21481" r="21481"/>
          <a:stretch/>
        </p:blipFill>
        <p:spPr/>
      </p:pic>
    </p:spTree>
    <p:extLst>
      <p:ext uri="{BB962C8B-B14F-4D97-AF65-F5344CB8AC3E}">
        <p14:creationId xmlns:p14="http://schemas.microsoft.com/office/powerpoint/2010/main" val="2537912681"/>
      </p:ext>
    </p:extLst>
  </p:cSld>
  <p:clrMapOvr>
    <a:masterClrMapping/>
  </p:clrMapOvr>
</p:sld>
</file>

<file path=ppt/theme/theme1.xml><?xml version="1.0" encoding="utf-8"?>
<a:theme xmlns:a="http://schemas.openxmlformats.org/drawingml/2006/main" name="IMC University of Applied Sciences">
  <a:themeElements>
    <a:clrScheme name="IMC Fachhochschule Krems">
      <a:dk1>
        <a:sysClr val="windowText" lastClr="000000"/>
      </a:dk1>
      <a:lt1>
        <a:sysClr val="window" lastClr="FFFFFF"/>
      </a:lt1>
      <a:dk2>
        <a:srgbClr val="FF9E1B"/>
      </a:dk2>
      <a:lt2>
        <a:srgbClr val="768692"/>
      </a:lt2>
      <a:accent1>
        <a:srgbClr val="768692"/>
      </a:accent1>
      <a:accent2>
        <a:srgbClr val="FF9E1B"/>
      </a:accent2>
      <a:accent3>
        <a:srgbClr val="9CA8B2"/>
      </a:accent3>
      <a:accent4>
        <a:srgbClr val="FFBF71"/>
      </a:accent4>
      <a:accent5>
        <a:srgbClr val="C7CED3"/>
      </a:accent5>
      <a:accent6>
        <a:srgbClr val="FFE3C1"/>
      </a:accent6>
      <a:hlink>
        <a:srgbClr val="000000"/>
      </a:hlink>
      <a:folHlink>
        <a:srgbClr val="FF9E1B"/>
      </a:folHlink>
    </a:clrScheme>
    <a:fontScheme name="kmh_1">
      <a:majorFont>
        <a:latin typeface="Cambria"/>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4E7E9"/>
        </a:solidFill>
        <a:ln>
          <a:noFill/>
        </a:ln>
      </a:spPr>
      <a:bodyPr rtlCol="0" anchor="ctr"/>
      <a:lstStyle>
        <a:defPPr algn="ctr">
          <a:lnSpc>
            <a:spcPct val="120000"/>
          </a:lnSpc>
          <a:defRPr sz="160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a:solidFill>
            <a:schemeClr val="bg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180000" indent="-180000" algn="l">
          <a:lnSpc>
            <a:spcPct val="120000"/>
          </a:lnSpc>
          <a:spcBef>
            <a:spcPts val="800"/>
          </a:spcBef>
          <a:buFont typeface="Arial" panose="020B0604020202020204" pitchFamily="34" charset="0"/>
          <a:buChar char="•"/>
          <a:defRPr sz="1600" dirty="0" smtClean="0"/>
        </a:defPPr>
      </a:lstStyle>
    </a:txDef>
  </a:objectDefaults>
  <a:extraClrSchemeLst/>
  <a:custClrLst>
    <a:custClr name="Corporate 1">
      <a:srgbClr val="768692"/>
    </a:custClr>
    <a:custClr name="R 156, G 168, B 178">
      <a:srgbClr val="9CA8B2"/>
    </a:custClr>
    <a:custClr name="R 199, G 206, B 211">
      <a:srgbClr val="C7CED3"/>
    </a:custClr>
    <a:custClr name="R 228, G 231, B 233">
      <a:srgbClr val="E4E7E9"/>
    </a:custClr>
    <a:custClr name="Corporate 2">
      <a:srgbClr val="FF9E1B"/>
    </a:custClr>
    <a:custClr name="R 255, G 191, B 113">
      <a:srgbClr val="FFBF71"/>
    </a:custClr>
    <a:custClr name="R 255, G 227, B 193">
      <a:srgbClr val="FFE3C1"/>
    </a:custClr>
    <a:custClr name="Health">
      <a:srgbClr val="98D801"/>
    </a:custClr>
    <a:custClr name="Sciences Technology">
      <a:srgbClr val="F94868"/>
    </a:custClr>
    <a:custClr name="Business">
      <a:srgbClr val="608EE4"/>
    </a:custClr>
  </a:custClrLst>
  <a:extLst>
    <a:ext uri="{05A4C25C-085E-4340-85A3-A5531E510DB2}">
      <thm15:themeFamily xmlns:thm15="http://schemas.microsoft.com/office/thememl/2012/main" name="IMC_Master_kmh_DE_v1.potx" id="{79027A7D-8AA6-4FF1-9B83-2BF3E5D41B04}" vid="{87764EB5-24AE-4F71-AD43-557043AB0F05}"/>
    </a:ext>
  </a:extLst>
</a:theme>
</file>

<file path=ppt/theme/theme2.xml><?xml version="1.0" encoding="utf-8"?>
<a:theme xmlns:a="http://schemas.openxmlformats.org/drawingml/2006/main" name="Office">
  <a:themeElements>
    <a:clrScheme name="IMC Fachhochschule Krems">
      <a:dk1>
        <a:sysClr val="windowText" lastClr="000000"/>
      </a:dk1>
      <a:lt1>
        <a:sysClr val="window" lastClr="FFFFFF"/>
      </a:lt1>
      <a:dk2>
        <a:srgbClr val="FF9E1B"/>
      </a:dk2>
      <a:lt2>
        <a:srgbClr val="768692"/>
      </a:lt2>
      <a:accent1>
        <a:srgbClr val="768692"/>
      </a:accent1>
      <a:accent2>
        <a:srgbClr val="FF9E1B"/>
      </a:accent2>
      <a:accent3>
        <a:srgbClr val="9CA8B2"/>
      </a:accent3>
      <a:accent4>
        <a:srgbClr val="FFBF71"/>
      </a:accent4>
      <a:accent5>
        <a:srgbClr val="C7CED3"/>
      </a:accent5>
      <a:accent6>
        <a:srgbClr val="FFE3C1"/>
      </a:accent6>
      <a:hlink>
        <a:srgbClr val="000000"/>
      </a:hlink>
      <a:folHlink>
        <a:srgbClr val="FF9E1B"/>
      </a:folHlink>
    </a:clrScheme>
    <a:fontScheme name="IMC Fachhochschule Krems">
      <a:majorFont>
        <a:latin typeface="Cambr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IMC Fachhochschule Krems">
      <a:dk1>
        <a:sysClr val="windowText" lastClr="000000"/>
      </a:dk1>
      <a:lt1>
        <a:sysClr val="window" lastClr="FFFFFF"/>
      </a:lt1>
      <a:dk2>
        <a:srgbClr val="FF9E1B"/>
      </a:dk2>
      <a:lt2>
        <a:srgbClr val="768692"/>
      </a:lt2>
      <a:accent1>
        <a:srgbClr val="768692"/>
      </a:accent1>
      <a:accent2>
        <a:srgbClr val="FF9E1B"/>
      </a:accent2>
      <a:accent3>
        <a:srgbClr val="9CA8B2"/>
      </a:accent3>
      <a:accent4>
        <a:srgbClr val="FFBF71"/>
      </a:accent4>
      <a:accent5>
        <a:srgbClr val="C7CED3"/>
      </a:accent5>
      <a:accent6>
        <a:srgbClr val="FFE3C1"/>
      </a:accent6>
      <a:hlink>
        <a:srgbClr val="000000"/>
      </a:hlink>
      <a:folHlink>
        <a:srgbClr val="FF9E1B"/>
      </a:folHlink>
    </a:clrScheme>
    <a:fontScheme name="IMC Fachhochschule Krems">
      <a:majorFont>
        <a:latin typeface="Cambr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2">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6F2792C-8C3D-4AFB-91DE-8DCC0231744D}">
  <we:reference id="wa200007063" version="1.2.0.0" store="de-DE" storeType="OMEX"/>
  <we:alternateReferences>
    <we:reference id="wa200007063" version="1.2.0.0" store=""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0e1089ab-238d-4f34-8e8a-1e1e5907d4c8"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kument" ma:contentTypeID="0x010100C58D664516BE24469EECE7B1C74B4CED" ma:contentTypeVersion="13" ma:contentTypeDescription="Ein neues Dokument erstellen." ma:contentTypeScope="" ma:versionID="148feb6d18d1b98b58ea0b10f3866418">
  <xsd:schema xmlns:xsd="http://www.w3.org/2001/XMLSchema" xmlns:xs="http://www.w3.org/2001/XMLSchema" xmlns:p="http://schemas.microsoft.com/office/2006/metadata/properties" xmlns:ns3="0e1089ab-238d-4f34-8e8a-1e1e5907d4c8" targetNamespace="http://schemas.microsoft.com/office/2006/metadata/properties" ma:root="true" ma:fieldsID="73c7374de2ecd01200187277c5e0b593" ns3:_="">
    <xsd:import namespace="0e1089ab-238d-4f34-8e8a-1e1e5907d4c8"/>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MediaServiceSystemTags" minOccurs="0"/>
                <xsd:element ref="ns3:MediaServiceGenerationTime" minOccurs="0"/>
                <xsd:element ref="ns3:MediaServiceEventHashCode" minOccurs="0"/>
                <xsd:element ref="ns3:MediaLengthInSeconds" minOccurs="0"/>
                <xsd:element ref="ns3:MediaServiceOCR" minOccurs="0"/>
                <xsd:element ref="ns3:MediaServiceLocation" minOccurs="0"/>
                <xsd:element ref="ns3:_activity"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e1089ab-238d-4f34-8e8a-1e1e5907d4c8"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Location" ma:index="18" nillable="true" ma:displayName="Location" ma:indexed="true" ma:internalName="MediaServiceLocation" ma:readOnly="true">
      <xsd:simpleType>
        <xsd:restriction base="dms:Text"/>
      </xsd:simpleType>
    </xsd:element>
    <xsd:element name="_activity" ma:index="19" nillable="true" ma:displayName="_activity" ma:hidden="true" ma:internalName="_activity">
      <xsd:simpleType>
        <xsd:restriction base="dms:Note"/>
      </xsd:simpleType>
    </xsd:element>
    <xsd:element name="MediaServiceBillingMetadata" ma:index="20"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05C4301-C29D-407B-9381-82889EE8729E}">
  <ds:schemaRefs>
    <ds:schemaRef ds:uri="0e1089ab-238d-4f34-8e8a-1e1e5907d4c8"/>
    <ds:schemaRef ds:uri="http://schemas.microsoft.com/office/2006/documentManagement/types"/>
    <ds:schemaRef ds:uri="http://purl.org/dc/elements/1.1/"/>
    <ds:schemaRef ds:uri="http://purl.org/dc/dcmitype/"/>
    <ds:schemaRef ds:uri="http://schemas.microsoft.com/office/infopath/2007/PartnerControls"/>
    <ds:schemaRef ds:uri="http://schemas.openxmlformats.org/package/2006/metadata/core-properties"/>
    <ds:schemaRef ds:uri="http://schemas.microsoft.com/office/2006/metadata/properties"/>
    <ds:schemaRef ds:uri="http://www.w3.org/XML/1998/namespace"/>
    <ds:schemaRef ds:uri="http://purl.org/dc/terms/"/>
  </ds:schemaRefs>
</ds:datastoreItem>
</file>

<file path=customXml/itemProps2.xml><?xml version="1.0" encoding="utf-8"?>
<ds:datastoreItem xmlns:ds="http://schemas.openxmlformats.org/officeDocument/2006/customXml" ds:itemID="{20EB7167-61AD-41F1-A0C7-D8F1990BF1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e1089ab-238d-4f34-8e8a-1e1e5907d4c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173F5B9-CA92-4B94-AB61-4BBEAEC9764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0</TotalTime>
  <Words>2885</Words>
  <Application>Microsoft Office PowerPoint</Application>
  <PresentationFormat>Breitbild</PresentationFormat>
  <Paragraphs>440</Paragraphs>
  <Slides>69</Slides>
  <Notes>8</Notes>
  <HiddenSlides>0</HiddenSlides>
  <MMClips>0</MMClips>
  <ScaleCrop>false</ScaleCrop>
  <HeadingPairs>
    <vt:vector size="6" baseType="variant">
      <vt:variant>
        <vt:lpstr>Verwendete Schriftarten</vt:lpstr>
      </vt:variant>
      <vt:variant>
        <vt:i4>9</vt:i4>
      </vt:variant>
      <vt:variant>
        <vt:lpstr>Design</vt:lpstr>
      </vt:variant>
      <vt:variant>
        <vt:i4>1</vt:i4>
      </vt:variant>
      <vt:variant>
        <vt:lpstr>Folientitel</vt:lpstr>
      </vt:variant>
      <vt:variant>
        <vt:i4>69</vt:i4>
      </vt:variant>
    </vt:vector>
  </HeadingPairs>
  <TitlesOfParts>
    <vt:vector size="79" baseType="lpstr">
      <vt:lpstr>ＭＳ Ｐゴシック</vt:lpstr>
      <vt:lpstr>Anthropic Serif</vt:lpstr>
      <vt:lpstr>Arial</vt:lpstr>
      <vt:lpstr>Bookman Old Style</vt:lpstr>
      <vt:lpstr>Calibri</vt:lpstr>
      <vt:lpstr>Cambria</vt:lpstr>
      <vt:lpstr>Garamond</vt:lpstr>
      <vt:lpstr>Symbol</vt:lpstr>
      <vt:lpstr>Wingdings</vt:lpstr>
      <vt:lpstr>IMC University of Applied Sciences</vt:lpstr>
      <vt:lpstr>Working with Qualitative Data</vt:lpstr>
      <vt:lpstr>Overview</vt:lpstr>
      <vt:lpstr>But: Why Data Driven … Everything?</vt:lpstr>
      <vt:lpstr>But: Why Data Driven … Everything?</vt:lpstr>
      <vt:lpstr>From Statistics to Data Science</vt:lpstr>
      <vt:lpstr>An often Unspoken Assumption:</vt:lpstr>
      <vt:lpstr>Look, Think, Test, Tell</vt:lpstr>
      <vt:lpstr>What Methods are There?  An Overview</vt:lpstr>
      <vt:lpstr>The qualitative Interview</vt:lpstr>
      <vt:lpstr>Workflow</vt:lpstr>
      <vt:lpstr>Types of qualitative Interviews</vt:lpstr>
      <vt:lpstr>Digression: The Interview Guide</vt:lpstr>
      <vt:lpstr>The Interview Guide</vt:lpstr>
      <vt:lpstr>The Interview Guide – From Questions to Topics …</vt:lpstr>
      <vt:lpstr>Workflow</vt:lpstr>
      <vt:lpstr>Transcription</vt:lpstr>
      <vt:lpstr>Transcription Old School Style</vt:lpstr>
      <vt:lpstr>Transcription: Selber machen lassen 😉</vt:lpstr>
      <vt:lpstr>An Example:</vt:lpstr>
      <vt:lpstr>Digression: The Interview Guide</vt:lpstr>
      <vt:lpstr>How Austrian SMEs Approach Net-Zero:  Meanings, Motivations, Barriers, and Futures </vt:lpstr>
      <vt:lpstr>Qualitative Content Analysis Software</vt:lpstr>
      <vt:lpstr>Qualitative Content Analysis in a Nutshell</vt:lpstr>
      <vt:lpstr>An Example: MAXQDA</vt:lpstr>
      <vt:lpstr>An Example: MAXQDA</vt:lpstr>
      <vt:lpstr>An Example: MAXQDA</vt:lpstr>
      <vt:lpstr>Thematic coding a la Hopf et al. (1995)</vt:lpstr>
      <vt:lpstr>Qualitative Analysis: The Basic Workflow</vt:lpstr>
      <vt:lpstr>One Approach: Thematic Coding (cf. Hopf et al 1995):</vt:lpstr>
      <vt:lpstr>The Interview Guide</vt:lpstr>
      <vt:lpstr>The Interview Guide – From Questions to Topics …</vt:lpstr>
      <vt:lpstr>The Interview Guide – From Topics to Categories</vt:lpstr>
      <vt:lpstr>The Interview Guide –  From Categories to (Sub-)Codes</vt:lpstr>
      <vt:lpstr>One Approach: Thematic Coding (cf. Hopf et al 1995):</vt:lpstr>
      <vt:lpstr>One Approach: Thematic Coding (cf. Hopf et al 1995):</vt:lpstr>
      <vt:lpstr>The Interview Guide –  From Categories to (Sub-)Codes</vt:lpstr>
      <vt:lpstr>One Approach: Thematic Coding (cf. Hopf et al 1995):</vt:lpstr>
      <vt:lpstr>Tipps for Evaluating your Category System  (cf. Rädiker &amp; Kuckartz, 2020:47pp.)</vt:lpstr>
      <vt:lpstr>Tipps for Evaluating your Category System  (cf. Rädiker &amp; Kuckartz, 2020:47pp.)</vt:lpstr>
      <vt:lpstr>Development of evaluation categories – the Checklist:</vt:lpstr>
      <vt:lpstr>One Approach: Thematic Coding (cf. Hopf et al 1995):</vt:lpstr>
      <vt:lpstr>2. Coding the Material</vt:lpstr>
      <vt:lpstr>2.1 Basic Coding</vt:lpstr>
      <vt:lpstr>2.2 Fine Coding (1/2)</vt:lpstr>
      <vt:lpstr>2.2 Fine Coding (2/2)</vt:lpstr>
      <vt:lpstr>One Approach: Thematic Coding (cf. Hopf et al 1995):</vt:lpstr>
      <vt:lpstr>3. Quantitative Material Overview / Mappings:</vt:lpstr>
      <vt:lpstr>3.1 Code Frequencies: Code Statistics</vt:lpstr>
      <vt:lpstr>3.2 Code Frequencies across Cases: Summary Grid</vt:lpstr>
      <vt:lpstr>3.3 Code Frequencies across Document Variables: Crosstabs</vt:lpstr>
      <vt:lpstr>3.4 Concept Mappings</vt:lpstr>
      <vt:lpstr>3.4 Concept Mappings</vt:lpstr>
      <vt:lpstr>One Approach: Thematic Coding (cf. Hopf et al 1995):</vt:lpstr>
      <vt:lpstr>Some General Recommendations</vt:lpstr>
      <vt:lpstr>Some general Recommendations from Rädiker &amp; Kuckartz (2020:110)</vt:lpstr>
      <vt:lpstr>Some general Recommendations from Rädiker &amp; Kuckartz (2020:110)</vt:lpstr>
      <vt:lpstr>Train Transforming Questions into Categories and Sub-Codes</vt:lpstr>
      <vt:lpstr>Can’t this AI Thing do this for Me?</vt:lpstr>
      <vt:lpstr>Yes, to a Degree</vt:lpstr>
      <vt:lpstr>Yes, to a Degree</vt:lpstr>
      <vt:lpstr>Always Remember: Quality Criteria in Science</vt:lpstr>
      <vt:lpstr>High-end or Budget-friendly?</vt:lpstr>
      <vt:lpstr>High-end or Budget-friendly?</vt:lpstr>
      <vt:lpstr>PowerPoint-Präsentation</vt:lpstr>
      <vt:lpstr>Alles Selber machen lassen?</vt:lpstr>
      <vt:lpstr>Alles Selber machen lassen?</vt:lpstr>
      <vt:lpstr>Conclusions</vt:lpstr>
      <vt:lpstr>Conclusions</vt:lpstr>
      <vt:lpstr>So long &amp; cheerio!</vt:lpstr>
    </vt:vector>
  </TitlesOfParts>
  <Company>IMC University of Applied Sciences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Karl Michael Höferl</dc:creator>
  <cp:lastModifiedBy>Karl Michael Höferl</cp:lastModifiedBy>
  <cp:revision>245</cp:revision>
  <dcterms:created xsi:type="dcterms:W3CDTF">2023-06-26T10:57:31Z</dcterms:created>
  <dcterms:modified xsi:type="dcterms:W3CDTF">2026-05-22T11:55:14Z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0x010100C58D664516BE24469EECE7B1C74B4CED</vt:lpwstr>
  </property>
  <property fmtid="{D5CDD505-2E9C-101B-9397-08002B2CF9AE}" pid="3" name="MediaServiceImageTags">
    <vt:lpwstr/>
  </property>
</Properties>
</file>