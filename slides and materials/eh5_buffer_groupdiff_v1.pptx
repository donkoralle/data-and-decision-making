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4"/>
  </p:sldMasterIdLst>
  <p:notesMasterIdLst>
    <p:notesMasterId r:id="rId49"/>
  </p:notesMasterIdLst>
  <p:handoutMasterIdLst>
    <p:handoutMasterId r:id="rId50"/>
  </p:handoutMasterIdLst>
  <p:sldIdLst>
    <p:sldId id="274" r:id="rId5"/>
    <p:sldId id="278" r:id="rId6"/>
    <p:sldId id="1376" r:id="rId7"/>
    <p:sldId id="1377" r:id="rId8"/>
    <p:sldId id="1380" r:id="rId9"/>
    <p:sldId id="1381" r:id="rId10"/>
    <p:sldId id="1388" r:id="rId11"/>
    <p:sldId id="1378" r:id="rId12"/>
    <p:sldId id="1382" r:id="rId13"/>
    <p:sldId id="1389" r:id="rId14"/>
    <p:sldId id="1390" r:id="rId15"/>
    <p:sldId id="1394" r:id="rId16"/>
    <p:sldId id="1391" r:id="rId17"/>
    <p:sldId id="1393" r:id="rId18"/>
    <p:sldId id="1392" r:id="rId19"/>
    <p:sldId id="1395" r:id="rId20"/>
    <p:sldId id="1396" r:id="rId21"/>
    <p:sldId id="1397" r:id="rId22"/>
    <p:sldId id="1401" r:id="rId23"/>
    <p:sldId id="1402" r:id="rId24"/>
    <p:sldId id="1400" r:id="rId25"/>
    <p:sldId id="1399" r:id="rId26"/>
    <p:sldId id="1398" r:id="rId27"/>
    <p:sldId id="1403" r:id="rId28"/>
    <p:sldId id="1404" r:id="rId29"/>
    <p:sldId id="1405" r:id="rId30"/>
    <p:sldId id="1406" r:id="rId31"/>
    <p:sldId id="1407" r:id="rId32"/>
    <p:sldId id="1408" r:id="rId33"/>
    <p:sldId id="1409" r:id="rId34"/>
    <p:sldId id="1410" r:id="rId35"/>
    <p:sldId id="1411" r:id="rId36"/>
    <p:sldId id="1414" r:id="rId37"/>
    <p:sldId id="1412" r:id="rId38"/>
    <p:sldId id="1413" r:id="rId39"/>
    <p:sldId id="1419" r:id="rId40"/>
    <p:sldId id="1416" r:id="rId41"/>
    <p:sldId id="1417" r:id="rId42"/>
    <p:sldId id="1418" r:id="rId43"/>
    <p:sldId id="1420" r:id="rId44"/>
    <p:sldId id="1421" r:id="rId45"/>
    <p:sldId id="1113" r:id="rId46"/>
    <p:sldId id="1307" r:id="rId47"/>
    <p:sldId id="277" r:id="rId4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9F72D9-D0FD-4FA6-A9BC-749821B702A6}">
          <p14:sldIdLst>
            <p14:sldId id="274"/>
            <p14:sldId id="278"/>
          </p14:sldIdLst>
        </p14:section>
        <p14:section name="check Normal distribution" id="{3F7F6E9B-3899-42F2-9D5A-4E549B277499}">
          <p14:sldIdLst>
            <p14:sldId id="1376"/>
            <p14:sldId id="1377"/>
            <p14:sldId id="1380"/>
            <p14:sldId id="1381"/>
            <p14:sldId id="1388"/>
            <p14:sldId id="1378"/>
            <p14:sldId id="1382"/>
          </p14:sldIdLst>
        </p14:section>
        <p14:section name="Group differences" id="{12A074DD-2C5A-4CE6-8D61-B2713E8E9F1F}">
          <p14:sldIdLst>
            <p14:sldId id="1389"/>
            <p14:sldId id="1390"/>
            <p14:sldId id="1394"/>
            <p14:sldId id="1391"/>
            <p14:sldId id="1393"/>
            <p14:sldId id="1392"/>
          </p14:sldIdLst>
        </p14:section>
        <p14:section name="Kruskal Wallis" id="{C710B8F0-3E09-4051-A3BB-40EBC6171A13}">
          <p14:sldIdLst>
            <p14:sldId id="1395"/>
            <p14:sldId id="1396"/>
            <p14:sldId id="1397"/>
            <p14:sldId id="1401"/>
            <p14:sldId id="1402"/>
            <p14:sldId id="1400"/>
            <p14:sldId id="1399"/>
            <p14:sldId id="1398"/>
          </p14:sldIdLst>
        </p14:section>
        <p14:section name="One wasy ANOVA" id="{641A9DF0-4B4D-4269-A036-5C3705FA0A3C}">
          <p14:sldIdLst>
            <p14:sldId id="1403"/>
            <p14:sldId id="1404"/>
            <p14:sldId id="1405"/>
            <p14:sldId id="1406"/>
            <p14:sldId id="1407"/>
            <p14:sldId id="1408"/>
          </p14:sldIdLst>
        </p14:section>
        <p14:section name="Data Ninja" id="{431CFA80-5408-48F0-A4E7-C6C2D7A80CB1}">
          <p14:sldIdLst>
            <p14:sldId id="1409"/>
            <p14:sldId id="1410"/>
            <p14:sldId id="1411"/>
            <p14:sldId id="1414"/>
            <p14:sldId id="1412"/>
            <p14:sldId id="1413"/>
            <p14:sldId id="1419"/>
            <p14:sldId id="1416"/>
            <p14:sldId id="1417"/>
            <p14:sldId id="1418"/>
            <p14:sldId id="1420"/>
            <p14:sldId id="1421"/>
          </p14:sldIdLst>
        </p14:section>
        <p14:section name="Outlook" id="{1979E27D-F66C-4CF2-98F7-5F248326F51B}">
          <p14:sldIdLst>
            <p14:sldId id="1113"/>
            <p14:sldId id="1307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FB3"/>
    <a:srgbClr val="EEEEEC"/>
    <a:srgbClr val="EDEEE9"/>
    <a:srgbClr val="95C31B"/>
    <a:srgbClr val="EA4764"/>
    <a:srgbClr val="6486C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75334-C50F-4E60-AFD4-E1AE2B22A311}" v="341" dt="2026-03-25T08:33:12.8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79711" autoAdjust="0"/>
  </p:normalViewPr>
  <p:slideViewPr>
    <p:cSldViewPr showGuides="1">
      <p:cViewPr varScale="1">
        <p:scale>
          <a:sx n="89" d="100"/>
          <a:sy n="89" d="100"/>
        </p:scale>
        <p:origin x="120" y="8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>
        <p:scale>
          <a:sx n="66" d="100"/>
          <a:sy n="66" d="100"/>
        </p:scale>
        <p:origin x="3354" y="44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Michael Höferl" userId="544d2ce1-0a3b-4706-9dfd-c6d69d0e3c8e" providerId="ADAL" clId="{728816E0-0922-4745-AF12-C87F45E7DFA0}"/>
    <pc:docChg chg="undo redo custSel addSld delSld modSld sldOrd addSection delSection modSection">
      <pc:chgData name="Karl Michael Höferl" userId="544d2ce1-0a3b-4706-9dfd-c6d69d0e3c8e" providerId="ADAL" clId="{728816E0-0922-4745-AF12-C87F45E7DFA0}" dt="2026-03-27T12:31:54.414" v="4174" actId="1076"/>
      <pc:docMkLst>
        <pc:docMk/>
      </pc:docMkLst>
      <pc:sldChg chg="modSp mod">
        <pc:chgData name="Karl Michael Höferl" userId="544d2ce1-0a3b-4706-9dfd-c6d69d0e3c8e" providerId="ADAL" clId="{728816E0-0922-4745-AF12-C87F45E7DFA0}" dt="2026-03-25T08:35:02.664" v="4164" actId="313"/>
        <pc:sldMkLst>
          <pc:docMk/>
          <pc:sldMk cId="1714654990" sldId="274"/>
        </pc:sldMkLst>
        <pc:spChg chg="mod">
          <ac:chgData name="Karl Michael Höferl" userId="544d2ce1-0a3b-4706-9dfd-c6d69d0e3c8e" providerId="ADAL" clId="{728816E0-0922-4745-AF12-C87F45E7DFA0}" dt="2026-03-25T08:35:02.664" v="4164" actId="313"/>
          <ac:spMkLst>
            <pc:docMk/>
            <pc:sldMk cId="1714654990" sldId="274"/>
            <ac:spMk id="3" creationId="{78ECA2FC-8EBF-2FBC-EBF2-E347275417F5}"/>
          </ac:spMkLst>
        </pc:spChg>
        <pc:spChg chg="mod">
          <ac:chgData name="Karl Michael Höferl" userId="544d2ce1-0a3b-4706-9dfd-c6d69d0e3c8e" providerId="ADAL" clId="{728816E0-0922-4745-AF12-C87F45E7DFA0}" dt="2026-03-25T08:22:12.346" v="3843" actId="790"/>
          <ac:spMkLst>
            <pc:docMk/>
            <pc:sldMk cId="1714654990" sldId="274"/>
            <ac:spMk id="4" creationId="{F4502378-B236-0724-12B2-56238B51872B}"/>
          </ac:spMkLst>
        </pc:spChg>
        <pc:spChg chg="mod">
          <ac:chgData name="Karl Michael Höferl" userId="544d2ce1-0a3b-4706-9dfd-c6d69d0e3c8e" providerId="ADAL" clId="{728816E0-0922-4745-AF12-C87F45E7DFA0}" dt="2026-03-25T08:22:12.347" v="3844" actId="790"/>
          <ac:spMkLst>
            <pc:docMk/>
            <pc:sldMk cId="1714654990" sldId="274"/>
            <ac:spMk id="5" creationId="{D4CAB6A2-FD2E-0A0E-1E7C-685BDC8AB00A}"/>
          </ac:spMkLst>
        </pc:spChg>
        <pc:spChg chg="mod">
          <ac:chgData name="Karl Michael Höferl" userId="544d2ce1-0a3b-4706-9dfd-c6d69d0e3c8e" providerId="ADAL" clId="{728816E0-0922-4745-AF12-C87F45E7DFA0}" dt="2026-03-25T08:22:12.348" v="3845" actId="790"/>
          <ac:spMkLst>
            <pc:docMk/>
            <pc:sldMk cId="1714654990" sldId="274"/>
            <ac:spMk id="7" creationId="{AE42D817-3BF5-0859-ABA5-56BA456FF739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829" v="4023" actId="790"/>
        <pc:sldMkLst>
          <pc:docMk/>
          <pc:sldMk cId="2537912681" sldId="277"/>
        </pc:sldMkLst>
        <pc:spChg chg="mod">
          <ac:chgData name="Karl Michael Höferl" userId="544d2ce1-0a3b-4706-9dfd-c6d69d0e3c8e" providerId="ADAL" clId="{728816E0-0922-4745-AF12-C87F45E7DFA0}" dt="2026-03-25T08:22:12.829" v="4023" actId="790"/>
          <ac:spMkLst>
            <pc:docMk/>
            <pc:sldMk cId="2537912681" sldId="277"/>
            <ac:spMk id="10" creationId="{B268FE5F-26AC-C00D-E469-92E59064A6CC}"/>
          </ac:spMkLst>
        </pc:spChg>
      </pc:sldChg>
      <pc:sldChg chg="modSp mod">
        <pc:chgData name="Karl Michael Höferl" userId="544d2ce1-0a3b-4706-9dfd-c6d69d0e3c8e" providerId="ADAL" clId="{728816E0-0922-4745-AF12-C87F45E7DFA0}" dt="2026-03-25T08:34:29.125" v="4116" actId="20577"/>
        <pc:sldMkLst>
          <pc:docMk/>
          <pc:sldMk cId="3966956599" sldId="278"/>
        </pc:sldMkLst>
        <pc:spChg chg="mod">
          <ac:chgData name="Karl Michael Höferl" userId="544d2ce1-0a3b-4706-9dfd-c6d69d0e3c8e" providerId="ADAL" clId="{728816E0-0922-4745-AF12-C87F45E7DFA0}" dt="2026-03-25T08:22:12.354" v="3850" actId="790"/>
          <ac:spMkLst>
            <pc:docMk/>
            <pc:sldMk cId="3966956599" sldId="278"/>
            <ac:spMk id="2" creationId="{8E685C95-94E5-A5B0-7580-C531D1A59A1E}"/>
          </ac:spMkLst>
        </pc:spChg>
        <pc:spChg chg="mod">
          <ac:chgData name="Karl Michael Höferl" userId="544d2ce1-0a3b-4706-9dfd-c6d69d0e3c8e" providerId="ADAL" clId="{728816E0-0922-4745-AF12-C87F45E7DFA0}" dt="2026-03-25T08:22:12.349" v="3846" actId="790"/>
          <ac:spMkLst>
            <pc:docMk/>
            <pc:sldMk cId="3966956599" sldId="278"/>
            <ac:spMk id="6" creationId="{D1F21953-5825-54FF-DD84-ED80226FBB1E}"/>
          </ac:spMkLst>
        </pc:spChg>
        <pc:spChg chg="mod">
          <ac:chgData name="Karl Michael Höferl" userId="544d2ce1-0a3b-4706-9dfd-c6d69d0e3c8e" providerId="ADAL" clId="{728816E0-0922-4745-AF12-C87F45E7DFA0}" dt="2026-03-25T08:34:29.125" v="4116" actId="20577"/>
          <ac:spMkLst>
            <pc:docMk/>
            <pc:sldMk cId="3966956599" sldId="278"/>
            <ac:spMk id="7" creationId="{099EF4D1-C3FA-6B89-E7F8-3935D779FF1D}"/>
          </ac:spMkLst>
        </pc:spChg>
        <pc:spChg chg="mod">
          <ac:chgData name="Karl Michael Höferl" userId="544d2ce1-0a3b-4706-9dfd-c6d69d0e3c8e" providerId="ADAL" clId="{728816E0-0922-4745-AF12-C87F45E7DFA0}" dt="2026-03-25T08:22:12.352" v="3848" actId="790"/>
          <ac:spMkLst>
            <pc:docMk/>
            <pc:sldMk cId="3966956599" sldId="278"/>
            <ac:spMk id="9" creationId="{C9C7155B-A456-92AA-517F-BB971C939B2C}"/>
          </ac:spMkLst>
        </pc:spChg>
        <pc:spChg chg="mod">
          <ac:chgData name="Karl Michael Höferl" userId="544d2ce1-0a3b-4706-9dfd-c6d69d0e3c8e" providerId="ADAL" clId="{728816E0-0922-4745-AF12-C87F45E7DFA0}" dt="2026-03-25T08:22:12.353" v="3849" actId="790"/>
          <ac:spMkLst>
            <pc:docMk/>
            <pc:sldMk cId="3966956599" sldId="278"/>
            <ac:spMk id="14" creationId="{FB0825BA-6A02-22EE-1F32-1608C61C8F8D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818" v="4017" actId="790"/>
        <pc:sldMkLst>
          <pc:docMk/>
          <pc:sldMk cId="587423238" sldId="1113"/>
        </pc:sldMkLst>
        <pc:spChg chg="mod">
          <ac:chgData name="Karl Michael Höferl" userId="544d2ce1-0a3b-4706-9dfd-c6d69d0e3c8e" providerId="ADAL" clId="{728816E0-0922-4745-AF12-C87F45E7DFA0}" dt="2026-03-25T08:22:12.818" v="4017" actId="790"/>
          <ac:spMkLst>
            <pc:docMk/>
            <pc:sldMk cId="587423238" sldId="1113"/>
            <ac:spMk id="2" creationId="{0EB3363A-D7B1-3A7A-DB8C-E2BF875193A7}"/>
          </ac:spMkLst>
        </pc:spChg>
        <pc:spChg chg="mod">
          <ac:chgData name="Karl Michael Höferl" userId="544d2ce1-0a3b-4706-9dfd-c6d69d0e3c8e" providerId="ADAL" clId="{728816E0-0922-4745-AF12-C87F45E7DFA0}" dt="2026-03-25T08:22:12.818" v="4016" actId="790"/>
          <ac:spMkLst>
            <pc:docMk/>
            <pc:sldMk cId="587423238" sldId="1113"/>
            <ac:spMk id="7" creationId="{6D48265A-96F2-9C87-84B5-596060FF0E80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826" v="4022" actId="790"/>
        <pc:sldMkLst>
          <pc:docMk/>
          <pc:sldMk cId="201534305" sldId="1307"/>
        </pc:sldMkLst>
        <pc:spChg chg="mod">
          <ac:chgData name="Karl Michael Höferl" userId="544d2ce1-0a3b-4706-9dfd-c6d69d0e3c8e" providerId="ADAL" clId="{728816E0-0922-4745-AF12-C87F45E7DFA0}" dt="2026-03-25T08:22:12.819" v="4018" actId="790"/>
          <ac:spMkLst>
            <pc:docMk/>
            <pc:sldMk cId="201534305" sldId="1307"/>
            <ac:spMk id="2" creationId="{1DED73BE-4E25-CCB5-9A2E-1BF56404A45F}"/>
          </ac:spMkLst>
        </pc:spChg>
        <pc:spChg chg="mod">
          <ac:chgData name="Karl Michael Höferl" userId="544d2ce1-0a3b-4706-9dfd-c6d69d0e3c8e" providerId="ADAL" clId="{728816E0-0922-4745-AF12-C87F45E7DFA0}" dt="2026-03-25T08:22:12.821" v="4019" actId="790"/>
          <ac:spMkLst>
            <pc:docMk/>
            <pc:sldMk cId="201534305" sldId="1307"/>
            <ac:spMk id="3" creationId="{F4E91D2C-1A92-6B6A-F797-B1885D765DAA}"/>
          </ac:spMkLst>
        </pc:spChg>
        <pc:spChg chg="mod">
          <ac:chgData name="Karl Michael Höferl" userId="544d2ce1-0a3b-4706-9dfd-c6d69d0e3c8e" providerId="ADAL" clId="{728816E0-0922-4745-AF12-C87F45E7DFA0}" dt="2026-03-25T08:22:12.824" v="4020" actId="790"/>
          <ac:spMkLst>
            <pc:docMk/>
            <pc:sldMk cId="201534305" sldId="1307"/>
            <ac:spMk id="4" creationId="{B0B20038-F742-A10A-233F-F413BB56FB02}"/>
          </ac:spMkLst>
        </pc:spChg>
        <pc:spChg chg="mod">
          <ac:chgData name="Karl Michael Höferl" userId="544d2ce1-0a3b-4706-9dfd-c6d69d0e3c8e" providerId="ADAL" clId="{728816E0-0922-4745-AF12-C87F45E7DFA0}" dt="2026-03-25T08:22:12.825" v="4021" actId="790"/>
          <ac:spMkLst>
            <pc:docMk/>
            <pc:sldMk cId="201534305" sldId="1307"/>
            <ac:spMk id="5" creationId="{2367C216-F648-2CEB-F916-C0140D7EA92F}"/>
          </ac:spMkLst>
        </pc:spChg>
        <pc:spChg chg="mod">
          <ac:chgData name="Karl Michael Höferl" userId="544d2ce1-0a3b-4706-9dfd-c6d69d0e3c8e" providerId="ADAL" clId="{728816E0-0922-4745-AF12-C87F45E7DFA0}" dt="2026-03-25T08:22:12.826" v="4022" actId="790"/>
          <ac:spMkLst>
            <pc:docMk/>
            <pc:sldMk cId="201534305" sldId="1307"/>
            <ac:spMk id="6" creationId="{CEDC14DE-67DF-FEBB-53AD-86AD35A79AEA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55" v="3851" actId="790"/>
        <pc:sldMkLst>
          <pc:docMk/>
          <pc:sldMk cId="4034148669" sldId="1376"/>
        </pc:sldMkLst>
        <pc:spChg chg="mod">
          <ac:chgData name="Karl Michael Höferl" userId="544d2ce1-0a3b-4706-9dfd-c6d69d0e3c8e" providerId="ADAL" clId="{728816E0-0922-4745-AF12-C87F45E7DFA0}" dt="2026-03-25T08:22:12.355" v="3851" actId="790"/>
          <ac:spMkLst>
            <pc:docMk/>
            <pc:sldMk cId="4034148669" sldId="1376"/>
            <ac:spMk id="7" creationId="{93B06E4B-D30C-7A6B-987C-8A979D244C1D}"/>
          </ac:spMkLst>
        </pc:spChg>
      </pc:sldChg>
      <pc:sldChg chg="modSp mod">
        <pc:chgData name="Karl Michael Höferl" userId="544d2ce1-0a3b-4706-9dfd-c6d69d0e3c8e" providerId="ADAL" clId="{728816E0-0922-4745-AF12-C87F45E7DFA0}" dt="2026-03-25T08:29:37.445" v="4065" actId="313"/>
        <pc:sldMkLst>
          <pc:docMk/>
          <pc:sldMk cId="1701447729" sldId="1377"/>
        </pc:sldMkLst>
        <pc:spChg chg="mod">
          <ac:chgData name="Karl Michael Höferl" userId="544d2ce1-0a3b-4706-9dfd-c6d69d0e3c8e" providerId="ADAL" clId="{728816E0-0922-4745-AF12-C87F45E7DFA0}" dt="2026-03-25T08:22:12.356" v="3852" actId="790"/>
          <ac:spMkLst>
            <pc:docMk/>
            <pc:sldMk cId="1701447729" sldId="1377"/>
            <ac:spMk id="2" creationId="{84FA2D55-51B9-8529-72F5-87E530FD950C}"/>
          </ac:spMkLst>
        </pc:spChg>
        <pc:spChg chg="mod">
          <ac:chgData name="Karl Michael Höferl" userId="544d2ce1-0a3b-4706-9dfd-c6d69d0e3c8e" providerId="ADAL" clId="{728816E0-0922-4745-AF12-C87F45E7DFA0}" dt="2026-03-25T08:29:37.445" v="4065" actId="313"/>
          <ac:spMkLst>
            <pc:docMk/>
            <pc:sldMk cId="1701447729" sldId="1377"/>
            <ac:spMk id="3" creationId="{B230686E-9736-A689-EE03-AF43D884AEE4}"/>
          </ac:spMkLst>
        </pc:spChg>
        <pc:spChg chg="mod">
          <ac:chgData name="Karl Michael Höferl" userId="544d2ce1-0a3b-4706-9dfd-c6d69d0e3c8e" providerId="ADAL" clId="{728816E0-0922-4745-AF12-C87F45E7DFA0}" dt="2026-03-25T08:22:12.363" v="3854" actId="790"/>
          <ac:spMkLst>
            <pc:docMk/>
            <pc:sldMk cId="1701447729" sldId="1377"/>
            <ac:spMk id="4" creationId="{32129816-28F8-745C-A02E-6D4655D68CDC}"/>
          </ac:spMkLst>
        </pc:spChg>
        <pc:spChg chg="mod">
          <ac:chgData name="Karl Michael Höferl" userId="544d2ce1-0a3b-4706-9dfd-c6d69d0e3c8e" providerId="ADAL" clId="{728816E0-0922-4745-AF12-C87F45E7DFA0}" dt="2026-03-25T08:22:12.364" v="3855" actId="790"/>
          <ac:spMkLst>
            <pc:docMk/>
            <pc:sldMk cId="1701447729" sldId="1377"/>
            <ac:spMk id="5" creationId="{FEAC8584-8D53-EEE9-F425-FBB2CFDE24D1}"/>
          </ac:spMkLst>
        </pc:spChg>
        <pc:spChg chg="mod">
          <ac:chgData name="Karl Michael Höferl" userId="544d2ce1-0a3b-4706-9dfd-c6d69d0e3c8e" providerId="ADAL" clId="{728816E0-0922-4745-AF12-C87F45E7DFA0}" dt="2026-03-25T08:22:12.365" v="3856" actId="790"/>
          <ac:spMkLst>
            <pc:docMk/>
            <pc:sldMk cId="1701447729" sldId="1377"/>
            <ac:spMk id="6" creationId="{02F0BCA4-742B-F8E3-9D3D-FDBA066D34A5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92" v="3875" actId="790"/>
        <pc:sldMkLst>
          <pc:docMk/>
          <pc:sldMk cId="624228248" sldId="1378"/>
        </pc:sldMkLst>
        <pc:spChg chg="mod">
          <ac:chgData name="Karl Michael Höferl" userId="544d2ce1-0a3b-4706-9dfd-c6d69d0e3c8e" providerId="ADAL" clId="{728816E0-0922-4745-AF12-C87F45E7DFA0}" dt="2026-03-25T08:22:12.385" v="3871" actId="790"/>
          <ac:spMkLst>
            <pc:docMk/>
            <pc:sldMk cId="624228248" sldId="1378"/>
            <ac:spMk id="2" creationId="{77066C25-F280-B2C6-A3BA-23CF9D6B25B7}"/>
          </ac:spMkLst>
        </pc:spChg>
        <pc:spChg chg="mod">
          <ac:chgData name="Karl Michael Höferl" userId="544d2ce1-0a3b-4706-9dfd-c6d69d0e3c8e" providerId="ADAL" clId="{728816E0-0922-4745-AF12-C87F45E7DFA0}" dt="2026-03-25T08:22:12.386" v="3872" actId="790"/>
          <ac:spMkLst>
            <pc:docMk/>
            <pc:sldMk cId="624228248" sldId="1378"/>
            <ac:spMk id="3" creationId="{31C11954-783E-0933-5879-85789D2E2EE6}"/>
          </ac:spMkLst>
        </pc:spChg>
        <pc:spChg chg="mod">
          <ac:chgData name="Karl Michael Höferl" userId="544d2ce1-0a3b-4706-9dfd-c6d69d0e3c8e" providerId="ADAL" clId="{728816E0-0922-4745-AF12-C87F45E7DFA0}" dt="2026-03-25T08:22:12.389" v="3873" actId="790"/>
          <ac:spMkLst>
            <pc:docMk/>
            <pc:sldMk cId="624228248" sldId="1378"/>
            <ac:spMk id="4" creationId="{0FC743E6-EC78-ABCC-1273-32CA626E27F1}"/>
          </ac:spMkLst>
        </pc:spChg>
        <pc:spChg chg="mod">
          <ac:chgData name="Karl Michael Höferl" userId="544d2ce1-0a3b-4706-9dfd-c6d69d0e3c8e" providerId="ADAL" clId="{728816E0-0922-4745-AF12-C87F45E7DFA0}" dt="2026-03-25T08:22:12.391" v="3874" actId="790"/>
          <ac:spMkLst>
            <pc:docMk/>
            <pc:sldMk cId="624228248" sldId="1378"/>
            <ac:spMk id="5" creationId="{E7C73395-B7FE-B28B-F0F0-13507906E704}"/>
          </ac:spMkLst>
        </pc:spChg>
        <pc:spChg chg="mod">
          <ac:chgData name="Karl Michael Höferl" userId="544d2ce1-0a3b-4706-9dfd-c6d69d0e3c8e" providerId="ADAL" clId="{728816E0-0922-4745-AF12-C87F45E7DFA0}" dt="2026-03-25T08:22:12.392" v="3875" actId="790"/>
          <ac:spMkLst>
            <pc:docMk/>
            <pc:sldMk cId="624228248" sldId="1378"/>
            <ac:spMk id="6" creationId="{628BDE4B-58D4-3005-D29A-7ACECB7A7A28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73" v="3861" actId="790"/>
        <pc:sldMkLst>
          <pc:docMk/>
          <pc:sldMk cId="2373959602" sldId="1380"/>
        </pc:sldMkLst>
        <pc:spChg chg="mod">
          <ac:chgData name="Karl Michael Höferl" userId="544d2ce1-0a3b-4706-9dfd-c6d69d0e3c8e" providerId="ADAL" clId="{728816E0-0922-4745-AF12-C87F45E7DFA0}" dt="2026-03-25T08:22:12.366" v="3857" actId="790"/>
          <ac:spMkLst>
            <pc:docMk/>
            <pc:sldMk cId="2373959602" sldId="1380"/>
            <ac:spMk id="2" creationId="{77C7BE22-BD7A-EF4F-AF15-1B068D94DAA1}"/>
          </ac:spMkLst>
        </pc:spChg>
        <pc:spChg chg="mod">
          <ac:chgData name="Karl Michael Höferl" userId="544d2ce1-0a3b-4706-9dfd-c6d69d0e3c8e" providerId="ADAL" clId="{728816E0-0922-4745-AF12-C87F45E7DFA0}" dt="2026-03-25T08:22:12.367" v="3858" actId="790"/>
          <ac:spMkLst>
            <pc:docMk/>
            <pc:sldMk cId="2373959602" sldId="1380"/>
            <ac:spMk id="3" creationId="{1E6607F8-5009-9102-D072-CEAED03FEE44}"/>
          </ac:spMkLst>
        </pc:spChg>
        <pc:spChg chg="mod">
          <ac:chgData name="Karl Michael Höferl" userId="544d2ce1-0a3b-4706-9dfd-c6d69d0e3c8e" providerId="ADAL" clId="{728816E0-0922-4745-AF12-C87F45E7DFA0}" dt="2026-03-25T08:22:12.373" v="3861" actId="790"/>
          <ac:spMkLst>
            <pc:docMk/>
            <pc:sldMk cId="2373959602" sldId="1380"/>
            <ac:spMk id="4" creationId="{B1E20B2F-7411-719E-6C14-86F817CA5E2F}"/>
          </ac:spMkLst>
        </pc:spChg>
        <pc:spChg chg="mod">
          <ac:chgData name="Karl Michael Höferl" userId="544d2ce1-0a3b-4706-9dfd-c6d69d0e3c8e" providerId="ADAL" clId="{728816E0-0922-4745-AF12-C87F45E7DFA0}" dt="2026-03-25T08:22:12.368" v="3859" actId="790"/>
          <ac:spMkLst>
            <pc:docMk/>
            <pc:sldMk cId="2373959602" sldId="1380"/>
            <ac:spMk id="5" creationId="{D39D658E-35B0-DFE2-DA73-ECC3BA4DA4FB}"/>
          </ac:spMkLst>
        </pc:spChg>
        <pc:spChg chg="mod">
          <ac:chgData name="Karl Michael Höferl" userId="544d2ce1-0a3b-4706-9dfd-c6d69d0e3c8e" providerId="ADAL" clId="{728816E0-0922-4745-AF12-C87F45E7DFA0}" dt="2026-03-25T08:22:12.370" v="3860" actId="790"/>
          <ac:spMkLst>
            <pc:docMk/>
            <pc:sldMk cId="2373959602" sldId="1380"/>
            <ac:spMk id="6" creationId="{764F919E-82F0-ADA4-41EE-BC8C3B7AC0C2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80" v="3866" actId="790"/>
        <pc:sldMkLst>
          <pc:docMk/>
          <pc:sldMk cId="1940604291" sldId="1381"/>
        </pc:sldMkLst>
        <pc:spChg chg="mod">
          <ac:chgData name="Karl Michael Höferl" userId="544d2ce1-0a3b-4706-9dfd-c6d69d0e3c8e" providerId="ADAL" clId="{728816E0-0922-4745-AF12-C87F45E7DFA0}" dt="2026-03-25T08:22:12.374" v="3862" actId="790"/>
          <ac:spMkLst>
            <pc:docMk/>
            <pc:sldMk cId="1940604291" sldId="1381"/>
            <ac:spMk id="2" creationId="{A0F11D59-8C00-DEF3-5460-0FB07201948C}"/>
          </ac:spMkLst>
        </pc:spChg>
        <pc:spChg chg="mod">
          <ac:chgData name="Karl Michael Höferl" userId="544d2ce1-0a3b-4706-9dfd-c6d69d0e3c8e" providerId="ADAL" clId="{728816E0-0922-4745-AF12-C87F45E7DFA0}" dt="2026-03-25T08:22:12.375" v="3863" actId="790"/>
          <ac:spMkLst>
            <pc:docMk/>
            <pc:sldMk cId="1940604291" sldId="1381"/>
            <ac:spMk id="3" creationId="{73AA323B-BF98-8E16-4BF7-C19FE97AC3D7}"/>
          </ac:spMkLst>
        </pc:spChg>
        <pc:spChg chg="mod">
          <ac:chgData name="Karl Michael Höferl" userId="544d2ce1-0a3b-4706-9dfd-c6d69d0e3c8e" providerId="ADAL" clId="{728816E0-0922-4745-AF12-C87F45E7DFA0}" dt="2026-03-25T08:22:12.380" v="3866" actId="790"/>
          <ac:spMkLst>
            <pc:docMk/>
            <pc:sldMk cId="1940604291" sldId="1381"/>
            <ac:spMk id="4" creationId="{C23AD596-9CBF-3F2D-ADFA-B370008953F2}"/>
          </ac:spMkLst>
        </pc:spChg>
        <pc:spChg chg="mod">
          <ac:chgData name="Karl Michael Höferl" userId="544d2ce1-0a3b-4706-9dfd-c6d69d0e3c8e" providerId="ADAL" clId="{728816E0-0922-4745-AF12-C87F45E7DFA0}" dt="2026-03-25T08:22:12.376" v="3864" actId="790"/>
          <ac:spMkLst>
            <pc:docMk/>
            <pc:sldMk cId="1940604291" sldId="1381"/>
            <ac:spMk id="5" creationId="{4A77E8EC-186D-54AB-2F42-AE2B5F9A4317}"/>
          </ac:spMkLst>
        </pc:spChg>
        <pc:spChg chg="mod">
          <ac:chgData name="Karl Michael Höferl" userId="544d2ce1-0a3b-4706-9dfd-c6d69d0e3c8e" providerId="ADAL" clId="{728816E0-0922-4745-AF12-C87F45E7DFA0}" dt="2026-03-25T08:22:12.377" v="3865" actId="790"/>
          <ac:spMkLst>
            <pc:docMk/>
            <pc:sldMk cId="1940604291" sldId="1381"/>
            <ac:spMk id="6" creationId="{B64ACA71-BAB2-FB16-0B87-5C232AD74EA7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98" v="3880" actId="790"/>
        <pc:sldMkLst>
          <pc:docMk/>
          <pc:sldMk cId="1165855379" sldId="1382"/>
        </pc:sldMkLst>
        <pc:spChg chg="mod">
          <ac:chgData name="Karl Michael Höferl" userId="544d2ce1-0a3b-4706-9dfd-c6d69d0e3c8e" providerId="ADAL" clId="{728816E0-0922-4745-AF12-C87F45E7DFA0}" dt="2026-03-25T08:22:12.394" v="3876" actId="790"/>
          <ac:spMkLst>
            <pc:docMk/>
            <pc:sldMk cId="1165855379" sldId="1382"/>
            <ac:spMk id="2" creationId="{9AB9691A-A271-B6AD-63CE-399C902DCD0F}"/>
          </ac:spMkLst>
        </pc:spChg>
        <pc:spChg chg="mod">
          <ac:chgData name="Karl Michael Höferl" userId="544d2ce1-0a3b-4706-9dfd-c6d69d0e3c8e" providerId="ADAL" clId="{728816E0-0922-4745-AF12-C87F45E7DFA0}" dt="2026-03-25T08:22:12.395" v="3877" actId="790"/>
          <ac:spMkLst>
            <pc:docMk/>
            <pc:sldMk cId="1165855379" sldId="1382"/>
            <ac:spMk id="3" creationId="{4C85B6E6-4D26-8EC5-CFEA-A07A6C186D22}"/>
          </ac:spMkLst>
        </pc:spChg>
        <pc:spChg chg="mod">
          <ac:chgData name="Karl Michael Höferl" userId="544d2ce1-0a3b-4706-9dfd-c6d69d0e3c8e" providerId="ADAL" clId="{728816E0-0922-4745-AF12-C87F45E7DFA0}" dt="2026-03-25T08:22:12.396" v="3878" actId="790"/>
          <ac:spMkLst>
            <pc:docMk/>
            <pc:sldMk cId="1165855379" sldId="1382"/>
            <ac:spMk id="4" creationId="{97EFF766-C7D3-A4D2-54BB-8951EA34E70A}"/>
          </ac:spMkLst>
        </pc:spChg>
        <pc:spChg chg="mod">
          <ac:chgData name="Karl Michael Höferl" userId="544d2ce1-0a3b-4706-9dfd-c6d69d0e3c8e" providerId="ADAL" clId="{728816E0-0922-4745-AF12-C87F45E7DFA0}" dt="2026-03-25T08:22:12.397" v="3879" actId="790"/>
          <ac:spMkLst>
            <pc:docMk/>
            <pc:sldMk cId="1165855379" sldId="1382"/>
            <ac:spMk id="5" creationId="{84F270D8-F190-9F38-A249-B33B64522D4C}"/>
          </ac:spMkLst>
        </pc:spChg>
        <pc:spChg chg="mod">
          <ac:chgData name="Karl Michael Höferl" userId="544d2ce1-0a3b-4706-9dfd-c6d69d0e3c8e" providerId="ADAL" clId="{728816E0-0922-4745-AF12-C87F45E7DFA0}" dt="2026-03-25T08:22:12.398" v="3880" actId="790"/>
          <ac:spMkLst>
            <pc:docMk/>
            <pc:sldMk cId="1165855379" sldId="1382"/>
            <ac:spMk id="6" creationId="{2D77D90A-D1C6-0F40-3826-601B393A2302}"/>
          </ac:spMkLst>
        </pc:spChg>
      </pc:sldChg>
      <pc:sldChg chg="modSp mod">
        <pc:chgData name="Karl Michael Höferl" userId="544d2ce1-0a3b-4706-9dfd-c6d69d0e3c8e" providerId="ADAL" clId="{728816E0-0922-4745-AF12-C87F45E7DFA0}" dt="2026-03-25T08:22:12.384" v="3870" actId="790"/>
        <pc:sldMkLst>
          <pc:docMk/>
          <pc:sldMk cId="2846197886" sldId="1388"/>
        </pc:sldMkLst>
        <pc:spChg chg="mod">
          <ac:chgData name="Karl Michael Höferl" userId="544d2ce1-0a3b-4706-9dfd-c6d69d0e3c8e" providerId="ADAL" clId="{728816E0-0922-4745-AF12-C87F45E7DFA0}" dt="2026-03-25T08:22:12.381" v="3867" actId="790"/>
          <ac:spMkLst>
            <pc:docMk/>
            <pc:sldMk cId="2846197886" sldId="1388"/>
            <ac:spMk id="2" creationId="{B18B438F-A5EA-0CBB-D315-BAA72826CC91}"/>
          </ac:spMkLst>
        </pc:spChg>
        <pc:spChg chg="mod">
          <ac:chgData name="Karl Michael Höferl" userId="544d2ce1-0a3b-4706-9dfd-c6d69d0e3c8e" providerId="ADAL" clId="{728816E0-0922-4745-AF12-C87F45E7DFA0}" dt="2026-03-25T08:22:12.382" v="3868" actId="790"/>
          <ac:spMkLst>
            <pc:docMk/>
            <pc:sldMk cId="2846197886" sldId="1388"/>
            <ac:spMk id="3" creationId="{185B11A3-4F50-D0E8-20A5-7F5EF6157F76}"/>
          </ac:spMkLst>
        </pc:spChg>
        <pc:spChg chg="mod">
          <ac:chgData name="Karl Michael Höferl" userId="544d2ce1-0a3b-4706-9dfd-c6d69d0e3c8e" providerId="ADAL" clId="{728816E0-0922-4745-AF12-C87F45E7DFA0}" dt="2026-03-25T08:22:12.383" v="3869" actId="790"/>
          <ac:spMkLst>
            <pc:docMk/>
            <pc:sldMk cId="2846197886" sldId="1388"/>
            <ac:spMk id="5" creationId="{15B58B16-0674-B7DF-180D-09B6D3C2F72A}"/>
          </ac:spMkLst>
        </pc:spChg>
        <pc:spChg chg="mod">
          <ac:chgData name="Karl Michael Höferl" userId="544d2ce1-0a3b-4706-9dfd-c6d69d0e3c8e" providerId="ADAL" clId="{728816E0-0922-4745-AF12-C87F45E7DFA0}" dt="2026-03-25T08:22:12.384" v="3870" actId="790"/>
          <ac:spMkLst>
            <pc:docMk/>
            <pc:sldMk cId="2846197886" sldId="1388"/>
            <ac:spMk id="6" creationId="{570AB199-AA21-2624-C2E6-4E7A6163599F}"/>
          </ac:spMkLst>
        </pc:spChg>
      </pc:sldChg>
      <pc:sldChg chg="modSp add mod">
        <pc:chgData name="Karl Michael Höferl" userId="544d2ce1-0a3b-4706-9dfd-c6d69d0e3c8e" providerId="ADAL" clId="{728816E0-0922-4745-AF12-C87F45E7DFA0}" dt="2026-03-25T08:22:12.400" v="3881" actId="790"/>
        <pc:sldMkLst>
          <pc:docMk/>
          <pc:sldMk cId="2406229026" sldId="1389"/>
        </pc:sldMkLst>
        <pc:spChg chg="mod">
          <ac:chgData name="Karl Michael Höferl" userId="544d2ce1-0a3b-4706-9dfd-c6d69d0e3c8e" providerId="ADAL" clId="{728816E0-0922-4745-AF12-C87F45E7DFA0}" dt="2026-03-25T08:22:12.400" v="3881" actId="790"/>
          <ac:spMkLst>
            <pc:docMk/>
            <pc:sldMk cId="2406229026" sldId="1389"/>
            <ac:spMk id="7" creationId="{93364034-960E-FE7C-70AE-19888DCBC09F}"/>
          </ac:spMkLst>
        </pc:spChg>
      </pc:sldChg>
      <pc:sldChg chg="addSp delSp modSp add mod modShow">
        <pc:chgData name="Karl Michael Höferl" userId="544d2ce1-0a3b-4706-9dfd-c6d69d0e3c8e" providerId="ADAL" clId="{728816E0-0922-4745-AF12-C87F45E7DFA0}" dt="2026-03-25T08:22:12.403" v="3884" actId="790"/>
        <pc:sldMkLst>
          <pc:docMk/>
          <pc:sldMk cId="1886146135" sldId="1390"/>
        </pc:sldMkLst>
        <pc:spChg chg="mod">
          <ac:chgData name="Karl Michael Höferl" userId="544d2ce1-0a3b-4706-9dfd-c6d69d0e3c8e" providerId="ADAL" clId="{728816E0-0922-4745-AF12-C87F45E7DFA0}" dt="2026-03-25T08:22:12.401" v="3882" actId="790"/>
          <ac:spMkLst>
            <pc:docMk/>
            <pc:sldMk cId="1886146135" sldId="1390"/>
            <ac:spMk id="2" creationId="{63768754-CB98-F3F0-77FF-5F64EE8FFED0}"/>
          </ac:spMkLst>
        </pc:spChg>
        <pc:spChg chg="mod">
          <ac:chgData name="Karl Michael Höferl" userId="544d2ce1-0a3b-4706-9dfd-c6d69d0e3c8e" providerId="ADAL" clId="{728816E0-0922-4745-AF12-C87F45E7DFA0}" dt="2026-03-25T08:22:12.402" v="3883" actId="790"/>
          <ac:spMkLst>
            <pc:docMk/>
            <pc:sldMk cId="1886146135" sldId="1390"/>
            <ac:spMk id="5" creationId="{7FE968AA-74D1-6B58-62D2-8C0F7F9329A6}"/>
          </ac:spMkLst>
        </pc:spChg>
        <pc:spChg chg="mod">
          <ac:chgData name="Karl Michael Höferl" userId="544d2ce1-0a3b-4706-9dfd-c6d69d0e3c8e" providerId="ADAL" clId="{728816E0-0922-4745-AF12-C87F45E7DFA0}" dt="2026-03-25T08:22:12.403" v="3884" actId="790"/>
          <ac:spMkLst>
            <pc:docMk/>
            <pc:sldMk cId="1886146135" sldId="1390"/>
            <ac:spMk id="6" creationId="{B836644E-B835-F522-BAC0-833964E77117}"/>
          </ac:spMkLst>
        </pc:spChg>
        <pc:spChg chg="mod ord">
          <ac:chgData name="Karl Michael Höferl" userId="544d2ce1-0a3b-4706-9dfd-c6d69d0e3c8e" providerId="ADAL" clId="{728816E0-0922-4745-AF12-C87F45E7DFA0}" dt="2026-03-23T08:06:29.024" v="326" actId="166"/>
          <ac:spMkLst>
            <pc:docMk/>
            <pc:sldMk cId="1886146135" sldId="1390"/>
            <ac:spMk id="18452" creationId="{15AC2D6D-DF7D-F5B5-EFCA-E1E4EC32250D}"/>
          </ac:spMkLst>
        </pc:spChg>
        <pc:spChg chg="mod ord">
          <ac:chgData name="Karl Michael Höferl" userId="544d2ce1-0a3b-4706-9dfd-c6d69d0e3c8e" providerId="ADAL" clId="{728816E0-0922-4745-AF12-C87F45E7DFA0}" dt="2026-03-23T08:06:29.024" v="326" actId="166"/>
          <ac:spMkLst>
            <pc:docMk/>
            <pc:sldMk cId="1886146135" sldId="1390"/>
            <ac:spMk id="18453" creationId="{F14C3592-90BF-0251-00D5-D2A09875A95A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54" creationId="{A6A46BB2-8DF7-D91F-23B1-39BA64C929D5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55" creationId="{1DB11946-1EB8-1C96-B1C3-D77C87E134B9}"/>
          </ac:spMkLst>
        </pc:spChg>
        <pc:spChg chg="mod">
          <ac:chgData name="Karl Michael Höferl" userId="544d2ce1-0a3b-4706-9dfd-c6d69d0e3c8e" providerId="ADAL" clId="{728816E0-0922-4745-AF12-C87F45E7DFA0}" dt="2026-03-23T08:03:44.206" v="211" actId="6549"/>
          <ac:spMkLst>
            <pc:docMk/>
            <pc:sldMk cId="1886146135" sldId="1390"/>
            <ac:spMk id="18456" creationId="{61100394-834F-F99E-BECD-1984752FFF54}"/>
          </ac:spMkLst>
        </pc:spChg>
        <pc:spChg chg="mod">
          <ac:chgData name="Karl Michael Höferl" userId="544d2ce1-0a3b-4706-9dfd-c6d69d0e3c8e" providerId="ADAL" clId="{728816E0-0922-4745-AF12-C87F45E7DFA0}" dt="2026-03-23T08:03:50.909" v="219" actId="20577"/>
          <ac:spMkLst>
            <pc:docMk/>
            <pc:sldMk cId="1886146135" sldId="1390"/>
            <ac:spMk id="18457" creationId="{AB62E067-EE46-92D5-3F4E-A799361B56A4}"/>
          </ac:spMkLst>
        </pc:spChg>
        <pc:spChg chg="mod">
          <ac:chgData name="Karl Michael Höferl" userId="544d2ce1-0a3b-4706-9dfd-c6d69d0e3c8e" providerId="ADAL" clId="{728816E0-0922-4745-AF12-C87F45E7DFA0}" dt="2026-03-23T08:08:12.602" v="415" actId="20577"/>
          <ac:spMkLst>
            <pc:docMk/>
            <pc:sldMk cId="1886146135" sldId="1390"/>
            <ac:spMk id="18458" creationId="{5CFE4187-DAF8-DCC4-7BB9-5525F1DA5C5F}"/>
          </ac:spMkLst>
        </pc:spChg>
        <pc:spChg chg="mod">
          <ac:chgData name="Karl Michael Höferl" userId="544d2ce1-0a3b-4706-9dfd-c6d69d0e3c8e" providerId="ADAL" clId="{728816E0-0922-4745-AF12-C87F45E7DFA0}" dt="2026-03-23T08:05:39.840" v="284" actId="20577"/>
          <ac:spMkLst>
            <pc:docMk/>
            <pc:sldMk cId="1886146135" sldId="1390"/>
            <ac:spMk id="18459" creationId="{48EB9AC8-D568-3868-7E79-E95342FFE750}"/>
          </ac:spMkLst>
        </pc:spChg>
        <pc:spChg chg="mod">
          <ac:chgData name="Karl Michael Höferl" userId="544d2ce1-0a3b-4706-9dfd-c6d69d0e3c8e" providerId="ADAL" clId="{728816E0-0922-4745-AF12-C87F45E7DFA0}" dt="2026-03-23T08:10:54.539" v="459" actId="20577"/>
          <ac:spMkLst>
            <pc:docMk/>
            <pc:sldMk cId="1886146135" sldId="1390"/>
            <ac:spMk id="18460" creationId="{0C66727D-07B5-7866-7E9C-ADDE57049EB5}"/>
          </ac:spMkLst>
        </pc:spChg>
        <pc:spChg chg="mod">
          <ac:chgData name="Karl Michael Höferl" userId="544d2ce1-0a3b-4706-9dfd-c6d69d0e3c8e" providerId="ADAL" clId="{728816E0-0922-4745-AF12-C87F45E7DFA0}" dt="2026-03-23T08:04:55.624" v="267" actId="20577"/>
          <ac:spMkLst>
            <pc:docMk/>
            <pc:sldMk cId="1886146135" sldId="1390"/>
            <ac:spMk id="18461" creationId="{00120A8C-C052-E4C9-FA99-6007EA4BD09D}"/>
          </ac:spMkLst>
        </pc:spChg>
        <pc:spChg chg="mod">
          <ac:chgData name="Karl Michael Höferl" userId="544d2ce1-0a3b-4706-9dfd-c6d69d0e3c8e" providerId="ADAL" clId="{728816E0-0922-4745-AF12-C87F45E7DFA0}" dt="2026-03-23T08:06:08.276" v="324" actId="20577"/>
          <ac:spMkLst>
            <pc:docMk/>
            <pc:sldMk cId="1886146135" sldId="1390"/>
            <ac:spMk id="18462" creationId="{4C55C4CE-243C-8496-5432-A088E38300FD}"/>
          </ac:spMkLst>
        </pc:spChg>
        <pc:spChg chg="mod">
          <ac:chgData name="Karl Michael Höferl" userId="544d2ce1-0a3b-4706-9dfd-c6d69d0e3c8e" providerId="ADAL" clId="{728816E0-0922-4745-AF12-C87F45E7DFA0}" dt="2026-03-23T08:03:30.390" v="209" actId="20577"/>
          <ac:spMkLst>
            <pc:docMk/>
            <pc:sldMk cId="1886146135" sldId="1390"/>
            <ac:spMk id="18463" creationId="{51CF7EC7-364F-82F0-1FEF-856C4949CFD4}"/>
          </ac:spMkLst>
        </pc:spChg>
        <pc:spChg chg="mod">
          <ac:chgData name="Karl Michael Höferl" userId="544d2ce1-0a3b-4706-9dfd-c6d69d0e3c8e" providerId="ADAL" clId="{728816E0-0922-4745-AF12-C87F45E7DFA0}" dt="2026-03-23T08:07:25.269" v="386" actId="20577"/>
          <ac:spMkLst>
            <pc:docMk/>
            <pc:sldMk cId="1886146135" sldId="1390"/>
            <ac:spMk id="18464" creationId="{77CFF2D3-0E9D-A5F0-9D3C-9C389E9F6E16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65" creationId="{F99A7F28-4C1E-644B-F1E8-E714945DEE8C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66" creationId="{6366C822-FAA0-DD6E-C3E0-18792BFD9344}"/>
          </ac:spMkLst>
        </pc:spChg>
        <pc:spChg chg="mod">
          <ac:chgData name="Karl Michael Höferl" userId="544d2ce1-0a3b-4706-9dfd-c6d69d0e3c8e" providerId="ADAL" clId="{728816E0-0922-4745-AF12-C87F45E7DFA0}" dt="2026-03-23T08:07:49.525" v="401" actId="20577"/>
          <ac:spMkLst>
            <pc:docMk/>
            <pc:sldMk cId="1886146135" sldId="1390"/>
            <ac:spMk id="18467" creationId="{7D7C59D5-B485-B420-FF7D-BADF1302DDE4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68" creationId="{B0A7F784-B377-A5B2-919B-9865E46FA629}"/>
          </ac:spMkLst>
        </pc:spChg>
        <pc:spChg chg="mod">
          <ac:chgData name="Karl Michael Höferl" userId="544d2ce1-0a3b-4706-9dfd-c6d69d0e3c8e" providerId="ADAL" clId="{728816E0-0922-4745-AF12-C87F45E7DFA0}" dt="2026-03-23T08:08:01.087" v="409" actId="20577"/>
          <ac:spMkLst>
            <pc:docMk/>
            <pc:sldMk cId="1886146135" sldId="1390"/>
            <ac:spMk id="18469" creationId="{D0265130-515C-8AE1-7420-C5B32022B705}"/>
          </ac:spMkLst>
        </pc:spChg>
        <pc:spChg chg="mod">
          <ac:chgData name="Karl Michael Höferl" userId="544d2ce1-0a3b-4706-9dfd-c6d69d0e3c8e" providerId="ADAL" clId="{728816E0-0922-4745-AF12-C87F45E7DFA0}" dt="2026-03-23T08:08:09.374" v="413" actId="20577"/>
          <ac:spMkLst>
            <pc:docMk/>
            <pc:sldMk cId="1886146135" sldId="1390"/>
            <ac:spMk id="18470" creationId="{BFBFDB2C-DAF9-862B-7AF8-5C4A4C9FD67A}"/>
          </ac:spMkLst>
        </pc:spChg>
        <pc:spChg chg="mod">
          <ac:chgData name="Karl Michael Höferl" userId="544d2ce1-0a3b-4706-9dfd-c6d69d0e3c8e" providerId="ADAL" clId="{728816E0-0922-4745-AF12-C87F45E7DFA0}" dt="2026-03-23T07:59:46.337" v="141" actId="790"/>
          <ac:spMkLst>
            <pc:docMk/>
            <pc:sldMk cId="1886146135" sldId="1390"/>
            <ac:spMk id="18471" creationId="{F45E3D8F-9C81-EEB0-2187-8D2B8B8A5B5D}"/>
          </ac:spMkLst>
        </pc:spChg>
        <pc:spChg chg="mod">
          <ac:chgData name="Karl Michael Höferl" userId="544d2ce1-0a3b-4706-9dfd-c6d69d0e3c8e" providerId="ADAL" clId="{728816E0-0922-4745-AF12-C87F45E7DFA0}" dt="2026-03-23T07:59:46.339" v="142" actId="790"/>
          <ac:spMkLst>
            <pc:docMk/>
            <pc:sldMk cId="1886146135" sldId="1390"/>
            <ac:spMk id="18472" creationId="{D27D4209-32BE-2057-E5AA-E002445C390D}"/>
          </ac:spMkLst>
        </pc:spChg>
        <pc:spChg chg="mod">
          <ac:chgData name="Karl Michael Höferl" userId="544d2ce1-0a3b-4706-9dfd-c6d69d0e3c8e" providerId="ADAL" clId="{728816E0-0922-4745-AF12-C87F45E7DFA0}" dt="2026-03-23T08:09:10.538" v="432" actId="20577"/>
          <ac:spMkLst>
            <pc:docMk/>
            <pc:sldMk cId="1886146135" sldId="1390"/>
            <ac:spMk id="18486" creationId="{19BECB08-ADDC-97CF-EFE0-BE3352E97B29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87" creationId="{224C6241-B1C8-36F8-F475-42C052F4A804}"/>
          </ac:spMkLst>
        </pc:spChg>
        <pc:spChg chg="mod">
          <ac:chgData name="Karl Michael Höferl" userId="544d2ce1-0a3b-4706-9dfd-c6d69d0e3c8e" providerId="ADAL" clId="{728816E0-0922-4745-AF12-C87F45E7DFA0}" dt="2026-03-23T08:08:50.710" v="428" actId="20577"/>
          <ac:spMkLst>
            <pc:docMk/>
            <pc:sldMk cId="1886146135" sldId="1390"/>
            <ac:spMk id="18489" creationId="{E76AAE8F-EC9D-CDFA-E192-8221D83EC489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90" creationId="{E3CA483B-14B8-8067-7A08-2FA4FB84F1CE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499" creationId="{BD493837-F2FF-E0A5-C8C3-0F67972FC7AB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504" creationId="{8947C098-F694-5D61-48F2-E294DEC67C19}"/>
          </ac:spMkLst>
        </pc:spChg>
        <pc:spChg chg="add mod">
          <ac:chgData name="Karl Michael Höferl" userId="544d2ce1-0a3b-4706-9dfd-c6d69d0e3c8e" providerId="ADAL" clId="{728816E0-0922-4745-AF12-C87F45E7DFA0}" dt="2026-03-23T08:11:52.535" v="461" actId="164"/>
          <ac:spMkLst>
            <pc:docMk/>
            <pc:sldMk cId="1886146135" sldId="1390"/>
            <ac:spMk id="18514" creationId="{0ED84FAB-28F3-E6C7-72CF-93729FA48C53}"/>
          </ac:spMkLst>
        </pc:spChg>
        <pc:spChg chg="mod">
          <ac:chgData name="Karl Michael Höferl" userId="544d2ce1-0a3b-4706-9dfd-c6d69d0e3c8e" providerId="ADAL" clId="{728816E0-0922-4745-AF12-C87F45E7DFA0}" dt="2026-03-23T08:09:39.169" v="434" actId="14100"/>
          <ac:spMkLst>
            <pc:docMk/>
            <pc:sldMk cId="1886146135" sldId="1390"/>
            <ac:spMk id="18515" creationId="{EDB1A678-C167-9E59-ACB3-8DD9A53685F0}"/>
          </ac:spMkLst>
        </pc:spChg>
        <pc:spChg chg="mod">
          <ac:chgData name="Karl Michael Höferl" userId="544d2ce1-0a3b-4706-9dfd-c6d69d0e3c8e" providerId="ADAL" clId="{728816E0-0922-4745-AF12-C87F45E7DFA0}" dt="2026-03-23T08:13:52.518" v="481" actId="20577"/>
          <ac:spMkLst>
            <pc:docMk/>
            <pc:sldMk cId="1886146135" sldId="1390"/>
            <ac:spMk id="18516" creationId="{28D1E0A0-566D-7012-A7DC-77DFDFDF886B}"/>
          </ac:spMkLst>
        </pc:spChg>
        <pc:spChg chg="mod">
          <ac:chgData name="Karl Michael Höferl" userId="544d2ce1-0a3b-4706-9dfd-c6d69d0e3c8e" providerId="ADAL" clId="{728816E0-0922-4745-AF12-C87F45E7DFA0}" dt="2026-03-23T08:07:15.248" v="371" actId="20577"/>
          <ac:spMkLst>
            <pc:docMk/>
            <pc:sldMk cId="1886146135" sldId="1390"/>
            <ac:spMk id="18517" creationId="{AE7D744C-5C33-16DD-5D01-2E66723E2744}"/>
          </ac:spMkLst>
        </pc:spChg>
        <pc:spChg chg="mod">
          <ac:chgData name="Karl Michael Höferl" userId="544d2ce1-0a3b-4706-9dfd-c6d69d0e3c8e" providerId="ADAL" clId="{728816E0-0922-4745-AF12-C87F45E7DFA0}" dt="2026-03-23T08:14:02.147" v="494" actId="20577"/>
          <ac:spMkLst>
            <pc:docMk/>
            <pc:sldMk cId="1886146135" sldId="1390"/>
            <ac:spMk id="18518" creationId="{D83C49D3-01D8-7FF3-D6A1-E7E09F580B81}"/>
          </ac:spMkLst>
        </pc:spChg>
        <pc:spChg chg="mod">
          <ac:chgData name="Karl Michael Höferl" userId="544d2ce1-0a3b-4706-9dfd-c6d69d0e3c8e" providerId="ADAL" clId="{728816E0-0922-4745-AF12-C87F45E7DFA0}" dt="2026-03-23T08:09:43.173" v="438" actId="1037"/>
          <ac:spMkLst>
            <pc:docMk/>
            <pc:sldMk cId="1886146135" sldId="1390"/>
            <ac:spMk id="18521" creationId="{8851D228-34AA-70AB-35A8-4FBE5638A10A}"/>
          </ac:spMkLst>
        </pc:spChg>
        <pc:cxnChg chg="mod">
          <ac:chgData name="Karl Michael Höferl" userId="544d2ce1-0a3b-4706-9dfd-c6d69d0e3c8e" providerId="ADAL" clId="{728816E0-0922-4745-AF12-C87F45E7DFA0}" dt="2026-03-23T08:03:07.922" v="198" actId="20577"/>
          <ac:cxnSpMkLst>
            <pc:docMk/>
            <pc:sldMk cId="1886146135" sldId="1390"/>
            <ac:cxnSpMk id="18473" creationId="{1BB756BD-0E6B-4C1D-2E0D-EA5B4E1152D7}"/>
          </ac:cxnSpMkLst>
        </pc:cxnChg>
        <pc:cxnChg chg="mod">
          <ac:chgData name="Karl Michael Höferl" userId="544d2ce1-0a3b-4706-9dfd-c6d69d0e3c8e" providerId="ADAL" clId="{728816E0-0922-4745-AF12-C87F45E7DFA0}" dt="2026-03-23T08:03:07.922" v="198" actId="20577"/>
          <ac:cxnSpMkLst>
            <pc:docMk/>
            <pc:sldMk cId="1886146135" sldId="1390"/>
            <ac:cxnSpMk id="18474" creationId="{61302752-F39F-CDB9-3A16-989F91786F9D}"/>
          </ac:cxnSpMkLst>
        </pc:cxnChg>
        <pc:cxnChg chg="mod">
          <ac:chgData name="Karl Michael Höferl" userId="544d2ce1-0a3b-4706-9dfd-c6d69d0e3c8e" providerId="ADAL" clId="{728816E0-0922-4745-AF12-C87F45E7DFA0}" dt="2026-03-23T08:02:15.198" v="180"/>
          <ac:cxnSpMkLst>
            <pc:docMk/>
            <pc:sldMk cId="1886146135" sldId="1390"/>
            <ac:cxnSpMk id="18475" creationId="{8C64D59E-4949-B710-7CBF-A92459DA353F}"/>
          </ac:cxnSpMkLst>
        </pc:cxnChg>
        <pc:cxnChg chg="mod">
          <ac:chgData name="Karl Michael Höferl" userId="544d2ce1-0a3b-4706-9dfd-c6d69d0e3c8e" providerId="ADAL" clId="{728816E0-0922-4745-AF12-C87F45E7DFA0}" dt="2026-03-23T08:01:58.610" v="179" actId="20577"/>
          <ac:cxnSpMkLst>
            <pc:docMk/>
            <pc:sldMk cId="1886146135" sldId="1390"/>
            <ac:cxnSpMk id="18476" creationId="{F53CD57C-206F-8C9E-AA07-1E9044531F08}"/>
          </ac:cxnSpMkLst>
        </pc:cxnChg>
        <pc:cxnChg chg="mod">
          <ac:chgData name="Karl Michael Höferl" userId="544d2ce1-0a3b-4706-9dfd-c6d69d0e3c8e" providerId="ADAL" clId="{728816E0-0922-4745-AF12-C87F45E7DFA0}" dt="2026-03-23T08:07:47.993" v="400"/>
          <ac:cxnSpMkLst>
            <pc:docMk/>
            <pc:sldMk cId="1886146135" sldId="1390"/>
            <ac:cxnSpMk id="18477" creationId="{97F588AC-29A9-2971-9BC5-1A4F8F65F4AA}"/>
          </ac:cxnSpMkLst>
        </pc:cxnChg>
        <pc:cxnChg chg="mod">
          <ac:chgData name="Karl Michael Höferl" userId="544d2ce1-0a3b-4706-9dfd-c6d69d0e3c8e" providerId="ADAL" clId="{728816E0-0922-4745-AF12-C87F45E7DFA0}" dt="2026-03-23T08:07:43.064" v="399" actId="20577"/>
          <ac:cxnSpMkLst>
            <pc:docMk/>
            <pc:sldMk cId="1886146135" sldId="1390"/>
            <ac:cxnSpMk id="18478" creationId="{93F900BD-4288-18CE-08BD-FC40F8AE1C99}"/>
          </ac:cxnSpMkLst>
        </pc:cxnChg>
        <pc:cxnChg chg="mod">
          <ac:chgData name="Karl Michael Höferl" userId="544d2ce1-0a3b-4706-9dfd-c6d69d0e3c8e" providerId="ADAL" clId="{728816E0-0922-4745-AF12-C87F45E7DFA0}" dt="2026-03-23T08:14:02.147" v="494" actId="20577"/>
          <ac:cxnSpMkLst>
            <pc:docMk/>
            <pc:sldMk cId="1886146135" sldId="1390"/>
            <ac:cxnSpMk id="18479" creationId="{D6E4228B-62B5-D1CE-3BD8-9726854BA723}"/>
          </ac:cxnSpMkLst>
        </pc:cxnChg>
        <pc:cxnChg chg="mod">
          <ac:chgData name="Karl Michael Höferl" userId="544d2ce1-0a3b-4706-9dfd-c6d69d0e3c8e" providerId="ADAL" clId="{728816E0-0922-4745-AF12-C87F45E7DFA0}" dt="2026-03-23T08:14:02.147" v="494" actId="20577"/>
          <ac:cxnSpMkLst>
            <pc:docMk/>
            <pc:sldMk cId="1886146135" sldId="1390"/>
            <ac:cxnSpMk id="18480" creationId="{56AC8167-51FB-363F-FF6F-2EC9DAFBEAA0}"/>
          </ac:cxnSpMkLst>
        </pc:cxnChg>
        <pc:cxnChg chg="mod">
          <ac:chgData name="Karl Michael Höferl" userId="544d2ce1-0a3b-4706-9dfd-c6d69d0e3c8e" providerId="ADAL" clId="{728816E0-0922-4745-AF12-C87F45E7DFA0}" dt="2026-03-23T08:08:01.087" v="409" actId="20577"/>
          <ac:cxnSpMkLst>
            <pc:docMk/>
            <pc:sldMk cId="1886146135" sldId="1390"/>
            <ac:cxnSpMk id="18484" creationId="{301A6119-9307-9055-F3CF-784525138011}"/>
          </ac:cxnSpMkLst>
        </pc:cxnChg>
        <pc:cxnChg chg="mod">
          <ac:chgData name="Karl Michael Höferl" userId="544d2ce1-0a3b-4706-9dfd-c6d69d0e3c8e" providerId="ADAL" clId="{728816E0-0922-4745-AF12-C87F45E7DFA0}" dt="2026-03-23T08:08:09.374" v="413" actId="20577"/>
          <ac:cxnSpMkLst>
            <pc:docMk/>
            <pc:sldMk cId="1886146135" sldId="1390"/>
            <ac:cxnSpMk id="18485" creationId="{9038E8C0-19E7-4F79-C54D-492B67E78702}"/>
          </ac:cxnSpMkLst>
        </pc:cxnChg>
        <pc:cxnChg chg="mod">
          <ac:chgData name="Karl Michael Höferl" userId="544d2ce1-0a3b-4706-9dfd-c6d69d0e3c8e" providerId="ADAL" clId="{728816E0-0922-4745-AF12-C87F45E7DFA0}" dt="2026-03-23T08:08:23.416" v="426" actId="20577"/>
          <ac:cxnSpMkLst>
            <pc:docMk/>
            <pc:sldMk cId="1886146135" sldId="1390"/>
            <ac:cxnSpMk id="18488" creationId="{F6AE9149-32D9-6D2E-A0F2-DE9B3462DC5A}"/>
          </ac:cxnSpMkLst>
        </pc:cxnChg>
        <pc:cxnChg chg="mod">
          <ac:chgData name="Karl Michael Höferl" userId="544d2ce1-0a3b-4706-9dfd-c6d69d0e3c8e" providerId="ADAL" clId="{728816E0-0922-4745-AF12-C87F45E7DFA0}" dt="2026-03-23T08:03:07.922" v="198" actId="20577"/>
          <ac:cxnSpMkLst>
            <pc:docMk/>
            <pc:sldMk cId="1886146135" sldId="1390"/>
            <ac:cxnSpMk id="18491" creationId="{C8DD95B8-532B-CF81-FBC8-D6A6BDD945B8}"/>
          </ac:cxnSpMkLst>
        </pc:cxnChg>
        <pc:cxnChg chg="mod">
          <ac:chgData name="Karl Michael Höferl" userId="544d2ce1-0a3b-4706-9dfd-c6d69d0e3c8e" providerId="ADAL" clId="{728816E0-0922-4745-AF12-C87F45E7DFA0}" dt="2026-03-23T08:03:30.390" v="209" actId="20577"/>
          <ac:cxnSpMkLst>
            <pc:docMk/>
            <pc:sldMk cId="1886146135" sldId="1390"/>
            <ac:cxnSpMk id="18492" creationId="{8E19E6DC-6082-D951-33BF-527F96A5DEA7}"/>
          </ac:cxnSpMkLst>
        </pc:cxnChg>
        <pc:cxnChg chg="mod">
          <ac:chgData name="Karl Michael Höferl" userId="544d2ce1-0a3b-4706-9dfd-c6d69d0e3c8e" providerId="ADAL" clId="{728816E0-0922-4745-AF12-C87F45E7DFA0}" dt="2026-03-23T08:06:57.099" v="349" actId="20577"/>
          <ac:cxnSpMkLst>
            <pc:docMk/>
            <pc:sldMk cId="1886146135" sldId="1390"/>
            <ac:cxnSpMk id="18493" creationId="{2D2B6A3B-DD13-D458-436B-5170F2FD54B2}"/>
          </ac:cxnSpMkLst>
        </pc:cxnChg>
        <pc:cxnChg chg="mod">
          <ac:chgData name="Karl Michael Höferl" userId="544d2ce1-0a3b-4706-9dfd-c6d69d0e3c8e" providerId="ADAL" clId="{728816E0-0922-4745-AF12-C87F45E7DFA0}" dt="2026-03-23T08:14:02.147" v="494" actId="20577"/>
          <ac:cxnSpMkLst>
            <pc:docMk/>
            <pc:sldMk cId="1886146135" sldId="1390"/>
            <ac:cxnSpMk id="18494" creationId="{1E42052D-37DE-FEDC-6830-FCE960861055}"/>
          </ac:cxnSpMkLst>
        </pc:cxnChg>
        <pc:cxnChg chg="mod">
          <ac:chgData name="Karl Michael Höferl" userId="544d2ce1-0a3b-4706-9dfd-c6d69d0e3c8e" providerId="ADAL" clId="{728816E0-0922-4745-AF12-C87F45E7DFA0}" dt="2026-03-23T08:07:15.248" v="371" actId="20577"/>
          <ac:cxnSpMkLst>
            <pc:docMk/>
            <pc:sldMk cId="1886146135" sldId="1390"/>
            <ac:cxnSpMk id="18495" creationId="{5C0B0BBF-9CC3-FE66-C934-4B791D22D5BB}"/>
          </ac:cxnSpMkLst>
        </pc:cxnChg>
        <pc:cxnChg chg="mod">
          <ac:chgData name="Karl Michael Höferl" userId="544d2ce1-0a3b-4706-9dfd-c6d69d0e3c8e" providerId="ADAL" clId="{728816E0-0922-4745-AF12-C87F45E7DFA0}" dt="2026-03-23T08:07:15.248" v="371" actId="20577"/>
          <ac:cxnSpMkLst>
            <pc:docMk/>
            <pc:sldMk cId="1886146135" sldId="1390"/>
            <ac:cxnSpMk id="18496" creationId="{530B9470-D481-1D98-503F-AC097B5C4E1F}"/>
          </ac:cxnSpMkLst>
        </pc:cxnChg>
        <pc:cxnChg chg="mod">
          <ac:chgData name="Karl Michael Höferl" userId="544d2ce1-0a3b-4706-9dfd-c6d69d0e3c8e" providerId="ADAL" clId="{728816E0-0922-4745-AF12-C87F45E7DFA0}" dt="2026-03-23T08:07:15.248" v="371" actId="20577"/>
          <ac:cxnSpMkLst>
            <pc:docMk/>
            <pc:sldMk cId="1886146135" sldId="1390"/>
            <ac:cxnSpMk id="18498" creationId="{E54DFE77-0C86-CA35-667D-50FF11EDE12A}"/>
          </ac:cxnSpMkLst>
        </pc:cxnChg>
        <pc:cxnChg chg="mod">
          <ac:chgData name="Karl Michael Höferl" userId="544d2ce1-0a3b-4706-9dfd-c6d69d0e3c8e" providerId="ADAL" clId="{728816E0-0922-4745-AF12-C87F45E7DFA0}" dt="2026-03-23T08:03:50.909" v="219" actId="20577"/>
          <ac:cxnSpMkLst>
            <pc:docMk/>
            <pc:sldMk cId="1886146135" sldId="1390"/>
            <ac:cxnSpMk id="18500" creationId="{E69A8A77-BFAC-07AB-B9BB-39F71F7C6BC8}"/>
          </ac:cxnSpMkLst>
        </pc:cxnChg>
        <pc:cxnChg chg="mod">
          <ac:chgData name="Karl Michael Höferl" userId="544d2ce1-0a3b-4706-9dfd-c6d69d0e3c8e" providerId="ADAL" clId="{728816E0-0922-4745-AF12-C87F45E7DFA0}" dt="2026-03-23T08:08:12.602" v="415" actId="20577"/>
          <ac:cxnSpMkLst>
            <pc:docMk/>
            <pc:sldMk cId="1886146135" sldId="1390"/>
            <ac:cxnSpMk id="18501" creationId="{897F29E1-9B72-1594-A574-3103B784177A}"/>
          </ac:cxnSpMkLst>
        </pc:cxnChg>
        <pc:cxnChg chg="mod">
          <ac:chgData name="Karl Michael Höferl" userId="544d2ce1-0a3b-4706-9dfd-c6d69d0e3c8e" providerId="ADAL" clId="{728816E0-0922-4745-AF12-C87F45E7DFA0}" dt="2026-03-23T08:04:55.624" v="267" actId="20577"/>
          <ac:cxnSpMkLst>
            <pc:docMk/>
            <pc:sldMk cId="1886146135" sldId="1390"/>
            <ac:cxnSpMk id="18502" creationId="{BB7B2126-E086-A041-BF7E-93436C91A28F}"/>
          </ac:cxnSpMkLst>
        </pc:cxnChg>
        <pc:cxnChg chg="mod">
          <ac:chgData name="Karl Michael Höferl" userId="544d2ce1-0a3b-4706-9dfd-c6d69d0e3c8e" providerId="ADAL" clId="{728816E0-0922-4745-AF12-C87F45E7DFA0}" dt="2026-03-23T08:05:38.486" v="283"/>
          <ac:cxnSpMkLst>
            <pc:docMk/>
            <pc:sldMk cId="1886146135" sldId="1390"/>
            <ac:cxnSpMk id="18506" creationId="{43D5CD52-B328-723A-D699-C91B50B51368}"/>
          </ac:cxnSpMkLst>
        </pc:cxnChg>
        <pc:cxnChg chg="mod">
          <ac:chgData name="Karl Michael Höferl" userId="544d2ce1-0a3b-4706-9dfd-c6d69d0e3c8e" providerId="ADAL" clId="{728816E0-0922-4745-AF12-C87F45E7DFA0}" dt="2026-03-23T08:06:08.276" v="324" actId="20577"/>
          <ac:cxnSpMkLst>
            <pc:docMk/>
            <pc:sldMk cId="1886146135" sldId="1390"/>
            <ac:cxnSpMk id="18508" creationId="{32ED5D9B-7870-6840-D681-2C7EF66C1DB3}"/>
          </ac:cxnSpMkLst>
        </pc:cxnChg>
        <pc:cxnChg chg="mod">
          <ac:chgData name="Karl Michael Höferl" userId="544d2ce1-0a3b-4706-9dfd-c6d69d0e3c8e" providerId="ADAL" clId="{728816E0-0922-4745-AF12-C87F45E7DFA0}" dt="2026-03-23T08:14:02.147" v="494" actId="20577"/>
          <ac:cxnSpMkLst>
            <pc:docMk/>
            <pc:sldMk cId="1886146135" sldId="1390"/>
            <ac:cxnSpMk id="18509" creationId="{19A23D10-498F-DF61-D03B-7B0C5F0CC11B}"/>
          </ac:cxnSpMkLst>
        </pc:cxnChg>
        <pc:cxnChg chg="mod">
          <ac:chgData name="Karl Michael Höferl" userId="544d2ce1-0a3b-4706-9dfd-c6d69d0e3c8e" providerId="ADAL" clId="{728816E0-0922-4745-AF12-C87F45E7DFA0}" dt="2026-03-23T08:03:44.206" v="211" actId="6549"/>
          <ac:cxnSpMkLst>
            <pc:docMk/>
            <pc:sldMk cId="1886146135" sldId="1390"/>
            <ac:cxnSpMk id="18512" creationId="{D62604AA-A0C5-FEBD-FCD7-A3FB8A1D6FA2}"/>
          </ac:cxnSpMkLst>
        </pc:cxnChg>
        <pc:cxnChg chg="mod">
          <ac:chgData name="Karl Michael Höferl" userId="544d2ce1-0a3b-4706-9dfd-c6d69d0e3c8e" providerId="ADAL" clId="{728816E0-0922-4745-AF12-C87F45E7DFA0}" dt="2026-03-23T08:08:23.416" v="426" actId="20577"/>
          <ac:cxnSpMkLst>
            <pc:docMk/>
            <pc:sldMk cId="1886146135" sldId="1390"/>
            <ac:cxnSpMk id="18522" creationId="{BBF9EBB6-455E-D76D-874B-6ECA235C9A7D}"/>
          </ac:cxnSpMkLst>
        </pc:cxnChg>
        <pc:cxnChg chg="mod">
          <ac:chgData name="Karl Michael Höferl" userId="544d2ce1-0a3b-4706-9dfd-c6d69d0e3c8e" providerId="ADAL" clId="{728816E0-0922-4745-AF12-C87F45E7DFA0}" dt="2026-03-23T08:08:50.710" v="428" actId="20577"/>
          <ac:cxnSpMkLst>
            <pc:docMk/>
            <pc:sldMk cId="1886146135" sldId="1390"/>
            <ac:cxnSpMk id="18523" creationId="{127321BB-2DA3-D1B3-F06C-236DC3A143DE}"/>
          </ac:cxnSpMkLst>
        </pc:cxnChg>
        <pc:cxnChg chg="add mod">
          <ac:chgData name="Karl Michael Höferl" userId="544d2ce1-0a3b-4706-9dfd-c6d69d0e3c8e" providerId="ADAL" clId="{728816E0-0922-4745-AF12-C87F45E7DFA0}" dt="2026-03-23T08:09:25.612" v="433" actId="571"/>
          <ac:cxnSpMkLst>
            <pc:docMk/>
            <pc:sldMk cId="1886146135" sldId="1390"/>
            <ac:cxnSpMk id="18526" creationId="{3885B483-CFA7-C9CB-2DAF-C5335EAAC36D}"/>
          </ac:cxnSpMkLst>
        </pc:cxnChg>
      </pc:sldChg>
      <pc:sldChg chg="addSp modSp new mod">
        <pc:chgData name="Karl Michael Höferl" userId="544d2ce1-0a3b-4706-9dfd-c6d69d0e3c8e" providerId="ADAL" clId="{728816E0-0922-4745-AF12-C87F45E7DFA0}" dt="2026-03-25T08:22:12.474" v="3895" actId="790"/>
        <pc:sldMkLst>
          <pc:docMk/>
          <pc:sldMk cId="762745264" sldId="1391"/>
        </pc:sldMkLst>
        <pc:spChg chg="mod">
          <ac:chgData name="Karl Michael Höferl" userId="544d2ce1-0a3b-4706-9dfd-c6d69d0e3c8e" providerId="ADAL" clId="{728816E0-0922-4745-AF12-C87F45E7DFA0}" dt="2026-03-25T08:22:12.469" v="3891" actId="790"/>
          <ac:spMkLst>
            <pc:docMk/>
            <pc:sldMk cId="762745264" sldId="1391"/>
            <ac:spMk id="2" creationId="{71140C4B-61CA-9CF3-5E2A-1FC2F6F6D6E3}"/>
          </ac:spMkLst>
        </pc:spChg>
        <pc:spChg chg="mod">
          <ac:chgData name="Karl Michael Höferl" userId="544d2ce1-0a3b-4706-9dfd-c6d69d0e3c8e" providerId="ADAL" clId="{728816E0-0922-4745-AF12-C87F45E7DFA0}" dt="2026-03-25T08:22:12.470" v="3892" actId="790"/>
          <ac:spMkLst>
            <pc:docMk/>
            <pc:sldMk cId="762745264" sldId="1391"/>
            <ac:spMk id="3" creationId="{CC197985-E153-F284-CB1A-A34B8B7831AB}"/>
          </ac:spMkLst>
        </pc:spChg>
        <pc:spChg chg="mod">
          <ac:chgData name="Karl Michael Höferl" userId="544d2ce1-0a3b-4706-9dfd-c6d69d0e3c8e" providerId="ADAL" clId="{728816E0-0922-4745-AF12-C87F45E7DFA0}" dt="2026-03-25T08:22:12.472" v="3893" actId="790"/>
          <ac:spMkLst>
            <pc:docMk/>
            <pc:sldMk cId="762745264" sldId="1391"/>
            <ac:spMk id="4" creationId="{6B835335-A8A5-54D0-24D6-731E6E5BAF81}"/>
          </ac:spMkLst>
        </pc:spChg>
        <pc:spChg chg="mod">
          <ac:chgData name="Karl Michael Höferl" userId="544d2ce1-0a3b-4706-9dfd-c6d69d0e3c8e" providerId="ADAL" clId="{728816E0-0922-4745-AF12-C87F45E7DFA0}" dt="2026-03-25T08:22:12.473" v="3894" actId="790"/>
          <ac:spMkLst>
            <pc:docMk/>
            <pc:sldMk cId="762745264" sldId="1391"/>
            <ac:spMk id="5" creationId="{EAC9776B-4B51-228F-04E1-E5041E6F2C95}"/>
          </ac:spMkLst>
        </pc:spChg>
        <pc:spChg chg="mod">
          <ac:chgData name="Karl Michael Höferl" userId="544d2ce1-0a3b-4706-9dfd-c6d69d0e3c8e" providerId="ADAL" clId="{728816E0-0922-4745-AF12-C87F45E7DFA0}" dt="2026-03-25T08:22:12.474" v="3895" actId="790"/>
          <ac:spMkLst>
            <pc:docMk/>
            <pc:sldMk cId="762745264" sldId="1391"/>
            <ac:spMk id="6" creationId="{851ABBF5-58D8-2D24-4ADA-65F94941CF98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80" creationId="{7417E605-7B1A-4CE2-A3D2-0DA758B92238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84" creationId="{F643DF34-ADE0-F7AE-1C22-B31800E4136C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92" creationId="{C1BC4F1E-FEF3-A4CD-CC31-EBF8E02FF174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93" creationId="{796BCBC7-EA76-65FC-16CA-0038E098303A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95" creationId="{578DF3C1-189E-7AE0-38D9-2C730DD72A94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96" creationId="{8B609451-42F4-3327-15F2-71F7BBBE1ECA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97" creationId="{BF5E2825-BC02-5B0C-528D-69B4E5C15C0A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130" creationId="{40870039-03BD-5F11-2417-4A5D03427C2B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139" creationId="{FE712CB8-8CE1-C272-B331-111B04177B46}"/>
          </ac:spMkLst>
        </pc:spChg>
        <pc:spChg chg="mod">
          <ac:chgData name="Karl Michael Höferl" userId="544d2ce1-0a3b-4706-9dfd-c6d69d0e3c8e" providerId="ADAL" clId="{728816E0-0922-4745-AF12-C87F45E7DFA0}" dt="2026-03-23T08:14:21.133" v="508"/>
          <ac:spMkLst>
            <pc:docMk/>
            <pc:sldMk cId="762745264" sldId="1391"/>
            <ac:spMk id="141" creationId="{43111F3B-34E1-1F12-D732-A1F1613FF729}"/>
          </ac:spMkLst>
        </pc:spChg>
        <pc:spChg chg="mod">
          <ac:chgData name="Karl Michael Höferl" userId="544d2ce1-0a3b-4706-9dfd-c6d69d0e3c8e" providerId="ADAL" clId="{728816E0-0922-4745-AF12-C87F45E7DFA0}" dt="2026-03-23T08:14:16.933" v="507" actId="20577"/>
          <ac:spMkLst>
            <pc:docMk/>
            <pc:sldMk cId="762745264" sldId="1391"/>
            <ac:spMk id="143" creationId="{06B126B6-DD66-A495-4D48-73E07419828D}"/>
          </ac:spMkLst>
        </pc:spChg>
        <pc:spChg chg="mod">
          <ac:chgData name="Karl Michael Höferl" userId="544d2ce1-0a3b-4706-9dfd-c6d69d0e3c8e" providerId="ADAL" clId="{728816E0-0922-4745-AF12-C87F45E7DFA0}" dt="2026-03-23T08:16:11.527" v="517" actId="1037"/>
          <ac:spMkLst>
            <pc:docMk/>
            <pc:sldMk cId="762745264" sldId="1391"/>
            <ac:spMk id="149" creationId="{08F3BC83-3644-996C-E1C5-557BC699626A}"/>
          </ac:spMkLst>
        </pc:spChg>
        <pc:grpChg chg="mod">
          <ac:chgData name="Karl Michael Höferl" userId="544d2ce1-0a3b-4706-9dfd-c6d69d0e3c8e" providerId="ADAL" clId="{728816E0-0922-4745-AF12-C87F45E7DFA0}" dt="2026-03-23T08:16:00.937" v="514" actId="166"/>
          <ac:grpSpMkLst>
            <pc:docMk/>
            <pc:sldMk cId="762745264" sldId="1391"/>
            <ac:grpSpMk id="79" creationId="{B1AE7837-A68E-A961-4841-3A1468C85589}"/>
          </ac:grpSpMkLst>
        </pc:grpChg>
        <pc:picChg chg="add mod">
          <ac:chgData name="Karl Michael Höferl" userId="544d2ce1-0a3b-4706-9dfd-c6d69d0e3c8e" providerId="ADAL" clId="{728816E0-0922-4745-AF12-C87F45E7DFA0}" dt="2026-03-23T08:15:53.788" v="513" actId="1076"/>
          <ac:picMkLst>
            <pc:docMk/>
            <pc:sldMk cId="762745264" sldId="1391"/>
            <ac:picMk id="153" creationId="{9A5E1A02-BFA0-B204-ED19-43AC41985CBC}"/>
          </ac:picMkLst>
        </pc:picChg>
        <pc:cxnChg chg="mod">
          <ac:chgData name="Karl Michael Höferl" userId="544d2ce1-0a3b-4706-9dfd-c6d69d0e3c8e" providerId="ADAL" clId="{728816E0-0922-4745-AF12-C87F45E7DFA0}" dt="2026-03-23T08:14:16.933" v="507" actId="20577"/>
          <ac:cxnSpMkLst>
            <pc:docMk/>
            <pc:sldMk cId="762745264" sldId="1391"/>
            <ac:cxnSpMk id="105" creationId="{BA3BF3D6-0247-6248-BEFE-F0A7A252C6F4}"/>
          </ac:cxnSpMkLst>
        </pc:cxnChg>
        <pc:cxnChg chg="mod">
          <ac:chgData name="Karl Michael Höferl" userId="544d2ce1-0a3b-4706-9dfd-c6d69d0e3c8e" providerId="ADAL" clId="{728816E0-0922-4745-AF12-C87F45E7DFA0}" dt="2026-03-23T08:14:16.933" v="507" actId="20577"/>
          <ac:cxnSpMkLst>
            <pc:docMk/>
            <pc:sldMk cId="762745264" sldId="1391"/>
            <ac:cxnSpMk id="106" creationId="{B10320A3-C69E-1025-C548-1EA904680BB2}"/>
          </ac:cxnSpMkLst>
        </pc:cxnChg>
        <pc:cxnChg chg="mod">
          <ac:chgData name="Karl Michael Höferl" userId="544d2ce1-0a3b-4706-9dfd-c6d69d0e3c8e" providerId="ADAL" clId="{728816E0-0922-4745-AF12-C87F45E7DFA0}" dt="2026-03-23T08:14:16.933" v="507" actId="20577"/>
          <ac:cxnSpMkLst>
            <pc:docMk/>
            <pc:sldMk cId="762745264" sldId="1391"/>
            <ac:cxnSpMk id="119" creationId="{C80BDB35-226B-B214-4372-1CCDD7ABAD65}"/>
          </ac:cxnSpMkLst>
        </pc:cxnChg>
        <pc:cxnChg chg="mod">
          <ac:chgData name="Karl Michael Höferl" userId="544d2ce1-0a3b-4706-9dfd-c6d69d0e3c8e" providerId="ADAL" clId="{728816E0-0922-4745-AF12-C87F45E7DFA0}" dt="2026-03-23T08:14:16.933" v="507" actId="20577"/>
          <ac:cxnSpMkLst>
            <pc:docMk/>
            <pc:sldMk cId="762745264" sldId="1391"/>
            <ac:cxnSpMk id="134" creationId="{FFB2B237-B41C-8EF4-1C30-61158CD6AD03}"/>
          </ac:cxnSpMkLst>
        </pc:cxnChg>
      </pc:sldChg>
      <pc:sldChg chg="modSp new mod">
        <pc:chgData name="Karl Michael Höferl" userId="544d2ce1-0a3b-4706-9dfd-c6d69d0e3c8e" providerId="ADAL" clId="{728816E0-0922-4745-AF12-C87F45E7DFA0}" dt="2026-03-25T08:30:07.933" v="4068" actId="313"/>
        <pc:sldMkLst>
          <pc:docMk/>
          <pc:sldMk cId="3562312125" sldId="1392"/>
        </pc:sldMkLst>
        <pc:spChg chg="mod">
          <ac:chgData name="Karl Michael Höferl" userId="544d2ce1-0a3b-4706-9dfd-c6d69d0e3c8e" providerId="ADAL" clId="{728816E0-0922-4745-AF12-C87F45E7DFA0}" dt="2026-03-25T08:22:12.481" v="3901" actId="790"/>
          <ac:spMkLst>
            <pc:docMk/>
            <pc:sldMk cId="3562312125" sldId="1392"/>
            <ac:spMk id="2" creationId="{24A7B42D-AB1C-74EB-F7D5-11F5FC056ECB}"/>
          </ac:spMkLst>
        </pc:spChg>
        <pc:spChg chg="mod">
          <ac:chgData name="Karl Michael Höferl" userId="544d2ce1-0a3b-4706-9dfd-c6d69d0e3c8e" providerId="ADAL" clId="{728816E0-0922-4745-AF12-C87F45E7DFA0}" dt="2026-03-25T08:22:12.483" v="3902" actId="790"/>
          <ac:spMkLst>
            <pc:docMk/>
            <pc:sldMk cId="3562312125" sldId="1392"/>
            <ac:spMk id="3" creationId="{A2F753FF-506B-52DE-CBC0-1C4B7D6511E1}"/>
          </ac:spMkLst>
        </pc:spChg>
        <pc:spChg chg="mod">
          <ac:chgData name="Karl Michael Höferl" userId="544d2ce1-0a3b-4706-9dfd-c6d69d0e3c8e" providerId="ADAL" clId="{728816E0-0922-4745-AF12-C87F45E7DFA0}" dt="2026-03-25T08:30:07.933" v="4068" actId="313"/>
          <ac:spMkLst>
            <pc:docMk/>
            <pc:sldMk cId="3562312125" sldId="1392"/>
            <ac:spMk id="4" creationId="{B25E5B0B-B159-BA55-1BE7-61F2E98C5C18}"/>
          </ac:spMkLst>
        </pc:spChg>
        <pc:spChg chg="mod">
          <ac:chgData name="Karl Michael Höferl" userId="544d2ce1-0a3b-4706-9dfd-c6d69d0e3c8e" providerId="ADAL" clId="{728816E0-0922-4745-AF12-C87F45E7DFA0}" dt="2026-03-25T08:22:12.486" v="3904" actId="790"/>
          <ac:spMkLst>
            <pc:docMk/>
            <pc:sldMk cId="3562312125" sldId="1392"/>
            <ac:spMk id="5" creationId="{52FE4F58-9950-624A-F85F-3F032D3C105A}"/>
          </ac:spMkLst>
        </pc:spChg>
        <pc:spChg chg="mod">
          <ac:chgData name="Karl Michael Höferl" userId="544d2ce1-0a3b-4706-9dfd-c6d69d0e3c8e" providerId="ADAL" clId="{728816E0-0922-4745-AF12-C87F45E7DFA0}" dt="2026-03-25T08:22:12.487" v="3905" actId="790"/>
          <ac:spMkLst>
            <pc:docMk/>
            <pc:sldMk cId="3562312125" sldId="1392"/>
            <ac:spMk id="6" creationId="{3F09F85F-E9E9-D58A-520E-89BA109686CE}"/>
          </ac:spMkLst>
        </pc:spChg>
      </pc:sldChg>
      <pc:sldChg chg="modSp add mod ord modNotesTx">
        <pc:chgData name="Karl Michael Höferl" userId="544d2ce1-0a3b-4706-9dfd-c6d69d0e3c8e" providerId="ADAL" clId="{728816E0-0922-4745-AF12-C87F45E7DFA0}" dt="2026-03-25T08:22:12.480" v="3900" actId="790"/>
        <pc:sldMkLst>
          <pc:docMk/>
          <pc:sldMk cId="1828299920" sldId="1393"/>
        </pc:sldMkLst>
        <pc:spChg chg="mod">
          <ac:chgData name="Karl Michael Höferl" userId="544d2ce1-0a3b-4706-9dfd-c6d69d0e3c8e" providerId="ADAL" clId="{728816E0-0922-4745-AF12-C87F45E7DFA0}" dt="2026-03-25T08:22:12.475" v="3896" actId="790"/>
          <ac:spMkLst>
            <pc:docMk/>
            <pc:sldMk cId="1828299920" sldId="1393"/>
            <ac:spMk id="2" creationId="{0589E513-87F0-68DA-190F-0CA931E7522E}"/>
          </ac:spMkLst>
        </pc:spChg>
        <pc:spChg chg="mod">
          <ac:chgData name="Karl Michael Höferl" userId="544d2ce1-0a3b-4706-9dfd-c6d69d0e3c8e" providerId="ADAL" clId="{728816E0-0922-4745-AF12-C87F45E7DFA0}" dt="2026-03-25T08:22:12.476" v="3897" actId="790"/>
          <ac:spMkLst>
            <pc:docMk/>
            <pc:sldMk cId="1828299920" sldId="1393"/>
            <ac:spMk id="3" creationId="{DD907705-EC0D-8B18-B914-3A5C4739E371}"/>
          </ac:spMkLst>
        </pc:spChg>
        <pc:spChg chg="mod">
          <ac:chgData name="Karl Michael Höferl" userId="544d2ce1-0a3b-4706-9dfd-c6d69d0e3c8e" providerId="ADAL" clId="{728816E0-0922-4745-AF12-C87F45E7DFA0}" dt="2026-03-25T08:22:12.479" v="3898" actId="790"/>
          <ac:spMkLst>
            <pc:docMk/>
            <pc:sldMk cId="1828299920" sldId="1393"/>
            <ac:spMk id="4" creationId="{ABB41E41-3E04-B8C7-1078-BFEA99B9EB35}"/>
          </ac:spMkLst>
        </pc:spChg>
        <pc:spChg chg="mod">
          <ac:chgData name="Karl Michael Höferl" userId="544d2ce1-0a3b-4706-9dfd-c6d69d0e3c8e" providerId="ADAL" clId="{728816E0-0922-4745-AF12-C87F45E7DFA0}" dt="2026-03-25T08:22:12.480" v="3899" actId="790"/>
          <ac:spMkLst>
            <pc:docMk/>
            <pc:sldMk cId="1828299920" sldId="1393"/>
            <ac:spMk id="5" creationId="{CD96AE2C-130E-DFB6-EEF6-8C25E100E75D}"/>
          </ac:spMkLst>
        </pc:spChg>
        <pc:spChg chg="mod">
          <ac:chgData name="Karl Michael Höferl" userId="544d2ce1-0a3b-4706-9dfd-c6d69d0e3c8e" providerId="ADAL" clId="{728816E0-0922-4745-AF12-C87F45E7DFA0}" dt="2026-03-25T08:22:12.480" v="3900" actId="790"/>
          <ac:spMkLst>
            <pc:docMk/>
            <pc:sldMk cId="1828299920" sldId="1393"/>
            <ac:spMk id="6" creationId="{3E440DBA-33A2-3F7F-EC17-B2ED0A1171A3}"/>
          </ac:spMkLst>
        </pc:spChg>
      </pc:sldChg>
      <pc:sldChg chg="addSp modSp new mod">
        <pc:chgData name="Karl Michael Höferl" userId="544d2ce1-0a3b-4706-9dfd-c6d69d0e3c8e" providerId="ADAL" clId="{728816E0-0922-4745-AF12-C87F45E7DFA0}" dt="2026-03-25T08:22:12.468" v="3890" actId="790"/>
        <pc:sldMkLst>
          <pc:docMk/>
          <pc:sldMk cId="3832867242" sldId="1394"/>
        </pc:sldMkLst>
        <pc:spChg chg="mod">
          <ac:chgData name="Karl Michael Höferl" userId="544d2ce1-0a3b-4706-9dfd-c6d69d0e3c8e" providerId="ADAL" clId="{728816E0-0922-4745-AF12-C87F45E7DFA0}" dt="2026-03-25T08:22:12.404" v="3885" actId="790"/>
          <ac:spMkLst>
            <pc:docMk/>
            <pc:sldMk cId="3832867242" sldId="1394"/>
            <ac:spMk id="2" creationId="{B54CF1F6-4467-14A5-4A5B-B8EDAAFF60CA}"/>
          </ac:spMkLst>
        </pc:spChg>
        <pc:spChg chg="mod">
          <ac:chgData name="Karl Michael Höferl" userId="544d2ce1-0a3b-4706-9dfd-c6d69d0e3c8e" providerId="ADAL" clId="{728816E0-0922-4745-AF12-C87F45E7DFA0}" dt="2026-03-25T08:22:12.405" v="3886" actId="790"/>
          <ac:spMkLst>
            <pc:docMk/>
            <pc:sldMk cId="3832867242" sldId="1394"/>
            <ac:spMk id="3" creationId="{9AA2EA49-B5AD-15AB-0E7F-3172801D006E}"/>
          </ac:spMkLst>
        </pc:spChg>
        <pc:spChg chg="mod">
          <ac:chgData name="Karl Michael Höferl" userId="544d2ce1-0a3b-4706-9dfd-c6d69d0e3c8e" providerId="ADAL" clId="{728816E0-0922-4745-AF12-C87F45E7DFA0}" dt="2026-03-25T08:22:12.407" v="3887" actId="790"/>
          <ac:spMkLst>
            <pc:docMk/>
            <pc:sldMk cId="3832867242" sldId="1394"/>
            <ac:spMk id="4" creationId="{00F15083-5412-343D-B6F2-33BC36B854E4}"/>
          </ac:spMkLst>
        </pc:spChg>
        <pc:spChg chg="mod">
          <ac:chgData name="Karl Michael Höferl" userId="544d2ce1-0a3b-4706-9dfd-c6d69d0e3c8e" providerId="ADAL" clId="{728816E0-0922-4745-AF12-C87F45E7DFA0}" dt="2026-03-25T08:22:12.408" v="3888" actId="790"/>
          <ac:spMkLst>
            <pc:docMk/>
            <pc:sldMk cId="3832867242" sldId="1394"/>
            <ac:spMk id="5" creationId="{B882098F-59D0-91D6-0ACE-1096EB7B78A1}"/>
          </ac:spMkLst>
        </pc:spChg>
        <pc:spChg chg="mod">
          <ac:chgData name="Karl Michael Höferl" userId="544d2ce1-0a3b-4706-9dfd-c6d69d0e3c8e" providerId="ADAL" clId="{728816E0-0922-4745-AF12-C87F45E7DFA0}" dt="2026-03-25T08:22:12.467" v="3889" actId="790"/>
          <ac:spMkLst>
            <pc:docMk/>
            <pc:sldMk cId="3832867242" sldId="1394"/>
            <ac:spMk id="6" creationId="{A2F70822-6F94-9484-BC9D-D6C6EBEBF43D}"/>
          </ac:spMkLst>
        </pc:spChg>
        <pc:spChg chg="add mod">
          <ac:chgData name="Karl Michael Höferl" userId="544d2ce1-0a3b-4706-9dfd-c6d69d0e3c8e" providerId="ADAL" clId="{728816E0-0922-4745-AF12-C87F45E7DFA0}" dt="2026-03-25T08:22:12.468" v="3890" actId="790"/>
          <ac:spMkLst>
            <pc:docMk/>
            <pc:sldMk cId="3832867242" sldId="1394"/>
            <ac:spMk id="7" creationId="{D5C3329B-77AE-A9C0-69D4-7A4A97319F03}"/>
          </ac:spMkLst>
        </pc:spChg>
      </pc:sldChg>
      <pc:sldChg chg="modSp add mod">
        <pc:chgData name="Karl Michael Höferl" userId="544d2ce1-0a3b-4706-9dfd-c6d69d0e3c8e" providerId="ADAL" clId="{728816E0-0922-4745-AF12-C87F45E7DFA0}" dt="2026-03-25T08:22:12.488" v="3906" actId="790"/>
        <pc:sldMkLst>
          <pc:docMk/>
          <pc:sldMk cId="2627303055" sldId="1395"/>
        </pc:sldMkLst>
        <pc:spChg chg="mod">
          <ac:chgData name="Karl Michael Höferl" userId="544d2ce1-0a3b-4706-9dfd-c6d69d0e3c8e" providerId="ADAL" clId="{728816E0-0922-4745-AF12-C87F45E7DFA0}" dt="2026-03-25T08:22:12.488" v="3906" actId="790"/>
          <ac:spMkLst>
            <pc:docMk/>
            <pc:sldMk cId="2627303055" sldId="1395"/>
            <ac:spMk id="7" creationId="{5EE099D5-8306-9EBA-3A52-6F61223272AA}"/>
          </ac:spMkLst>
        </pc:spChg>
      </pc:sldChg>
      <pc:sldChg chg="modSp add mod">
        <pc:chgData name="Karl Michael Höferl" userId="544d2ce1-0a3b-4706-9dfd-c6d69d0e3c8e" providerId="ADAL" clId="{728816E0-0922-4745-AF12-C87F45E7DFA0}" dt="2026-03-25T08:22:12.494" v="3911" actId="790"/>
        <pc:sldMkLst>
          <pc:docMk/>
          <pc:sldMk cId="822668924" sldId="1396"/>
        </pc:sldMkLst>
        <pc:spChg chg="mod">
          <ac:chgData name="Karl Michael Höferl" userId="544d2ce1-0a3b-4706-9dfd-c6d69d0e3c8e" providerId="ADAL" clId="{728816E0-0922-4745-AF12-C87F45E7DFA0}" dt="2026-03-25T08:22:12.490" v="3907" actId="790"/>
          <ac:spMkLst>
            <pc:docMk/>
            <pc:sldMk cId="822668924" sldId="1396"/>
            <ac:spMk id="2" creationId="{E9996BFF-4D7A-B0D9-5DDD-21F1C1AB3B25}"/>
          </ac:spMkLst>
        </pc:spChg>
        <pc:spChg chg="mod">
          <ac:chgData name="Karl Michael Höferl" userId="544d2ce1-0a3b-4706-9dfd-c6d69d0e3c8e" providerId="ADAL" clId="{728816E0-0922-4745-AF12-C87F45E7DFA0}" dt="2026-03-25T08:22:12.491" v="3908" actId="790"/>
          <ac:spMkLst>
            <pc:docMk/>
            <pc:sldMk cId="822668924" sldId="1396"/>
            <ac:spMk id="3" creationId="{16FD6A55-AD4B-3537-FEF3-A51A0031555C}"/>
          </ac:spMkLst>
        </pc:spChg>
        <pc:spChg chg="mod">
          <ac:chgData name="Karl Michael Höferl" userId="544d2ce1-0a3b-4706-9dfd-c6d69d0e3c8e" providerId="ADAL" clId="{728816E0-0922-4745-AF12-C87F45E7DFA0}" dt="2026-03-25T08:22:12.492" v="3909" actId="790"/>
          <ac:spMkLst>
            <pc:docMk/>
            <pc:sldMk cId="822668924" sldId="1396"/>
            <ac:spMk id="4" creationId="{F40B0591-00B5-658D-B102-F3B11831A067}"/>
          </ac:spMkLst>
        </pc:spChg>
        <pc:spChg chg="mod">
          <ac:chgData name="Karl Michael Höferl" userId="544d2ce1-0a3b-4706-9dfd-c6d69d0e3c8e" providerId="ADAL" clId="{728816E0-0922-4745-AF12-C87F45E7DFA0}" dt="2026-03-25T08:22:12.494" v="3910" actId="790"/>
          <ac:spMkLst>
            <pc:docMk/>
            <pc:sldMk cId="822668924" sldId="1396"/>
            <ac:spMk id="5" creationId="{8240EEB6-7184-400C-2E78-5A93F28329C7}"/>
          </ac:spMkLst>
        </pc:spChg>
        <pc:spChg chg="mod">
          <ac:chgData name="Karl Michael Höferl" userId="544d2ce1-0a3b-4706-9dfd-c6d69d0e3c8e" providerId="ADAL" clId="{728816E0-0922-4745-AF12-C87F45E7DFA0}" dt="2026-03-25T08:22:12.494" v="3911" actId="790"/>
          <ac:spMkLst>
            <pc:docMk/>
            <pc:sldMk cId="822668924" sldId="1396"/>
            <ac:spMk id="6" creationId="{49FDA437-A396-D4DC-E943-072DAF591974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3-25T08:22:12.514" v="3916" actId="790"/>
        <pc:sldMkLst>
          <pc:docMk/>
          <pc:sldMk cId="2326125457" sldId="1397"/>
        </pc:sldMkLst>
        <pc:spChg chg="mod">
          <ac:chgData name="Karl Michael Höferl" userId="544d2ce1-0a3b-4706-9dfd-c6d69d0e3c8e" providerId="ADAL" clId="{728816E0-0922-4745-AF12-C87F45E7DFA0}" dt="2026-03-25T08:22:12.496" v="3912" actId="790"/>
          <ac:spMkLst>
            <pc:docMk/>
            <pc:sldMk cId="2326125457" sldId="1397"/>
            <ac:spMk id="2" creationId="{9C2068B4-F6F4-1C17-786C-719B25B95593}"/>
          </ac:spMkLst>
        </pc:spChg>
        <pc:spChg chg="mod">
          <ac:chgData name="Karl Michael Höferl" userId="544d2ce1-0a3b-4706-9dfd-c6d69d0e3c8e" providerId="ADAL" clId="{728816E0-0922-4745-AF12-C87F45E7DFA0}" dt="2026-03-25T08:22:12.497" v="3913" actId="790"/>
          <ac:spMkLst>
            <pc:docMk/>
            <pc:sldMk cId="2326125457" sldId="1397"/>
            <ac:spMk id="3" creationId="{0C998C1B-2D8B-517F-EC12-77502561266A}"/>
          </ac:spMkLst>
        </pc:spChg>
        <pc:spChg chg="mod">
          <ac:chgData name="Karl Michael Höferl" userId="544d2ce1-0a3b-4706-9dfd-c6d69d0e3c8e" providerId="ADAL" clId="{728816E0-0922-4745-AF12-C87F45E7DFA0}" dt="2026-03-25T08:22:12.511" v="3914" actId="790"/>
          <ac:spMkLst>
            <pc:docMk/>
            <pc:sldMk cId="2326125457" sldId="1397"/>
            <ac:spMk id="4" creationId="{5D752049-F883-8CEF-A0E7-0D4316F54F25}"/>
          </ac:spMkLst>
        </pc:spChg>
        <pc:spChg chg="mod">
          <ac:chgData name="Karl Michael Höferl" userId="544d2ce1-0a3b-4706-9dfd-c6d69d0e3c8e" providerId="ADAL" clId="{728816E0-0922-4745-AF12-C87F45E7DFA0}" dt="2026-03-25T08:22:12.513" v="3915" actId="790"/>
          <ac:spMkLst>
            <pc:docMk/>
            <pc:sldMk cId="2326125457" sldId="1397"/>
            <ac:spMk id="5" creationId="{82D8F4F2-603E-DE24-BF62-7CB8CD96E30A}"/>
          </ac:spMkLst>
        </pc:spChg>
        <pc:spChg chg="mod">
          <ac:chgData name="Karl Michael Höferl" userId="544d2ce1-0a3b-4706-9dfd-c6d69d0e3c8e" providerId="ADAL" clId="{728816E0-0922-4745-AF12-C87F45E7DFA0}" dt="2026-03-25T08:22:12.514" v="3916" actId="790"/>
          <ac:spMkLst>
            <pc:docMk/>
            <pc:sldMk cId="2326125457" sldId="1397"/>
            <ac:spMk id="6" creationId="{EF956FE0-9782-2BFD-2AA3-037F885AE424}"/>
          </ac:spMkLst>
        </pc:spChg>
        <pc:picChg chg="add mod">
          <ac:chgData name="Karl Michael Höferl" userId="544d2ce1-0a3b-4706-9dfd-c6d69d0e3c8e" providerId="ADAL" clId="{728816E0-0922-4745-AF12-C87F45E7DFA0}" dt="2026-03-23T09:33:49.152" v="1929" actId="1076"/>
          <ac:picMkLst>
            <pc:docMk/>
            <pc:sldMk cId="2326125457" sldId="1397"/>
            <ac:picMk id="22" creationId="{4EC98D76-7484-CE5A-7FC4-4FA68B2588F5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3-25T08:22:12.561" v="3941" actId="790"/>
        <pc:sldMkLst>
          <pc:docMk/>
          <pc:sldMk cId="2111097133" sldId="1398"/>
        </pc:sldMkLst>
        <pc:spChg chg="mod">
          <ac:chgData name="Karl Michael Höferl" userId="544d2ce1-0a3b-4706-9dfd-c6d69d0e3c8e" providerId="ADAL" clId="{728816E0-0922-4745-AF12-C87F45E7DFA0}" dt="2026-03-25T08:22:12.552" v="3937" actId="790"/>
          <ac:spMkLst>
            <pc:docMk/>
            <pc:sldMk cId="2111097133" sldId="1398"/>
            <ac:spMk id="2" creationId="{60723F1F-132A-75BC-738B-CE7476CE6536}"/>
          </ac:spMkLst>
        </pc:spChg>
        <pc:spChg chg="mod">
          <ac:chgData name="Karl Michael Höferl" userId="544d2ce1-0a3b-4706-9dfd-c6d69d0e3c8e" providerId="ADAL" clId="{728816E0-0922-4745-AF12-C87F45E7DFA0}" dt="2026-03-25T08:22:12.553" v="3938" actId="790"/>
          <ac:spMkLst>
            <pc:docMk/>
            <pc:sldMk cId="2111097133" sldId="1398"/>
            <ac:spMk id="3" creationId="{158D8095-1F96-9735-5073-8427D1126A26}"/>
          </ac:spMkLst>
        </pc:spChg>
        <pc:spChg chg="mod">
          <ac:chgData name="Karl Michael Höferl" userId="544d2ce1-0a3b-4706-9dfd-c6d69d0e3c8e" providerId="ADAL" clId="{728816E0-0922-4745-AF12-C87F45E7DFA0}" dt="2026-03-25T08:22:12.558" v="3939" actId="790"/>
          <ac:spMkLst>
            <pc:docMk/>
            <pc:sldMk cId="2111097133" sldId="1398"/>
            <ac:spMk id="4" creationId="{B7BB5E4F-8AE2-00BB-D8A8-CE762B3BA985}"/>
          </ac:spMkLst>
        </pc:spChg>
        <pc:spChg chg="mod">
          <ac:chgData name="Karl Michael Höferl" userId="544d2ce1-0a3b-4706-9dfd-c6d69d0e3c8e" providerId="ADAL" clId="{728816E0-0922-4745-AF12-C87F45E7DFA0}" dt="2026-03-25T08:22:12.559" v="3940" actId="790"/>
          <ac:spMkLst>
            <pc:docMk/>
            <pc:sldMk cId="2111097133" sldId="1398"/>
            <ac:spMk id="5" creationId="{1F777F99-432A-98CC-4426-3CBAEA2FE567}"/>
          </ac:spMkLst>
        </pc:spChg>
        <pc:spChg chg="mod">
          <ac:chgData name="Karl Michael Höferl" userId="544d2ce1-0a3b-4706-9dfd-c6d69d0e3c8e" providerId="ADAL" clId="{728816E0-0922-4745-AF12-C87F45E7DFA0}" dt="2026-03-25T08:22:12.561" v="3941" actId="790"/>
          <ac:spMkLst>
            <pc:docMk/>
            <pc:sldMk cId="2111097133" sldId="1398"/>
            <ac:spMk id="6" creationId="{67DB3285-0B2C-F547-DCE9-D079965A1331}"/>
          </ac:spMkLst>
        </pc:spChg>
        <pc:picChg chg="add mod">
          <ac:chgData name="Karl Michael Höferl" userId="544d2ce1-0a3b-4706-9dfd-c6d69d0e3c8e" providerId="ADAL" clId="{728816E0-0922-4745-AF12-C87F45E7DFA0}" dt="2026-03-23T09:19:20.285" v="1761" actId="1036"/>
          <ac:picMkLst>
            <pc:docMk/>
            <pc:sldMk cId="2111097133" sldId="1398"/>
            <ac:picMk id="11" creationId="{423530A1-55E7-6FE5-2FB8-DEAFF6B57045}"/>
          </ac:picMkLst>
        </pc:picChg>
      </pc:sldChg>
      <pc:sldChg chg="modSp add mod ord">
        <pc:chgData name="Karl Michael Höferl" userId="544d2ce1-0a3b-4706-9dfd-c6d69d0e3c8e" providerId="ADAL" clId="{728816E0-0922-4745-AF12-C87F45E7DFA0}" dt="2026-03-25T08:22:12.550" v="3936" actId="790"/>
        <pc:sldMkLst>
          <pc:docMk/>
          <pc:sldMk cId="3534307364" sldId="1399"/>
        </pc:sldMkLst>
        <pc:spChg chg="mod">
          <ac:chgData name="Karl Michael Höferl" userId="544d2ce1-0a3b-4706-9dfd-c6d69d0e3c8e" providerId="ADAL" clId="{728816E0-0922-4745-AF12-C87F45E7DFA0}" dt="2026-03-25T08:22:12.538" v="3932" actId="790"/>
          <ac:spMkLst>
            <pc:docMk/>
            <pc:sldMk cId="3534307364" sldId="1399"/>
            <ac:spMk id="2" creationId="{ADA238B8-93B9-30C9-8E8D-0E40D1477B8A}"/>
          </ac:spMkLst>
        </pc:spChg>
        <pc:spChg chg="mod">
          <ac:chgData name="Karl Michael Höferl" userId="544d2ce1-0a3b-4706-9dfd-c6d69d0e3c8e" providerId="ADAL" clId="{728816E0-0922-4745-AF12-C87F45E7DFA0}" dt="2026-03-25T08:22:12.539" v="3933" actId="790"/>
          <ac:spMkLst>
            <pc:docMk/>
            <pc:sldMk cId="3534307364" sldId="1399"/>
            <ac:spMk id="3" creationId="{75DB1D54-17D0-B998-5ACF-A8317BB96A03}"/>
          </ac:spMkLst>
        </pc:spChg>
        <pc:spChg chg="mod">
          <ac:chgData name="Karl Michael Höferl" userId="544d2ce1-0a3b-4706-9dfd-c6d69d0e3c8e" providerId="ADAL" clId="{728816E0-0922-4745-AF12-C87F45E7DFA0}" dt="2026-03-25T08:22:12.548" v="3934" actId="790"/>
          <ac:spMkLst>
            <pc:docMk/>
            <pc:sldMk cId="3534307364" sldId="1399"/>
            <ac:spMk id="4" creationId="{ED756133-F36A-C64A-A206-9DA9C090D856}"/>
          </ac:spMkLst>
        </pc:spChg>
        <pc:spChg chg="mod">
          <ac:chgData name="Karl Michael Höferl" userId="544d2ce1-0a3b-4706-9dfd-c6d69d0e3c8e" providerId="ADAL" clId="{728816E0-0922-4745-AF12-C87F45E7DFA0}" dt="2026-03-25T08:22:12.549" v="3935" actId="790"/>
          <ac:spMkLst>
            <pc:docMk/>
            <pc:sldMk cId="3534307364" sldId="1399"/>
            <ac:spMk id="5" creationId="{7A2B1B36-F4AB-4EF1-AD74-D4967CE0292F}"/>
          </ac:spMkLst>
        </pc:spChg>
        <pc:spChg chg="mod">
          <ac:chgData name="Karl Michael Höferl" userId="544d2ce1-0a3b-4706-9dfd-c6d69d0e3c8e" providerId="ADAL" clId="{728816E0-0922-4745-AF12-C87F45E7DFA0}" dt="2026-03-25T08:22:12.550" v="3936" actId="790"/>
          <ac:spMkLst>
            <pc:docMk/>
            <pc:sldMk cId="3534307364" sldId="1399"/>
            <ac:spMk id="6" creationId="{5E1D7CF1-0244-72F4-76E6-55480ECC71F7}"/>
          </ac:spMkLst>
        </pc:spChg>
        <pc:picChg chg="mod ord modCrop">
          <ac:chgData name="Karl Michael Höferl" userId="544d2ce1-0a3b-4706-9dfd-c6d69d0e3c8e" providerId="ADAL" clId="{728816E0-0922-4745-AF12-C87F45E7DFA0}" dt="2026-03-23T09:20:02.937" v="1767" actId="167"/>
          <ac:picMkLst>
            <pc:docMk/>
            <pc:sldMk cId="3534307364" sldId="1399"/>
            <ac:picMk id="11" creationId="{F2F3CA8E-8711-1124-EBD3-DEC1AB6541F8}"/>
          </ac:picMkLst>
        </pc:picChg>
      </pc:sldChg>
      <pc:sldChg chg="modSp add mod">
        <pc:chgData name="Karl Michael Höferl" userId="544d2ce1-0a3b-4706-9dfd-c6d69d0e3c8e" providerId="ADAL" clId="{728816E0-0922-4745-AF12-C87F45E7DFA0}" dt="2026-03-25T08:22:12.538" v="3931" actId="790"/>
        <pc:sldMkLst>
          <pc:docMk/>
          <pc:sldMk cId="3816992930" sldId="1400"/>
        </pc:sldMkLst>
        <pc:spChg chg="mod">
          <ac:chgData name="Karl Michael Höferl" userId="544d2ce1-0a3b-4706-9dfd-c6d69d0e3c8e" providerId="ADAL" clId="{728816E0-0922-4745-AF12-C87F45E7DFA0}" dt="2026-03-25T08:22:12.531" v="3927" actId="790"/>
          <ac:spMkLst>
            <pc:docMk/>
            <pc:sldMk cId="3816992930" sldId="1400"/>
            <ac:spMk id="2" creationId="{39BFB294-1687-DA0B-1038-4171D9EA7A14}"/>
          </ac:spMkLst>
        </pc:spChg>
        <pc:spChg chg="mod">
          <ac:chgData name="Karl Michael Höferl" userId="544d2ce1-0a3b-4706-9dfd-c6d69d0e3c8e" providerId="ADAL" clId="{728816E0-0922-4745-AF12-C87F45E7DFA0}" dt="2026-03-25T08:22:12.532" v="3928" actId="790"/>
          <ac:spMkLst>
            <pc:docMk/>
            <pc:sldMk cId="3816992930" sldId="1400"/>
            <ac:spMk id="3" creationId="{0D2B1C77-CCD5-C394-AA3A-B68A3E5FC91F}"/>
          </ac:spMkLst>
        </pc:spChg>
        <pc:spChg chg="mod">
          <ac:chgData name="Karl Michael Höferl" userId="544d2ce1-0a3b-4706-9dfd-c6d69d0e3c8e" providerId="ADAL" clId="{728816E0-0922-4745-AF12-C87F45E7DFA0}" dt="2026-03-25T08:22:12.535" v="3929" actId="790"/>
          <ac:spMkLst>
            <pc:docMk/>
            <pc:sldMk cId="3816992930" sldId="1400"/>
            <ac:spMk id="4" creationId="{E695F278-8B96-0B77-621C-2BBCDB974452}"/>
          </ac:spMkLst>
        </pc:spChg>
        <pc:spChg chg="mod">
          <ac:chgData name="Karl Michael Höferl" userId="544d2ce1-0a3b-4706-9dfd-c6d69d0e3c8e" providerId="ADAL" clId="{728816E0-0922-4745-AF12-C87F45E7DFA0}" dt="2026-03-25T08:22:12.537" v="3930" actId="790"/>
          <ac:spMkLst>
            <pc:docMk/>
            <pc:sldMk cId="3816992930" sldId="1400"/>
            <ac:spMk id="5" creationId="{B058F9D0-D7F0-8F0F-668E-6CB84EB6A3D7}"/>
          </ac:spMkLst>
        </pc:spChg>
        <pc:spChg chg="mod">
          <ac:chgData name="Karl Michael Höferl" userId="544d2ce1-0a3b-4706-9dfd-c6d69d0e3c8e" providerId="ADAL" clId="{728816E0-0922-4745-AF12-C87F45E7DFA0}" dt="2026-03-25T08:22:12.538" v="3931" actId="790"/>
          <ac:spMkLst>
            <pc:docMk/>
            <pc:sldMk cId="3816992930" sldId="1400"/>
            <ac:spMk id="6" creationId="{143EAA18-B8FF-1C70-D1C5-83C34B0B1BEF}"/>
          </ac:spMkLst>
        </pc:spChg>
        <pc:picChg chg="mod">
          <ac:chgData name="Karl Michael Höferl" userId="544d2ce1-0a3b-4706-9dfd-c6d69d0e3c8e" providerId="ADAL" clId="{728816E0-0922-4745-AF12-C87F45E7DFA0}" dt="2026-03-23T09:49:33.507" v="2115" actId="1076"/>
          <ac:picMkLst>
            <pc:docMk/>
            <pc:sldMk cId="3816992930" sldId="1400"/>
            <ac:picMk id="1028" creationId="{65C4091C-48CF-963F-5A8E-5C60559DC1E4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3-25T08:22:12.522" v="3921" actId="790"/>
        <pc:sldMkLst>
          <pc:docMk/>
          <pc:sldMk cId="1462864505" sldId="1401"/>
        </pc:sldMkLst>
        <pc:spChg chg="mod">
          <ac:chgData name="Karl Michael Höferl" userId="544d2ce1-0a3b-4706-9dfd-c6d69d0e3c8e" providerId="ADAL" clId="{728816E0-0922-4745-AF12-C87F45E7DFA0}" dt="2026-03-25T08:22:12.516" v="3917" actId="790"/>
          <ac:spMkLst>
            <pc:docMk/>
            <pc:sldMk cId="1462864505" sldId="1401"/>
            <ac:spMk id="2" creationId="{12F5C729-8531-D1C8-C7CD-14BCC1ACA347}"/>
          </ac:spMkLst>
        </pc:spChg>
        <pc:spChg chg="mod">
          <ac:chgData name="Karl Michael Höferl" userId="544d2ce1-0a3b-4706-9dfd-c6d69d0e3c8e" providerId="ADAL" clId="{728816E0-0922-4745-AF12-C87F45E7DFA0}" dt="2026-03-25T08:22:12.517" v="3918" actId="790"/>
          <ac:spMkLst>
            <pc:docMk/>
            <pc:sldMk cId="1462864505" sldId="1401"/>
            <ac:spMk id="3" creationId="{F0D2EA70-091E-DFE1-6D98-7FF425330287}"/>
          </ac:spMkLst>
        </pc:spChg>
        <pc:spChg chg="mod">
          <ac:chgData name="Karl Michael Höferl" userId="544d2ce1-0a3b-4706-9dfd-c6d69d0e3c8e" providerId="ADAL" clId="{728816E0-0922-4745-AF12-C87F45E7DFA0}" dt="2026-03-25T08:22:12.518" v="3919" actId="790"/>
          <ac:spMkLst>
            <pc:docMk/>
            <pc:sldMk cId="1462864505" sldId="1401"/>
            <ac:spMk id="4" creationId="{1D59036D-7EE7-2477-9ECE-0DFFD02335A4}"/>
          </ac:spMkLst>
        </pc:spChg>
        <pc:spChg chg="mod">
          <ac:chgData name="Karl Michael Höferl" userId="544d2ce1-0a3b-4706-9dfd-c6d69d0e3c8e" providerId="ADAL" clId="{728816E0-0922-4745-AF12-C87F45E7DFA0}" dt="2026-03-25T08:22:12.519" v="3920" actId="790"/>
          <ac:spMkLst>
            <pc:docMk/>
            <pc:sldMk cId="1462864505" sldId="1401"/>
            <ac:spMk id="5" creationId="{91CBD49A-A407-8F8D-C09A-A05F0FC03D8A}"/>
          </ac:spMkLst>
        </pc:spChg>
        <pc:spChg chg="mod">
          <ac:chgData name="Karl Michael Höferl" userId="544d2ce1-0a3b-4706-9dfd-c6d69d0e3c8e" providerId="ADAL" clId="{728816E0-0922-4745-AF12-C87F45E7DFA0}" dt="2026-03-25T08:22:12.522" v="3921" actId="790"/>
          <ac:spMkLst>
            <pc:docMk/>
            <pc:sldMk cId="1462864505" sldId="1401"/>
            <ac:spMk id="6" creationId="{45CD6958-6AF7-41B3-4B8E-AD3731D75F9F}"/>
          </ac:spMkLst>
        </pc:spChg>
        <pc:picChg chg="add mod">
          <ac:chgData name="Karl Michael Höferl" userId="544d2ce1-0a3b-4706-9dfd-c6d69d0e3c8e" providerId="ADAL" clId="{728816E0-0922-4745-AF12-C87F45E7DFA0}" dt="2026-03-23T09:36:30.993" v="2098" actId="1076"/>
          <ac:picMkLst>
            <pc:docMk/>
            <pc:sldMk cId="1462864505" sldId="1401"/>
            <ac:picMk id="8" creationId="{555370E2-6530-3F76-9B9D-6525A50538D6}"/>
          </ac:picMkLst>
        </pc:picChg>
        <pc:picChg chg="add mod">
          <ac:chgData name="Karl Michael Höferl" userId="544d2ce1-0a3b-4706-9dfd-c6d69d0e3c8e" providerId="ADAL" clId="{728816E0-0922-4745-AF12-C87F45E7DFA0}" dt="2026-03-23T09:36:25.500" v="2097" actId="1076"/>
          <ac:picMkLst>
            <pc:docMk/>
            <pc:sldMk cId="1462864505" sldId="1401"/>
            <ac:picMk id="11" creationId="{4740D5C7-146A-DBB1-1802-5389D1547EAD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3-27T12:31:54.414" v="4174" actId="1076"/>
        <pc:sldMkLst>
          <pc:docMk/>
          <pc:sldMk cId="2762303747" sldId="1402"/>
        </pc:sldMkLst>
        <pc:spChg chg="mod">
          <ac:chgData name="Karl Michael Höferl" userId="544d2ce1-0a3b-4706-9dfd-c6d69d0e3c8e" providerId="ADAL" clId="{728816E0-0922-4745-AF12-C87F45E7DFA0}" dt="2026-03-25T08:22:12.525" v="3922" actId="790"/>
          <ac:spMkLst>
            <pc:docMk/>
            <pc:sldMk cId="2762303747" sldId="1402"/>
            <ac:spMk id="2" creationId="{FAA9743C-DEDE-3D07-446C-FC635C714135}"/>
          </ac:spMkLst>
        </pc:spChg>
        <pc:spChg chg="mod">
          <ac:chgData name="Karl Michael Höferl" userId="544d2ce1-0a3b-4706-9dfd-c6d69d0e3c8e" providerId="ADAL" clId="{728816E0-0922-4745-AF12-C87F45E7DFA0}" dt="2026-03-25T08:22:12.526" v="3923" actId="790"/>
          <ac:spMkLst>
            <pc:docMk/>
            <pc:sldMk cId="2762303747" sldId="1402"/>
            <ac:spMk id="3" creationId="{21556D2C-70CE-2CDA-225D-ADE917B062F4}"/>
          </ac:spMkLst>
        </pc:spChg>
        <pc:spChg chg="mod">
          <ac:chgData name="Karl Michael Höferl" userId="544d2ce1-0a3b-4706-9dfd-c6d69d0e3c8e" providerId="ADAL" clId="{728816E0-0922-4745-AF12-C87F45E7DFA0}" dt="2026-03-27T12:31:50.168" v="4173" actId="14100"/>
          <ac:spMkLst>
            <pc:docMk/>
            <pc:sldMk cId="2762303747" sldId="1402"/>
            <ac:spMk id="4" creationId="{AA88D2CB-471D-579E-7292-91A6EF924289}"/>
          </ac:spMkLst>
        </pc:spChg>
        <pc:spChg chg="mod">
          <ac:chgData name="Karl Michael Höferl" userId="544d2ce1-0a3b-4706-9dfd-c6d69d0e3c8e" providerId="ADAL" clId="{728816E0-0922-4745-AF12-C87F45E7DFA0}" dt="2026-03-25T08:22:12.529" v="3925" actId="790"/>
          <ac:spMkLst>
            <pc:docMk/>
            <pc:sldMk cId="2762303747" sldId="1402"/>
            <ac:spMk id="5" creationId="{5E3AE99A-379D-D6C4-43EE-9C64CF6139BC}"/>
          </ac:spMkLst>
        </pc:spChg>
        <pc:spChg chg="mod">
          <ac:chgData name="Karl Michael Höferl" userId="544d2ce1-0a3b-4706-9dfd-c6d69d0e3c8e" providerId="ADAL" clId="{728816E0-0922-4745-AF12-C87F45E7DFA0}" dt="2026-03-25T08:22:12.530" v="3926" actId="790"/>
          <ac:spMkLst>
            <pc:docMk/>
            <pc:sldMk cId="2762303747" sldId="1402"/>
            <ac:spMk id="6" creationId="{72D3E9A5-0D5E-FF8B-147F-0E6E15E21753}"/>
          </ac:spMkLst>
        </pc:spChg>
        <pc:picChg chg="add mod">
          <ac:chgData name="Karl Michael Höferl" userId="544d2ce1-0a3b-4706-9dfd-c6d69d0e3c8e" providerId="ADAL" clId="{728816E0-0922-4745-AF12-C87F45E7DFA0}" dt="2026-03-27T12:31:54.414" v="4174" actId="1076"/>
          <ac:picMkLst>
            <pc:docMk/>
            <pc:sldMk cId="2762303747" sldId="1402"/>
            <ac:picMk id="11" creationId="{8CFA2CF4-D08A-5D49-BEAC-FB5D398DC82F}"/>
          </ac:picMkLst>
        </pc:picChg>
        <pc:picChg chg="mod">
          <ac:chgData name="Karl Michael Höferl" userId="544d2ce1-0a3b-4706-9dfd-c6d69d0e3c8e" providerId="ADAL" clId="{728816E0-0922-4745-AF12-C87F45E7DFA0}" dt="2026-03-23T09:49:12.555" v="2109" actId="1076"/>
          <ac:picMkLst>
            <pc:docMk/>
            <pc:sldMk cId="2762303747" sldId="1402"/>
            <ac:picMk id="1032" creationId="{E022F49A-BD16-50BC-FABA-BB47C6CEFEED}"/>
          </ac:picMkLst>
        </pc:picChg>
      </pc:sldChg>
      <pc:sldChg chg="modSp add mod">
        <pc:chgData name="Karl Michael Höferl" userId="544d2ce1-0a3b-4706-9dfd-c6d69d0e3c8e" providerId="ADAL" clId="{728816E0-0922-4745-AF12-C87F45E7DFA0}" dt="2026-03-25T08:22:12.563" v="3942" actId="790"/>
        <pc:sldMkLst>
          <pc:docMk/>
          <pc:sldMk cId="4102852616" sldId="1403"/>
        </pc:sldMkLst>
        <pc:spChg chg="mod">
          <ac:chgData name="Karl Michael Höferl" userId="544d2ce1-0a3b-4706-9dfd-c6d69d0e3c8e" providerId="ADAL" clId="{728816E0-0922-4745-AF12-C87F45E7DFA0}" dt="2026-03-25T08:22:12.563" v="3942" actId="790"/>
          <ac:spMkLst>
            <pc:docMk/>
            <pc:sldMk cId="4102852616" sldId="1403"/>
            <ac:spMk id="7" creationId="{7EB9C024-1832-FA1E-80B8-3397BFF8BAA0}"/>
          </ac:spMkLst>
        </pc:spChg>
      </pc:sldChg>
      <pc:sldChg chg="modSp add mod">
        <pc:chgData name="Karl Michael Höferl" userId="544d2ce1-0a3b-4706-9dfd-c6d69d0e3c8e" providerId="ADAL" clId="{728816E0-0922-4745-AF12-C87F45E7DFA0}" dt="2026-03-25T08:22:12.573" v="3947" actId="790"/>
        <pc:sldMkLst>
          <pc:docMk/>
          <pc:sldMk cId="2153427002" sldId="1404"/>
        </pc:sldMkLst>
        <pc:spChg chg="mod">
          <ac:chgData name="Karl Michael Höferl" userId="544d2ce1-0a3b-4706-9dfd-c6d69d0e3c8e" providerId="ADAL" clId="{728816E0-0922-4745-AF12-C87F45E7DFA0}" dt="2026-03-25T08:22:12.565" v="3943" actId="790"/>
          <ac:spMkLst>
            <pc:docMk/>
            <pc:sldMk cId="2153427002" sldId="1404"/>
            <ac:spMk id="2" creationId="{2EA5C592-6E89-BF00-464F-6EFE883D74BA}"/>
          </ac:spMkLst>
        </pc:spChg>
        <pc:spChg chg="mod">
          <ac:chgData name="Karl Michael Höferl" userId="544d2ce1-0a3b-4706-9dfd-c6d69d0e3c8e" providerId="ADAL" clId="{728816E0-0922-4745-AF12-C87F45E7DFA0}" dt="2026-03-25T08:22:12.569" v="3944" actId="790"/>
          <ac:spMkLst>
            <pc:docMk/>
            <pc:sldMk cId="2153427002" sldId="1404"/>
            <ac:spMk id="3" creationId="{0E4F1D31-D599-ABFE-F075-1A82995908EC}"/>
          </ac:spMkLst>
        </pc:spChg>
        <pc:spChg chg="mod">
          <ac:chgData name="Karl Michael Höferl" userId="544d2ce1-0a3b-4706-9dfd-c6d69d0e3c8e" providerId="ADAL" clId="{728816E0-0922-4745-AF12-C87F45E7DFA0}" dt="2026-03-25T08:22:12.571" v="3945" actId="790"/>
          <ac:spMkLst>
            <pc:docMk/>
            <pc:sldMk cId="2153427002" sldId="1404"/>
            <ac:spMk id="4" creationId="{0493CA0E-3D7A-3E60-770E-9EF4868563F8}"/>
          </ac:spMkLst>
        </pc:spChg>
        <pc:spChg chg="mod">
          <ac:chgData name="Karl Michael Höferl" userId="544d2ce1-0a3b-4706-9dfd-c6d69d0e3c8e" providerId="ADAL" clId="{728816E0-0922-4745-AF12-C87F45E7DFA0}" dt="2026-03-25T08:22:12.572" v="3946" actId="790"/>
          <ac:spMkLst>
            <pc:docMk/>
            <pc:sldMk cId="2153427002" sldId="1404"/>
            <ac:spMk id="5" creationId="{341DD6CD-DB07-BFAF-7741-CF9E3E8BC384}"/>
          </ac:spMkLst>
        </pc:spChg>
        <pc:spChg chg="mod">
          <ac:chgData name="Karl Michael Höferl" userId="544d2ce1-0a3b-4706-9dfd-c6d69d0e3c8e" providerId="ADAL" clId="{728816E0-0922-4745-AF12-C87F45E7DFA0}" dt="2026-03-25T08:22:12.573" v="3947" actId="790"/>
          <ac:spMkLst>
            <pc:docMk/>
            <pc:sldMk cId="2153427002" sldId="1404"/>
            <ac:spMk id="6" creationId="{44268CC3-E350-F6D0-EA7B-E88BF8A077A7}"/>
          </ac:spMkLst>
        </pc:spChg>
      </pc:sldChg>
      <pc:sldChg chg="addSp modSp new mod">
        <pc:chgData name="Karl Michael Höferl" userId="544d2ce1-0a3b-4706-9dfd-c6d69d0e3c8e" providerId="ADAL" clId="{728816E0-0922-4745-AF12-C87F45E7DFA0}" dt="2026-03-25T08:30:33.474" v="4070" actId="313"/>
        <pc:sldMkLst>
          <pc:docMk/>
          <pc:sldMk cId="3099691020" sldId="1405"/>
        </pc:sldMkLst>
        <pc:spChg chg="mod">
          <ac:chgData name="Karl Michael Höferl" userId="544d2ce1-0a3b-4706-9dfd-c6d69d0e3c8e" providerId="ADAL" clId="{728816E0-0922-4745-AF12-C87F45E7DFA0}" dt="2026-03-25T08:22:12.574" v="3948" actId="790"/>
          <ac:spMkLst>
            <pc:docMk/>
            <pc:sldMk cId="3099691020" sldId="1405"/>
            <ac:spMk id="2" creationId="{C6E7A16B-6FF7-DCF7-0EF6-74574B1162EB}"/>
          </ac:spMkLst>
        </pc:spChg>
        <pc:spChg chg="mod">
          <ac:chgData name="Karl Michael Höferl" userId="544d2ce1-0a3b-4706-9dfd-c6d69d0e3c8e" providerId="ADAL" clId="{728816E0-0922-4745-AF12-C87F45E7DFA0}" dt="2026-03-25T08:22:12.576" v="3949" actId="790"/>
          <ac:spMkLst>
            <pc:docMk/>
            <pc:sldMk cId="3099691020" sldId="1405"/>
            <ac:spMk id="3" creationId="{2692B4C3-1109-6812-0BC6-F2636F4834A0}"/>
          </ac:spMkLst>
        </pc:spChg>
        <pc:spChg chg="mod">
          <ac:chgData name="Karl Michael Höferl" userId="544d2ce1-0a3b-4706-9dfd-c6d69d0e3c8e" providerId="ADAL" clId="{728816E0-0922-4745-AF12-C87F45E7DFA0}" dt="2026-03-25T08:30:33.474" v="4070" actId="313"/>
          <ac:spMkLst>
            <pc:docMk/>
            <pc:sldMk cId="3099691020" sldId="1405"/>
            <ac:spMk id="4" creationId="{40C644C1-8124-D11A-D34D-CC5B994D2DF3}"/>
          </ac:spMkLst>
        </pc:spChg>
        <pc:spChg chg="mod">
          <ac:chgData name="Karl Michael Höferl" userId="544d2ce1-0a3b-4706-9dfd-c6d69d0e3c8e" providerId="ADAL" clId="{728816E0-0922-4745-AF12-C87F45E7DFA0}" dt="2026-03-25T08:22:12.579" v="3951" actId="790"/>
          <ac:spMkLst>
            <pc:docMk/>
            <pc:sldMk cId="3099691020" sldId="1405"/>
            <ac:spMk id="5" creationId="{4A460DA2-4E56-2BFC-7ECA-4F29BBBEEE97}"/>
          </ac:spMkLst>
        </pc:spChg>
        <pc:spChg chg="mod">
          <ac:chgData name="Karl Michael Höferl" userId="544d2ce1-0a3b-4706-9dfd-c6d69d0e3c8e" providerId="ADAL" clId="{728816E0-0922-4745-AF12-C87F45E7DFA0}" dt="2026-03-25T08:22:12.597" v="3952" actId="790"/>
          <ac:spMkLst>
            <pc:docMk/>
            <pc:sldMk cId="3099691020" sldId="1405"/>
            <ac:spMk id="6" creationId="{8C45999C-12AD-F156-0637-5EE7B5539E9E}"/>
          </ac:spMkLst>
        </pc:spChg>
        <pc:spChg chg="add mod">
          <ac:chgData name="Karl Michael Höferl" userId="544d2ce1-0a3b-4706-9dfd-c6d69d0e3c8e" providerId="ADAL" clId="{728816E0-0922-4745-AF12-C87F45E7DFA0}" dt="2026-03-25T08:22:12.631" v="3953" actId="790"/>
          <ac:spMkLst>
            <pc:docMk/>
            <pc:sldMk cId="3099691020" sldId="1405"/>
            <ac:spMk id="8" creationId="{A89E870B-F206-2AC5-F520-EDE1C692433E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3-25T08:22:12.637" v="3957" actId="790"/>
        <pc:sldMkLst>
          <pc:docMk/>
          <pc:sldMk cId="2752417469" sldId="1406"/>
        </pc:sldMkLst>
        <pc:spChg chg="mod">
          <ac:chgData name="Karl Michael Höferl" userId="544d2ce1-0a3b-4706-9dfd-c6d69d0e3c8e" providerId="ADAL" clId="{728816E0-0922-4745-AF12-C87F45E7DFA0}" dt="2026-03-25T08:22:12.632" v="3954" actId="790"/>
          <ac:spMkLst>
            <pc:docMk/>
            <pc:sldMk cId="2752417469" sldId="1406"/>
            <ac:spMk id="2" creationId="{CE8F5E1A-4E15-1EF5-2715-4FC1A43A00C3}"/>
          </ac:spMkLst>
        </pc:spChg>
        <pc:spChg chg="mod">
          <ac:chgData name="Karl Michael Höferl" userId="544d2ce1-0a3b-4706-9dfd-c6d69d0e3c8e" providerId="ADAL" clId="{728816E0-0922-4745-AF12-C87F45E7DFA0}" dt="2026-03-25T08:22:12.634" v="3955" actId="790"/>
          <ac:spMkLst>
            <pc:docMk/>
            <pc:sldMk cId="2752417469" sldId="1406"/>
            <ac:spMk id="3" creationId="{3E2F9547-2212-8AB3-F2F6-F3436F92AEA8}"/>
          </ac:spMkLst>
        </pc:spChg>
        <pc:spChg chg="mod">
          <ac:chgData name="Karl Michael Höferl" userId="544d2ce1-0a3b-4706-9dfd-c6d69d0e3c8e" providerId="ADAL" clId="{728816E0-0922-4745-AF12-C87F45E7DFA0}" dt="2026-03-25T08:22:12.635" v="3956" actId="790"/>
          <ac:spMkLst>
            <pc:docMk/>
            <pc:sldMk cId="2752417469" sldId="1406"/>
            <ac:spMk id="5" creationId="{D5DB84AF-2E39-D79B-280F-8193DF57D6C3}"/>
          </ac:spMkLst>
        </pc:spChg>
        <pc:spChg chg="mod">
          <ac:chgData name="Karl Michael Höferl" userId="544d2ce1-0a3b-4706-9dfd-c6d69d0e3c8e" providerId="ADAL" clId="{728816E0-0922-4745-AF12-C87F45E7DFA0}" dt="2026-03-25T08:22:12.637" v="3957" actId="790"/>
          <ac:spMkLst>
            <pc:docMk/>
            <pc:sldMk cId="2752417469" sldId="1406"/>
            <ac:spMk id="6" creationId="{64D5AC29-59E8-202E-3843-EAC4FEA0D321}"/>
          </ac:spMkLst>
        </pc:spChg>
        <pc:picChg chg="add mod">
          <ac:chgData name="Karl Michael Höferl" userId="544d2ce1-0a3b-4706-9dfd-c6d69d0e3c8e" providerId="ADAL" clId="{728816E0-0922-4745-AF12-C87F45E7DFA0}" dt="2026-03-23T10:24:38.515" v="2399" actId="1076"/>
          <ac:picMkLst>
            <pc:docMk/>
            <pc:sldMk cId="2752417469" sldId="1406"/>
            <ac:picMk id="9" creationId="{EDECE427-9757-DB4C-2079-8DBAB67C0D47}"/>
          </ac:picMkLst>
        </pc:picChg>
        <pc:picChg chg="add mod">
          <ac:chgData name="Karl Michael Höferl" userId="544d2ce1-0a3b-4706-9dfd-c6d69d0e3c8e" providerId="ADAL" clId="{728816E0-0922-4745-AF12-C87F45E7DFA0}" dt="2026-03-23T10:24:33.844" v="2398" actId="1076"/>
          <ac:picMkLst>
            <pc:docMk/>
            <pc:sldMk cId="2752417469" sldId="1406"/>
            <ac:picMk id="3074" creationId="{FFFA226B-4667-9ED4-8143-1F4F5D8944C5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3-25T08:22:12.650" v="3962" actId="790"/>
        <pc:sldMkLst>
          <pc:docMk/>
          <pc:sldMk cId="3602206772" sldId="1407"/>
        </pc:sldMkLst>
        <pc:spChg chg="mod">
          <ac:chgData name="Karl Michael Höferl" userId="544d2ce1-0a3b-4706-9dfd-c6d69d0e3c8e" providerId="ADAL" clId="{728816E0-0922-4745-AF12-C87F45E7DFA0}" dt="2026-03-25T08:22:12.640" v="3958" actId="790"/>
          <ac:spMkLst>
            <pc:docMk/>
            <pc:sldMk cId="3602206772" sldId="1407"/>
            <ac:spMk id="2" creationId="{ED9E04D5-D409-F576-B275-3D90DE5DA298}"/>
          </ac:spMkLst>
        </pc:spChg>
        <pc:spChg chg="mod">
          <ac:chgData name="Karl Michael Höferl" userId="544d2ce1-0a3b-4706-9dfd-c6d69d0e3c8e" providerId="ADAL" clId="{728816E0-0922-4745-AF12-C87F45E7DFA0}" dt="2026-03-25T08:22:12.640" v="3959" actId="790"/>
          <ac:spMkLst>
            <pc:docMk/>
            <pc:sldMk cId="3602206772" sldId="1407"/>
            <ac:spMk id="3" creationId="{C3855EF7-8BBF-A60C-D397-28E0C582A02F}"/>
          </ac:spMkLst>
        </pc:spChg>
        <pc:spChg chg="mod">
          <ac:chgData name="Karl Michael Höferl" userId="544d2ce1-0a3b-4706-9dfd-c6d69d0e3c8e" providerId="ADAL" clId="{728816E0-0922-4745-AF12-C87F45E7DFA0}" dt="2026-03-25T08:22:12.643" v="3960" actId="790"/>
          <ac:spMkLst>
            <pc:docMk/>
            <pc:sldMk cId="3602206772" sldId="1407"/>
            <ac:spMk id="5" creationId="{6C61AB12-D386-1015-9EBE-EB7A02B0DC3D}"/>
          </ac:spMkLst>
        </pc:spChg>
        <pc:spChg chg="mod">
          <ac:chgData name="Karl Michael Höferl" userId="544d2ce1-0a3b-4706-9dfd-c6d69d0e3c8e" providerId="ADAL" clId="{728816E0-0922-4745-AF12-C87F45E7DFA0}" dt="2026-03-25T08:22:12.644" v="3961" actId="790"/>
          <ac:spMkLst>
            <pc:docMk/>
            <pc:sldMk cId="3602206772" sldId="1407"/>
            <ac:spMk id="6" creationId="{5FA93D35-9627-147E-EA96-3E2D3F766957}"/>
          </ac:spMkLst>
        </pc:spChg>
        <pc:spChg chg="add mod">
          <ac:chgData name="Karl Michael Höferl" userId="544d2ce1-0a3b-4706-9dfd-c6d69d0e3c8e" providerId="ADAL" clId="{728816E0-0922-4745-AF12-C87F45E7DFA0}" dt="2026-03-25T08:22:12.650" v="3962" actId="790"/>
          <ac:spMkLst>
            <pc:docMk/>
            <pc:sldMk cId="3602206772" sldId="1407"/>
            <ac:spMk id="12" creationId="{5A317430-0E48-6483-C425-8B4D07C96078}"/>
          </ac:spMkLst>
        </pc:spChg>
        <pc:picChg chg="add mod">
          <ac:chgData name="Karl Michael Höferl" userId="544d2ce1-0a3b-4706-9dfd-c6d69d0e3c8e" providerId="ADAL" clId="{728816E0-0922-4745-AF12-C87F45E7DFA0}" dt="2026-03-23T10:31:50.906" v="2424"/>
          <ac:picMkLst>
            <pc:docMk/>
            <pc:sldMk cId="3602206772" sldId="1407"/>
            <ac:picMk id="13" creationId="{9B12FC0D-09C8-DA93-1904-D44701F0044C}"/>
          </ac:picMkLst>
        </pc:picChg>
        <pc:picChg chg="add mod">
          <ac:chgData name="Karl Michael Höferl" userId="544d2ce1-0a3b-4706-9dfd-c6d69d0e3c8e" providerId="ADAL" clId="{728816E0-0922-4745-AF12-C87F45E7DFA0}" dt="2026-03-23T10:36:04.101" v="2550" actId="1038"/>
          <ac:picMkLst>
            <pc:docMk/>
            <pc:sldMk cId="3602206772" sldId="1407"/>
            <ac:picMk id="15" creationId="{DB681506-138E-47A1-C732-018AECD4188B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3-25T08:22:12.659" v="3966" actId="790"/>
        <pc:sldMkLst>
          <pc:docMk/>
          <pc:sldMk cId="2869173808" sldId="1408"/>
        </pc:sldMkLst>
        <pc:spChg chg="mod">
          <ac:chgData name="Karl Michael Höferl" userId="544d2ce1-0a3b-4706-9dfd-c6d69d0e3c8e" providerId="ADAL" clId="{728816E0-0922-4745-AF12-C87F45E7DFA0}" dt="2026-03-25T08:22:12.654" v="3963" actId="790"/>
          <ac:spMkLst>
            <pc:docMk/>
            <pc:sldMk cId="2869173808" sldId="1408"/>
            <ac:spMk id="2" creationId="{8173EDD7-FB28-4D70-E57A-CA416C2ED2DC}"/>
          </ac:spMkLst>
        </pc:spChg>
        <pc:spChg chg="mod">
          <ac:chgData name="Karl Michael Höferl" userId="544d2ce1-0a3b-4706-9dfd-c6d69d0e3c8e" providerId="ADAL" clId="{728816E0-0922-4745-AF12-C87F45E7DFA0}" dt="2026-03-25T08:22:12.656" v="3964" actId="790"/>
          <ac:spMkLst>
            <pc:docMk/>
            <pc:sldMk cId="2869173808" sldId="1408"/>
            <ac:spMk id="3" creationId="{7774DB58-BC2D-C0DE-0A89-18B76A393009}"/>
          </ac:spMkLst>
        </pc:spChg>
        <pc:spChg chg="mod">
          <ac:chgData name="Karl Michael Höferl" userId="544d2ce1-0a3b-4706-9dfd-c6d69d0e3c8e" providerId="ADAL" clId="{728816E0-0922-4745-AF12-C87F45E7DFA0}" dt="2026-03-25T08:22:12.658" v="3965" actId="790"/>
          <ac:spMkLst>
            <pc:docMk/>
            <pc:sldMk cId="2869173808" sldId="1408"/>
            <ac:spMk id="5" creationId="{3066E306-490F-CC75-5582-65029B887D59}"/>
          </ac:spMkLst>
        </pc:spChg>
        <pc:spChg chg="mod">
          <ac:chgData name="Karl Michael Höferl" userId="544d2ce1-0a3b-4706-9dfd-c6d69d0e3c8e" providerId="ADAL" clId="{728816E0-0922-4745-AF12-C87F45E7DFA0}" dt="2026-03-25T08:22:12.659" v="3966" actId="790"/>
          <ac:spMkLst>
            <pc:docMk/>
            <pc:sldMk cId="2869173808" sldId="1408"/>
            <ac:spMk id="6" creationId="{325B4096-0C2E-A5B7-306A-278209CFAA5C}"/>
          </ac:spMkLst>
        </pc:spChg>
        <pc:picChg chg="add mod ord">
          <ac:chgData name="Karl Michael Höferl" userId="544d2ce1-0a3b-4706-9dfd-c6d69d0e3c8e" providerId="ADAL" clId="{728816E0-0922-4745-AF12-C87F45E7DFA0}" dt="2026-03-23T10:29:17.195" v="2417" actId="1076"/>
          <ac:picMkLst>
            <pc:docMk/>
            <pc:sldMk cId="2869173808" sldId="1408"/>
            <ac:picMk id="8" creationId="{8EDB380C-F0A2-AEAC-D053-A4E77DF235EC}"/>
          </ac:picMkLst>
        </pc:picChg>
      </pc:sldChg>
      <pc:sldChg chg="modSp add mod">
        <pc:chgData name="Karl Michael Höferl" userId="544d2ce1-0a3b-4706-9dfd-c6d69d0e3c8e" providerId="ADAL" clId="{728816E0-0922-4745-AF12-C87F45E7DFA0}" dt="2026-03-25T08:22:12.663" v="3967" actId="790"/>
        <pc:sldMkLst>
          <pc:docMk/>
          <pc:sldMk cId="1221086757" sldId="1409"/>
        </pc:sldMkLst>
        <pc:spChg chg="mod">
          <ac:chgData name="Karl Michael Höferl" userId="544d2ce1-0a3b-4706-9dfd-c6d69d0e3c8e" providerId="ADAL" clId="{728816E0-0922-4745-AF12-C87F45E7DFA0}" dt="2026-03-25T08:22:12.663" v="3967" actId="790"/>
          <ac:spMkLst>
            <pc:docMk/>
            <pc:sldMk cId="1221086757" sldId="1409"/>
            <ac:spMk id="7" creationId="{A9422E10-BF70-6DFE-D9BB-B7E0790762FE}"/>
          </ac:spMkLst>
        </pc:spChg>
      </pc:sldChg>
      <pc:sldChg chg="addSp delSp modSp new mod modClrScheme chgLayout">
        <pc:chgData name="Karl Michael Höferl" userId="544d2ce1-0a3b-4706-9dfd-c6d69d0e3c8e" providerId="ADAL" clId="{728816E0-0922-4745-AF12-C87F45E7DFA0}" dt="2026-03-25T08:22:12.671" v="3971" actId="790"/>
        <pc:sldMkLst>
          <pc:docMk/>
          <pc:sldMk cId="1284004972" sldId="1410"/>
        </pc:sldMkLst>
        <pc:spChg chg="add mod ord">
          <ac:chgData name="Karl Michael Höferl" userId="544d2ce1-0a3b-4706-9dfd-c6d69d0e3c8e" providerId="ADAL" clId="{728816E0-0922-4745-AF12-C87F45E7DFA0}" dt="2026-03-25T08:22:12.665" v="3968" actId="790"/>
          <ac:spMkLst>
            <pc:docMk/>
            <pc:sldMk cId="1284004972" sldId="1410"/>
            <ac:spMk id="3" creationId="{73A33CB5-CF5D-7509-8084-84EBA36E0A00}"/>
          </ac:spMkLst>
        </pc:spChg>
        <pc:spChg chg="mod">
          <ac:chgData name="Karl Michael Höferl" userId="544d2ce1-0a3b-4706-9dfd-c6d69d0e3c8e" providerId="ADAL" clId="{728816E0-0922-4745-AF12-C87F45E7DFA0}" dt="2026-03-25T08:22:12.667" v="3969" actId="790"/>
          <ac:spMkLst>
            <pc:docMk/>
            <pc:sldMk cId="1284004972" sldId="1410"/>
            <ac:spMk id="5" creationId="{81A34D4A-F136-1E48-7143-9B6DF27C7367}"/>
          </ac:spMkLst>
        </pc:spChg>
        <pc:spChg chg="mod">
          <ac:chgData name="Karl Michael Höferl" userId="544d2ce1-0a3b-4706-9dfd-c6d69d0e3c8e" providerId="ADAL" clId="{728816E0-0922-4745-AF12-C87F45E7DFA0}" dt="2026-03-25T08:22:12.669" v="3970" actId="790"/>
          <ac:spMkLst>
            <pc:docMk/>
            <pc:sldMk cId="1284004972" sldId="1410"/>
            <ac:spMk id="6" creationId="{3FC5F0F2-69C8-8727-0364-F90D4E2DEAF3}"/>
          </ac:spMkLst>
        </pc:spChg>
        <pc:spChg chg="mod">
          <ac:chgData name="Karl Michael Höferl" userId="544d2ce1-0a3b-4706-9dfd-c6d69d0e3c8e" providerId="ADAL" clId="{728816E0-0922-4745-AF12-C87F45E7DFA0}" dt="2026-03-25T08:22:12.671" v="3971" actId="790"/>
          <ac:spMkLst>
            <pc:docMk/>
            <pc:sldMk cId="1284004972" sldId="1410"/>
            <ac:spMk id="7" creationId="{AEACC36A-E8A0-7895-CCCE-7D6ACDFCFF38}"/>
          </ac:spMkLst>
        </pc:spChg>
        <pc:picChg chg="add mod ord modCrop">
          <ac:chgData name="Karl Michael Höferl" userId="544d2ce1-0a3b-4706-9dfd-c6d69d0e3c8e" providerId="ADAL" clId="{728816E0-0922-4745-AF12-C87F45E7DFA0}" dt="2026-03-24T13:14:32.010" v="2602" actId="14100"/>
          <ac:picMkLst>
            <pc:docMk/>
            <pc:sldMk cId="1284004972" sldId="1410"/>
            <ac:picMk id="9" creationId="{438EA455-7044-22E5-5F05-0145177C9F09}"/>
          </ac:picMkLst>
        </pc:picChg>
      </pc:sldChg>
      <pc:sldChg chg="addSp delSp modSp new mod setBg">
        <pc:chgData name="Karl Michael Höferl" userId="544d2ce1-0a3b-4706-9dfd-c6d69d0e3c8e" providerId="ADAL" clId="{728816E0-0922-4745-AF12-C87F45E7DFA0}" dt="2026-03-25T08:22:12.682" v="3975" actId="790"/>
        <pc:sldMkLst>
          <pc:docMk/>
          <pc:sldMk cId="102818945" sldId="1411"/>
        </pc:sldMkLst>
        <pc:spChg chg="mod">
          <ac:chgData name="Karl Michael Höferl" userId="544d2ce1-0a3b-4706-9dfd-c6d69d0e3c8e" providerId="ADAL" clId="{728816E0-0922-4745-AF12-C87F45E7DFA0}" dt="2026-03-25T08:22:12.673" v="3972" actId="790"/>
          <ac:spMkLst>
            <pc:docMk/>
            <pc:sldMk cId="102818945" sldId="1411"/>
            <ac:spMk id="2" creationId="{32010F09-4B5C-1274-69A0-A2F46FF90F98}"/>
          </ac:spMkLst>
        </pc:spChg>
        <pc:spChg chg="mod">
          <ac:chgData name="Karl Michael Höferl" userId="544d2ce1-0a3b-4706-9dfd-c6d69d0e3c8e" providerId="ADAL" clId="{728816E0-0922-4745-AF12-C87F45E7DFA0}" dt="2026-03-25T08:22:12.676" v="3973" actId="790"/>
          <ac:spMkLst>
            <pc:docMk/>
            <pc:sldMk cId="102818945" sldId="1411"/>
            <ac:spMk id="5" creationId="{91A596D4-8D31-BD0A-632A-5D9C3D2959FF}"/>
          </ac:spMkLst>
        </pc:spChg>
        <pc:spChg chg="mod">
          <ac:chgData name="Karl Michael Höferl" userId="544d2ce1-0a3b-4706-9dfd-c6d69d0e3c8e" providerId="ADAL" clId="{728816E0-0922-4745-AF12-C87F45E7DFA0}" dt="2026-03-25T08:22:12.678" v="3974" actId="790"/>
          <ac:spMkLst>
            <pc:docMk/>
            <pc:sldMk cId="102818945" sldId="1411"/>
            <ac:spMk id="6" creationId="{B42E3D65-A46B-4ECB-344F-E06E065DB4C8}"/>
          </ac:spMkLst>
        </pc:spChg>
        <pc:spChg chg="add mod">
          <ac:chgData name="Karl Michael Höferl" userId="544d2ce1-0a3b-4706-9dfd-c6d69d0e3c8e" providerId="ADAL" clId="{728816E0-0922-4745-AF12-C87F45E7DFA0}" dt="2026-03-25T08:22:12.682" v="3975" actId="790"/>
          <ac:spMkLst>
            <pc:docMk/>
            <pc:sldMk cId="102818945" sldId="1411"/>
            <ac:spMk id="10" creationId="{12E990B5-97B6-FF27-8A3B-9C8470045C75}"/>
          </ac:spMkLst>
        </pc:spChg>
        <pc:picChg chg="add mod ord modCrop">
          <ac:chgData name="Karl Michael Höferl" userId="544d2ce1-0a3b-4706-9dfd-c6d69d0e3c8e" providerId="ADAL" clId="{728816E0-0922-4745-AF12-C87F45E7DFA0}" dt="2026-03-24T13:33:53.250" v="2847" actId="1076"/>
          <ac:picMkLst>
            <pc:docMk/>
            <pc:sldMk cId="102818945" sldId="1411"/>
            <ac:picMk id="8" creationId="{9E9A6CA7-7327-8C84-C402-FDDDDD2BDBBF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3-25T08:22:12.716" v="3984" actId="790"/>
        <pc:sldMkLst>
          <pc:docMk/>
          <pc:sldMk cId="2240796010" sldId="1412"/>
        </pc:sldMkLst>
        <pc:spChg chg="mod">
          <ac:chgData name="Karl Michael Höferl" userId="544d2ce1-0a3b-4706-9dfd-c6d69d0e3c8e" providerId="ADAL" clId="{728816E0-0922-4745-AF12-C87F45E7DFA0}" dt="2026-03-25T08:22:12.699" v="3981" actId="790"/>
          <ac:spMkLst>
            <pc:docMk/>
            <pc:sldMk cId="2240796010" sldId="1412"/>
            <ac:spMk id="2" creationId="{3C1DBDA1-E30A-2212-D3AA-4EBAB231E321}"/>
          </ac:spMkLst>
        </pc:spChg>
        <pc:spChg chg="mod">
          <ac:chgData name="Karl Michael Höferl" userId="544d2ce1-0a3b-4706-9dfd-c6d69d0e3c8e" providerId="ADAL" clId="{728816E0-0922-4745-AF12-C87F45E7DFA0}" dt="2026-03-25T08:22:12.702" v="3982" actId="790"/>
          <ac:spMkLst>
            <pc:docMk/>
            <pc:sldMk cId="2240796010" sldId="1412"/>
            <ac:spMk id="3" creationId="{76EB4535-1F30-EB5D-9ED1-D4AD835CB56A}"/>
          </ac:spMkLst>
        </pc:spChg>
        <pc:spChg chg="mod">
          <ac:chgData name="Karl Michael Höferl" userId="544d2ce1-0a3b-4706-9dfd-c6d69d0e3c8e" providerId="ADAL" clId="{728816E0-0922-4745-AF12-C87F45E7DFA0}" dt="2026-03-25T08:22:12.713" v="3983" actId="790"/>
          <ac:spMkLst>
            <pc:docMk/>
            <pc:sldMk cId="2240796010" sldId="1412"/>
            <ac:spMk id="5" creationId="{6ECD96DB-966B-3BA7-6B4E-CBA30E70789E}"/>
          </ac:spMkLst>
        </pc:spChg>
        <pc:spChg chg="mod">
          <ac:chgData name="Karl Michael Höferl" userId="544d2ce1-0a3b-4706-9dfd-c6d69d0e3c8e" providerId="ADAL" clId="{728816E0-0922-4745-AF12-C87F45E7DFA0}" dt="2026-03-25T08:22:12.716" v="3984" actId="790"/>
          <ac:spMkLst>
            <pc:docMk/>
            <pc:sldMk cId="2240796010" sldId="1412"/>
            <ac:spMk id="6" creationId="{BBB1BBF3-8E03-BA88-A1B4-204BE345A42C}"/>
          </ac:spMkLst>
        </pc:spChg>
        <pc:picChg chg="add mod">
          <ac:chgData name="Karl Michael Höferl" userId="544d2ce1-0a3b-4706-9dfd-c6d69d0e3c8e" providerId="ADAL" clId="{728816E0-0922-4745-AF12-C87F45E7DFA0}" dt="2026-03-24T13:27:56.732" v="2694"/>
          <ac:picMkLst>
            <pc:docMk/>
            <pc:sldMk cId="2240796010" sldId="1412"/>
            <ac:picMk id="14" creationId="{98C48A82-3BFD-B5CC-E599-C3C03B692B6D}"/>
          </ac:picMkLst>
        </pc:picChg>
      </pc:sldChg>
      <pc:sldChg chg="addSp modSp add mod">
        <pc:chgData name="Karl Michael Höferl" userId="544d2ce1-0a3b-4706-9dfd-c6d69d0e3c8e" providerId="ADAL" clId="{728816E0-0922-4745-AF12-C87F45E7DFA0}" dt="2026-03-25T08:30:50.160" v="4071" actId="20577"/>
        <pc:sldMkLst>
          <pc:docMk/>
          <pc:sldMk cId="2516054466" sldId="1413"/>
        </pc:sldMkLst>
        <pc:spChg chg="mod">
          <ac:chgData name="Karl Michael Höferl" userId="544d2ce1-0a3b-4706-9dfd-c6d69d0e3c8e" providerId="ADAL" clId="{728816E0-0922-4745-AF12-C87F45E7DFA0}" dt="2026-03-25T08:22:12.717" v="3985" actId="790"/>
          <ac:spMkLst>
            <pc:docMk/>
            <pc:sldMk cId="2516054466" sldId="1413"/>
            <ac:spMk id="2" creationId="{BD71225F-BAE0-3778-7AB6-E79AAD491C1D}"/>
          </ac:spMkLst>
        </pc:spChg>
        <pc:spChg chg="mod">
          <ac:chgData name="Karl Michael Höferl" userId="544d2ce1-0a3b-4706-9dfd-c6d69d0e3c8e" providerId="ADAL" clId="{728816E0-0922-4745-AF12-C87F45E7DFA0}" dt="2026-03-25T08:22:12.719" v="3986" actId="790"/>
          <ac:spMkLst>
            <pc:docMk/>
            <pc:sldMk cId="2516054466" sldId="1413"/>
            <ac:spMk id="3" creationId="{AAB99688-CFB2-37AB-B46A-B5551218260F}"/>
          </ac:spMkLst>
        </pc:spChg>
        <pc:spChg chg="mod">
          <ac:chgData name="Karl Michael Höferl" userId="544d2ce1-0a3b-4706-9dfd-c6d69d0e3c8e" providerId="ADAL" clId="{728816E0-0922-4745-AF12-C87F45E7DFA0}" dt="2026-03-25T08:22:12.721" v="3987" actId="790"/>
          <ac:spMkLst>
            <pc:docMk/>
            <pc:sldMk cId="2516054466" sldId="1413"/>
            <ac:spMk id="5" creationId="{3C6D4A12-4413-77D3-2676-EE6AAD05B3D9}"/>
          </ac:spMkLst>
        </pc:spChg>
        <pc:spChg chg="mod">
          <ac:chgData name="Karl Michael Höferl" userId="544d2ce1-0a3b-4706-9dfd-c6d69d0e3c8e" providerId="ADAL" clId="{728816E0-0922-4745-AF12-C87F45E7DFA0}" dt="2026-03-25T08:22:12.724" v="3988" actId="790"/>
          <ac:spMkLst>
            <pc:docMk/>
            <pc:sldMk cId="2516054466" sldId="1413"/>
            <ac:spMk id="6" creationId="{A08EB5A2-C9A6-735E-5FEE-6D04E02260FB}"/>
          </ac:spMkLst>
        </pc:spChg>
        <pc:spChg chg="mod">
          <ac:chgData name="Karl Michael Höferl" userId="544d2ce1-0a3b-4706-9dfd-c6d69d0e3c8e" providerId="ADAL" clId="{728816E0-0922-4745-AF12-C87F45E7DFA0}" dt="2026-03-25T08:22:12.726" v="3989" actId="790"/>
          <ac:spMkLst>
            <pc:docMk/>
            <pc:sldMk cId="2516054466" sldId="1413"/>
            <ac:spMk id="12" creationId="{58A2BF60-FD87-98D5-4F31-C683C7B219C7}"/>
          </ac:spMkLst>
        </pc:spChg>
        <pc:spChg chg="add mod">
          <ac:chgData name="Karl Michael Höferl" userId="544d2ce1-0a3b-4706-9dfd-c6d69d0e3c8e" providerId="ADAL" clId="{728816E0-0922-4745-AF12-C87F45E7DFA0}" dt="2026-03-25T08:30:50.160" v="4071" actId="20577"/>
          <ac:spMkLst>
            <pc:docMk/>
            <pc:sldMk cId="2516054466" sldId="1413"/>
            <ac:spMk id="13" creationId="{D033C05A-B108-30D9-81D2-F06BD1F35438}"/>
          </ac:spMkLst>
        </pc:spChg>
      </pc:sldChg>
      <pc:sldChg chg="modSp add mod setBg">
        <pc:chgData name="Karl Michael Höferl" userId="544d2ce1-0a3b-4706-9dfd-c6d69d0e3c8e" providerId="ADAL" clId="{728816E0-0922-4745-AF12-C87F45E7DFA0}" dt="2026-03-25T08:25:56.296" v="4038" actId="20577"/>
        <pc:sldMkLst>
          <pc:docMk/>
          <pc:sldMk cId="171435417" sldId="1414"/>
        </pc:sldMkLst>
        <pc:spChg chg="mod">
          <ac:chgData name="Karl Michael Höferl" userId="544d2ce1-0a3b-4706-9dfd-c6d69d0e3c8e" providerId="ADAL" clId="{728816E0-0922-4745-AF12-C87F45E7DFA0}" dt="2026-03-25T08:22:12.685" v="3976" actId="790"/>
          <ac:spMkLst>
            <pc:docMk/>
            <pc:sldMk cId="171435417" sldId="1414"/>
            <ac:spMk id="2" creationId="{6ACCB01D-F299-5D03-3A2A-AE435185A669}"/>
          </ac:spMkLst>
        </pc:spChg>
        <pc:spChg chg="mod">
          <ac:chgData name="Karl Michael Höferl" userId="544d2ce1-0a3b-4706-9dfd-c6d69d0e3c8e" providerId="ADAL" clId="{728816E0-0922-4745-AF12-C87F45E7DFA0}" dt="2026-03-25T08:22:12.686" v="3977" actId="790"/>
          <ac:spMkLst>
            <pc:docMk/>
            <pc:sldMk cId="171435417" sldId="1414"/>
            <ac:spMk id="5" creationId="{F1D3F722-F9FB-FED2-2786-3369F3F379BD}"/>
          </ac:spMkLst>
        </pc:spChg>
        <pc:spChg chg="mod">
          <ac:chgData name="Karl Michael Höferl" userId="544d2ce1-0a3b-4706-9dfd-c6d69d0e3c8e" providerId="ADAL" clId="{728816E0-0922-4745-AF12-C87F45E7DFA0}" dt="2026-03-25T08:22:12.691" v="3978" actId="790"/>
          <ac:spMkLst>
            <pc:docMk/>
            <pc:sldMk cId="171435417" sldId="1414"/>
            <ac:spMk id="6" creationId="{C852A6DF-22E5-BEDD-805A-D6DE5CB92EB7}"/>
          </ac:spMkLst>
        </pc:spChg>
        <pc:spChg chg="mod">
          <ac:chgData name="Karl Michael Höferl" userId="544d2ce1-0a3b-4706-9dfd-c6d69d0e3c8e" providerId="ADAL" clId="{728816E0-0922-4745-AF12-C87F45E7DFA0}" dt="2026-03-25T08:22:12.694" v="3979" actId="790"/>
          <ac:spMkLst>
            <pc:docMk/>
            <pc:sldMk cId="171435417" sldId="1414"/>
            <ac:spMk id="10" creationId="{87CC859B-F81F-2F52-F972-EB3EDE23503D}"/>
          </ac:spMkLst>
        </pc:spChg>
        <pc:spChg chg="mod">
          <ac:chgData name="Karl Michael Höferl" userId="544d2ce1-0a3b-4706-9dfd-c6d69d0e3c8e" providerId="ADAL" clId="{728816E0-0922-4745-AF12-C87F45E7DFA0}" dt="2026-03-25T08:25:56.296" v="4038" actId="20577"/>
          <ac:spMkLst>
            <pc:docMk/>
            <pc:sldMk cId="171435417" sldId="1414"/>
            <ac:spMk id="11" creationId="{C9483AAC-1255-24C7-325B-954B99DFD8B9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3-25T08:22:12.768" v="4000" actId="790"/>
        <pc:sldMkLst>
          <pc:docMk/>
          <pc:sldMk cId="1957849392" sldId="1416"/>
        </pc:sldMkLst>
        <pc:spChg chg="mod">
          <ac:chgData name="Karl Michael Höferl" userId="544d2ce1-0a3b-4706-9dfd-c6d69d0e3c8e" providerId="ADAL" clId="{728816E0-0922-4745-AF12-C87F45E7DFA0}" dt="2026-03-25T08:22:12.762" v="3996" actId="790"/>
          <ac:spMkLst>
            <pc:docMk/>
            <pc:sldMk cId="1957849392" sldId="1416"/>
            <ac:spMk id="2" creationId="{AF8A17C5-4B38-3499-7138-2F35D4971C25}"/>
          </ac:spMkLst>
        </pc:spChg>
        <pc:spChg chg="mod">
          <ac:chgData name="Karl Michael Höferl" userId="544d2ce1-0a3b-4706-9dfd-c6d69d0e3c8e" providerId="ADAL" clId="{728816E0-0922-4745-AF12-C87F45E7DFA0}" dt="2026-03-25T08:22:12.764" v="3997" actId="790"/>
          <ac:spMkLst>
            <pc:docMk/>
            <pc:sldMk cId="1957849392" sldId="1416"/>
            <ac:spMk id="3" creationId="{796989B6-5CBA-B047-29BB-134DB2E8ABD1}"/>
          </ac:spMkLst>
        </pc:spChg>
        <pc:spChg chg="mod">
          <ac:chgData name="Karl Michael Höferl" userId="544d2ce1-0a3b-4706-9dfd-c6d69d0e3c8e" providerId="ADAL" clId="{728816E0-0922-4745-AF12-C87F45E7DFA0}" dt="2026-03-25T08:22:12.766" v="3998" actId="790"/>
          <ac:spMkLst>
            <pc:docMk/>
            <pc:sldMk cId="1957849392" sldId="1416"/>
            <ac:spMk id="4" creationId="{061FA9D9-D469-7B4B-021C-F7552EEAF021}"/>
          </ac:spMkLst>
        </pc:spChg>
        <pc:spChg chg="mod">
          <ac:chgData name="Karl Michael Höferl" userId="544d2ce1-0a3b-4706-9dfd-c6d69d0e3c8e" providerId="ADAL" clId="{728816E0-0922-4745-AF12-C87F45E7DFA0}" dt="2026-03-25T08:22:12.767" v="3999" actId="790"/>
          <ac:spMkLst>
            <pc:docMk/>
            <pc:sldMk cId="1957849392" sldId="1416"/>
            <ac:spMk id="5" creationId="{589F859B-C02F-0800-86D2-C930F625E4A9}"/>
          </ac:spMkLst>
        </pc:spChg>
        <pc:spChg chg="mod">
          <ac:chgData name="Karl Michael Höferl" userId="544d2ce1-0a3b-4706-9dfd-c6d69d0e3c8e" providerId="ADAL" clId="{728816E0-0922-4745-AF12-C87F45E7DFA0}" dt="2026-03-25T08:22:12.768" v="4000" actId="790"/>
          <ac:spMkLst>
            <pc:docMk/>
            <pc:sldMk cId="1957849392" sldId="1416"/>
            <ac:spMk id="6" creationId="{3591FC24-B3FD-9C40-F686-A10C2B99C9E0}"/>
          </ac:spMkLst>
        </pc:spChg>
        <pc:spChg chg="add mod">
          <ac:chgData name="Karl Michael Höferl" userId="544d2ce1-0a3b-4706-9dfd-c6d69d0e3c8e" providerId="ADAL" clId="{728816E0-0922-4745-AF12-C87F45E7DFA0}" dt="2026-03-24T13:52:35.876" v="3299" actId="1076"/>
          <ac:spMkLst>
            <pc:docMk/>
            <pc:sldMk cId="1957849392" sldId="1416"/>
            <ac:spMk id="8" creationId="{CCAFF0C7-F416-0C7C-6790-4136BB283011}"/>
          </ac:spMkLst>
        </pc:spChg>
        <pc:grpChg chg="add mod">
          <ac:chgData name="Karl Michael Höferl" userId="544d2ce1-0a3b-4706-9dfd-c6d69d0e3c8e" providerId="ADAL" clId="{728816E0-0922-4745-AF12-C87F45E7DFA0}" dt="2026-03-24T13:52:35.876" v="3299" actId="1076"/>
          <ac:grpSpMkLst>
            <pc:docMk/>
            <pc:sldMk cId="1957849392" sldId="1416"/>
            <ac:grpSpMk id="9" creationId="{194BC11E-FD34-52F3-DAA8-254342E650D1}"/>
          </ac:grpSpMkLst>
        </pc:grpChg>
        <pc:picChg chg="add mod">
          <ac:chgData name="Karl Michael Höferl" userId="544d2ce1-0a3b-4706-9dfd-c6d69d0e3c8e" providerId="ADAL" clId="{728816E0-0922-4745-AF12-C87F45E7DFA0}" dt="2026-03-24T13:52:35.876" v="3299" actId="1076"/>
          <ac:picMkLst>
            <pc:docMk/>
            <pc:sldMk cId="1957849392" sldId="1416"/>
            <ac:picMk id="5122" creationId="{61672C90-D819-64F8-979F-C58407CA0694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3-25T08:22:12.781" v="4005" actId="790"/>
        <pc:sldMkLst>
          <pc:docMk/>
          <pc:sldMk cId="3532422000" sldId="1417"/>
        </pc:sldMkLst>
        <pc:spChg chg="mod">
          <ac:chgData name="Karl Michael Höferl" userId="544d2ce1-0a3b-4706-9dfd-c6d69d0e3c8e" providerId="ADAL" clId="{728816E0-0922-4745-AF12-C87F45E7DFA0}" dt="2026-03-25T08:22:12.769" v="4001" actId="790"/>
          <ac:spMkLst>
            <pc:docMk/>
            <pc:sldMk cId="3532422000" sldId="1417"/>
            <ac:spMk id="2" creationId="{0AC449D8-9975-80DF-A8E4-7348AAF40EE7}"/>
          </ac:spMkLst>
        </pc:spChg>
        <pc:spChg chg="mod">
          <ac:chgData name="Karl Michael Höferl" userId="544d2ce1-0a3b-4706-9dfd-c6d69d0e3c8e" providerId="ADAL" clId="{728816E0-0922-4745-AF12-C87F45E7DFA0}" dt="2026-03-25T08:22:12.769" v="4002" actId="790"/>
          <ac:spMkLst>
            <pc:docMk/>
            <pc:sldMk cId="3532422000" sldId="1417"/>
            <ac:spMk id="3" creationId="{B6ACEE60-C3E3-16F5-ABB7-7BA5519BCAEC}"/>
          </ac:spMkLst>
        </pc:spChg>
        <pc:spChg chg="mod">
          <ac:chgData name="Karl Michael Höferl" userId="544d2ce1-0a3b-4706-9dfd-c6d69d0e3c8e" providerId="ADAL" clId="{728816E0-0922-4745-AF12-C87F45E7DFA0}" dt="2026-03-25T08:22:12.775" v="4003" actId="790"/>
          <ac:spMkLst>
            <pc:docMk/>
            <pc:sldMk cId="3532422000" sldId="1417"/>
            <ac:spMk id="4" creationId="{BCDADA30-6BA3-41DD-3A3F-DC68E8EB07B7}"/>
          </ac:spMkLst>
        </pc:spChg>
        <pc:spChg chg="mod">
          <ac:chgData name="Karl Michael Höferl" userId="544d2ce1-0a3b-4706-9dfd-c6d69d0e3c8e" providerId="ADAL" clId="{728816E0-0922-4745-AF12-C87F45E7DFA0}" dt="2026-03-25T08:22:12.779" v="4004" actId="790"/>
          <ac:spMkLst>
            <pc:docMk/>
            <pc:sldMk cId="3532422000" sldId="1417"/>
            <ac:spMk id="5" creationId="{F65F6CF5-FCC2-0BB1-C836-881733254B65}"/>
          </ac:spMkLst>
        </pc:spChg>
        <pc:spChg chg="mod">
          <ac:chgData name="Karl Michael Höferl" userId="544d2ce1-0a3b-4706-9dfd-c6d69d0e3c8e" providerId="ADAL" clId="{728816E0-0922-4745-AF12-C87F45E7DFA0}" dt="2026-03-25T08:22:12.781" v="4005" actId="790"/>
          <ac:spMkLst>
            <pc:docMk/>
            <pc:sldMk cId="3532422000" sldId="1417"/>
            <ac:spMk id="6" creationId="{06F5E07F-A7DC-7369-A042-59643018591E}"/>
          </ac:spMkLst>
        </pc:spChg>
        <pc:spChg chg="mod">
          <ac:chgData name="Karl Michael Höferl" userId="544d2ce1-0a3b-4706-9dfd-c6d69d0e3c8e" providerId="ADAL" clId="{728816E0-0922-4745-AF12-C87F45E7DFA0}" dt="2026-03-24T13:55:22.166" v="3512" actId="1076"/>
          <ac:spMkLst>
            <pc:docMk/>
            <pc:sldMk cId="3532422000" sldId="1417"/>
            <ac:spMk id="8" creationId="{BFA7FE9E-BFC0-2BCC-78F8-5A2D8487CAA8}"/>
          </ac:spMkLst>
        </pc:spChg>
        <pc:grpChg chg="add mod">
          <ac:chgData name="Karl Michael Höferl" userId="544d2ce1-0a3b-4706-9dfd-c6d69d0e3c8e" providerId="ADAL" clId="{728816E0-0922-4745-AF12-C87F45E7DFA0}" dt="2026-03-24T13:55:22.166" v="3512" actId="1076"/>
          <ac:grpSpMkLst>
            <pc:docMk/>
            <pc:sldMk cId="3532422000" sldId="1417"/>
            <ac:grpSpMk id="7" creationId="{2B408E7E-5FF4-04E0-B96A-72A5653B8D00}"/>
          </ac:grpSpMkLst>
        </pc:grpChg>
        <pc:picChg chg="mod">
          <ac:chgData name="Karl Michael Höferl" userId="544d2ce1-0a3b-4706-9dfd-c6d69d0e3c8e" providerId="ADAL" clId="{728816E0-0922-4745-AF12-C87F45E7DFA0}" dt="2026-03-24T13:55:22.166" v="3512" actId="1076"/>
          <ac:picMkLst>
            <pc:docMk/>
            <pc:sldMk cId="3532422000" sldId="1417"/>
            <ac:picMk id="9" creationId="{450205DB-6E24-01BD-DF8D-37E7B614DF09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3-25T08:22:12.791" v="4010" actId="790"/>
        <pc:sldMkLst>
          <pc:docMk/>
          <pc:sldMk cId="2618897258" sldId="1418"/>
        </pc:sldMkLst>
        <pc:spChg chg="mod">
          <ac:chgData name="Karl Michael Höferl" userId="544d2ce1-0a3b-4706-9dfd-c6d69d0e3c8e" providerId="ADAL" clId="{728816E0-0922-4745-AF12-C87F45E7DFA0}" dt="2026-03-25T08:22:12.783" v="4006" actId="790"/>
          <ac:spMkLst>
            <pc:docMk/>
            <pc:sldMk cId="2618897258" sldId="1418"/>
            <ac:spMk id="2" creationId="{E96E2A9C-F18F-D3B4-52DF-F15E23F807A8}"/>
          </ac:spMkLst>
        </pc:spChg>
        <pc:spChg chg="mod">
          <ac:chgData name="Karl Michael Höferl" userId="544d2ce1-0a3b-4706-9dfd-c6d69d0e3c8e" providerId="ADAL" clId="{728816E0-0922-4745-AF12-C87F45E7DFA0}" dt="2026-03-25T08:22:12.784" v="4007" actId="790"/>
          <ac:spMkLst>
            <pc:docMk/>
            <pc:sldMk cId="2618897258" sldId="1418"/>
            <ac:spMk id="3" creationId="{FB572552-6ADC-759A-6A0A-297116B43C49}"/>
          </ac:spMkLst>
        </pc:spChg>
        <pc:spChg chg="mod">
          <ac:chgData name="Karl Michael Höferl" userId="544d2ce1-0a3b-4706-9dfd-c6d69d0e3c8e" providerId="ADAL" clId="{728816E0-0922-4745-AF12-C87F45E7DFA0}" dt="2026-03-25T08:22:12.785" v="4008" actId="790"/>
          <ac:spMkLst>
            <pc:docMk/>
            <pc:sldMk cId="2618897258" sldId="1418"/>
            <ac:spMk id="5" creationId="{C5D8A45A-2959-FF24-B630-F5E28DBA4AE7}"/>
          </ac:spMkLst>
        </pc:spChg>
        <pc:spChg chg="mod">
          <ac:chgData name="Karl Michael Höferl" userId="544d2ce1-0a3b-4706-9dfd-c6d69d0e3c8e" providerId="ADAL" clId="{728816E0-0922-4745-AF12-C87F45E7DFA0}" dt="2026-03-25T08:22:12.786" v="4009" actId="790"/>
          <ac:spMkLst>
            <pc:docMk/>
            <pc:sldMk cId="2618897258" sldId="1418"/>
            <ac:spMk id="6" creationId="{7CCB2BCC-8C75-56CC-F88A-2190026C05AE}"/>
          </ac:spMkLst>
        </pc:spChg>
        <pc:spChg chg="add mod">
          <ac:chgData name="Karl Michael Höferl" userId="544d2ce1-0a3b-4706-9dfd-c6d69d0e3c8e" providerId="ADAL" clId="{728816E0-0922-4745-AF12-C87F45E7DFA0}" dt="2026-03-25T08:22:12.791" v="4010" actId="790"/>
          <ac:spMkLst>
            <pc:docMk/>
            <pc:sldMk cId="2618897258" sldId="1418"/>
            <ac:spMk id="12" creationId="{C5A78023-77C2-D12E-A5C8-AF98DA43E146}"/>
          </ac:spMkLst>
        </pc:spChg>
        <pc:picChg chg="add mod">
          <ac:chgData name="Karl Michael Höferl" userId="544d2ce1-0a3b-4706-9dfd-c6d69d0e3c8e" providerId="ADAL" clId="{728816E0-0922-4745-AF12-C87F45E7DFA0}" dt="2026-03-24T14:03:38.992" v="3656" actId="1036"/>
          <ac:picMkLst>
            <pc:docMk/>
            <pc:sldMk cId="2618897258" sldId="1418"/>
            <ac:picMk id="8" creationId="{2C55258F-4532-A6BD-FA6F-02D635F597D7}"/>
          </ac:picMkLst>
        </pc:picChg>
        <pc:picChg chg="add mod">
          <ac:chgData name="Karl Michael Höferl" userId="544d2ce1-0a3b-4706-9dfd-c6d69d0e3c8e" providerId="ADAL" clId="{728816E0-0922-4745-AF12-C87F45E7DFA0}" dt="2026-03-24T14:03:38.992" v="3656" actId="1036"/>
          <ac:picMkLst>
            <pc:docMk/>
            <pc:sldMk cId="2618897258" sldId="1418"/>
            <ac:picMk id="10" creationId="{FE3695AF-FAA7-1E54-1913-8475B799D244}"/>
          </ac:picMkLst>
        </pc:picChg>
      </pc:sldChg>
      <pc:sldChg chg="addSp modSp new mod">
        <pc:chgData name="Karl Michael Höferl" userId="544d2ce1-0a3b-4706-9dfd-c6d69d0e3c8e" providerId="ADAL" clId="{728816E0-0922-4745-AF12-C87F45E7DFA0}" dt="2026-03-25T08:22:12.758" v="3995" actId="790"/>
        <pc:sldMkLst>
          <pc:docMk/>
          <pc:sldMk cId="4204888799" sldId="1419"/>
        </pc:sldMkLst>
        <pc:spChg chg="mod">
          <ac:chgData name="Karl Michael Höferl" userId="544d2ce1-0a3b-4706-9dfd-c6d69d0e3c8e" providerId="ADAL" clId="{728816E0-0922-4745-AF12-C87F45E7DFA0}" dt="2026-03-25T08:22:12.740" v="3991" actId="790"/>
          <ac:spMkLst>
            <pc:docMk/>
            <pc:sldMk cId="4204888799" sldId="1419"/>
            <ac:spMk id="2" creationId="{05E78C44-CC4F-3705-86C8-6C9A422492D1}"/>
          </ac:spMkLst>
        </pc:spChg>
        <pc:spChg chg="mod">
          <ac:chgData name="Karl Michael Höferl" userId="544d2ce1-0a3b-4706-9dfd-c6d69d0e3c8e" providerId="ADAL" clId="{728816E0-0922-4745-AF12-C87F45E7DFA0}" dt="2026-03-25T08:22:12.741" v="3992" actId="790"/>
          <ac:spMkLst>
            <pc:docMk/>
            <pc:sldMk cId="4204888799" sldId="1419"/>
            <ac:spMk id="3" creationId="{0466632D-CC85-1900-873E-BA1522E7DCFB}"/>
          </ac:spMkLst>
        </pc:spChg>
        <pc:spChg chg="mod">
          <ac:chgData name="Karl Michael Höferl" userId="544d2ce1-0a3b-4706-9dfd-c6d69d0e3c8e" providerId="ADAL" clId="{728816E0-0922-4745-AF12-C87F45E7DFA0}" dt="2026-03-25T08:22:12.755" v="3993" actId="790"/>
          <ac:spMkLst>
            <pc:docMk/>
            <pc:sldMk cId="4204888799" sldId="1419"/>
            <ac:spMk id="4" creationId="{DBBA7870-38FB-414A-A928-B9F55BEB7D8F}"/>
          </ac:spMkLst>
        </pc:spChg>
        <pc:spChg chg="mod">
          <ac:chgData name="Karl Michael Höferl" userId="544d2ce1-0a3b-4706-9dfd-c6d69d0e3c8e" providerId="ADAL" clId="{728816E0-0922-4745-AF12-C87F45E7DFA0}" dt="2026-03-25T08:22:12.756" v="3994" actId="790"/>
          <ac:spMkLst>
            <pc:docMk/>
            <pc:sldMk cId="4204888799" sldId="1419"/>
            <ac:spMk id="5" creationId="{059F2C1A-7380-7F8D-CA87-A1F00CBB85D2}"/>
          </ac:spMkLst>
        </pc:spChg>
        <pc:spChg chg="mod">
          <ac:chgData name="Karl Michael Höferl" userId="544d2ce1-0a3b-4706-9dfd-c6d69d0e3c8e" providerId="ADAL" clId="{728816E0-0922-4745-AF12-C87F45E7DFA0}" dt="2026-03-25T08:22:12.758" v="3995" actId="790"/>
          <ac:spMkLst>
            <pc:docMk/>
            <pc:sldMk cId="4204888799" sldId="1419"/>
            <ac:spMk id="6" creationId="{1B23DBCB-9045-6C9E-E3C4-3AAF3DCA77BF}"/>
          </ac:spMkLst>
        </pc:spChg>
        <pc:picChg chg="add mod">
          <ac:chgData name="Karl Michael Höferl" userId="544d2ce1-0a3b-4706-9dfd-c6d69d0e3c8e" providerId="ADAL" clId="{728816E0-0922-4745-AF12-C87F45E7DFA0}" dt="2026-03-24T13:59:07.269" v="3564" actId="1076"/>
          <ac:picMkLst>
            <pc:docMk/>
            <pc:sldMk cId="4204888799" sldId="1419"/>
            <ac:picMk id="8" creationId="{FAC678A2-BB06-6215-5B38-AB90B29AE53E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3-25T08:24:56.699" v="4036" actId="20577"/>
        <pc:sldMkLst>
          <pc:docMk/>
          <pc:sldMk cId="3710053527" sldId="1420"/>
        </pc:sldMkLst>
        <pc:spChg chg="mod">
          <ac:chgData name="Karl Michael Höferl" userId="544d2ce1-0a3b-4706-9dfd-c6d69d0e3c8e" providerId="ADAL" clId="{728816E0-0922-4745-AF12-C87F45E7DFA0}" dt="2026-03-25T08:22:12.793" v="4011" actId="790"/>
          <ac:spMkLst>
            <pc:docMk/>
            <pc:sldMk cId="3710053527" sldId="1420"/>
            <ac:spMk id="2" creationId="{B03CCA00-5C54-6C06-65B8-2E7A19E07FE0}"/>
          </ac:spMkLst>
        </pc:spChg>
        <pc:spChg chg="mod">
          <ac:chgData name="Karl Michael Höferl" userId="544d2ce1-0a3b-4706-9dfd-c6d69d0e3c8e" providerId="ADAL" clId="{728816E0-0922-4745-AF12-C87F45E7DFA0}" dt="2026-03-25T08:22:12.796" v="4012" actId="790"/>
          <ac:spMkLst>
            <pc:docMk/>
            <pc:sldMk cId="3710053527" sldId="1420"/>
            <ac:spMk id="3" creationId="{423E4232-1135-EB9E-21F3-E8E0CFCCABD6}"/>
          </ac:spMkLst>
        </pc:spChg>
        <pc:spChg chg="add del mod">
          <ac:chgData name="Karl Michael Höferl" userId="544d2ce1-0a3b-4706-9dfd-c6d69d0e3c8e" providerId="ADAL" clId="{728816E0-0922-4745-AF12-C87F45E7DFA0}" dt="2026-03-25T08:24:56.699" v="4036" actId="20577"/>
          <ac:spMkLst>
            <pc:docMk/>
            <pc:sldMk cId="3710053527" sldId="1420"/>
            <ac:spMk id="4" creationId="{80A9D5D0-8DF1-A152-006E-C347EAAE5BEE}"/>
          </ac:spMkLst>
        </pc:spChg>
        <pc:spChg chg="mod">
          <ac:chgData name="Karl Michael Höferl" userId="544d2ce1-0a3b-4706-9dfd-c6d69d0e3c8e" providerId="ADAL" clId="{728816E0-0922-4745-AF12-C87F45E7DFA0}" dt="2026-03-25T08:22:12.815" v="4014" actId="790"/>
          <ac:spMkLst>
            <pc:docMk/>
            <pc:sldMk cId="3710053527" sldId="1420"/>
            <ac:spMk id="5" creationId="{63C56D40-DEE7-F62C-5896-5AD4D308EE9C}"/>
          </ac:spMkLst>
        </pc:spChg>
        <pc:spChg chg="mod">
          <ac:chgData name="Karl Michael Höferl" userId="544d2ce1-0a3b-4706-9dfd-c6d69d0e3c8e" providerId="ADAL" clId="{728816E0-0922-4745-AF12-C87F45E7DFA0}" dt="2026-03-25T08:22:12.816" v="4015" actId="790"/>
          <ac:spMkLst>
            <pc:docMk/>
            <pc:sldMk cId="3710053527" sldId="1420"/>
            <ac:spMk id="6" creationId="{BF56CD90-6701-59B8-4968-2B1F26F397E6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3-25T08:29:01.657" v="4064" actId="20577"/>
        <pc:sldMkLst>
          <pc:docMk/>
          <pc:sldMk cId="3860988350" sldId="1421"/>
        </pc:sldMkLst>
        <pc:spChg chg="mod">
          <ac:chgData name="Karl Michael Höferl" userId="544d2ce1-0a3b-4706-9dfd-c6d69d0e3c8e" providerId="ADAL" clId="{728816E0-0922-4745-AF12-C87F45E7DFA0}" dt="2026-03-25T08:29:01.657" v="4064" actId="20577"/>
          <ac:spMkLst>
            <pc:docMk/>
            <pc:sldMk cId="3860988350" sldId="1421"/>
            <ac:spMk id="3" creationId="{FB5C150A-6B47-F265-0EAF-BF0C048590A4}"/>
          </ac:spMkLst>
        </pc:spChg>
        <pc:picChg chg="add mod ord">
          <ac:chgData name="Karl Michael Höferl" userId="544d2ce1-0a3b-4706-9dfd-c6d69d0e3c8e" providerId="ADAL" clId="{728816E0-0922-4745-AF12-C87F45E7DFA0}" dt="2026-03-25T08:28:51.148" v="4063" actId="1582"/>
          <ac:picMkLst>
            <pc:docMk/>
            <pc:sldMk cId="3860988350" sldId="1421"/>
            <ac:picMk id="8" creationId="{A0F7E99F-C076-E252-8F61-F3A87EE698D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15F8177-9F15-A215-F3C4-749F9F8A0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7000" y="324000"/>
            <a:ext cx="2952000" cy="2160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E3666-93B0-A358-FB9D-381E2C03CC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9423" y="8676000"/>
            <a:ext cx="5112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sz="8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1CD7CC-0A62-7BB1-722B-C6E491D370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61000" y="8676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/>
            </a:lvl1pPr>
          </a:lstStyle>
          <a:p>
            <a:fld id="{27294502-B475-4000-8BE3-099734D1677B}" type="slidenum">
              <a:rPr lang="de-DE" sz="800" smtClean="0"/>
              <a:t>‹#›</a:t>
            </a:fld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8229968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7000" y="324000"/>
            <a:ext cx="2952000" cy="216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828000"/>
            <a:ext cx="5903913" cy="3320951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425" y="4428000"/>
            <a:ext cx="5903913" cy="4032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77000" y="8685213"/>
            <a:ext cx="5112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61000" y="8685213"/>
            <a:ext cx="720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/>
            </a:lvl1pPr>
          </a:lstStyle>
          <a:p>
            <a:fld id="{160CD836-151D-406C-BB8C-1AD153EDB68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1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600"/>
      </a:spcBef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200"/>
      </a:spcBef>
      <a:defRPr sz="1400" b="1" kern="1200">
        <a:solidFill>
          <a:schemeClr val="tx1"/>
        </a:solidFill>
        <a:latin typeface="+mj-lt"/>
        <a:ea typeface="+mn-ea"/>
        <a:cs typeface="+mn-cs"/>
      </a:defRPr>
    </a:lvl2pPr>
    <a:lvl3pPr marL="144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302" userDrawn="1">
          <p15:clr>
            <a:srgbClr val="F26B43"/>
          </p15:clr>
        </p15:guide>
        <p15:guide id="3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D836-151D-406C-BB8C-1AD153EDB684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831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Gegenteil: depentend 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Paired: measured twiche with same person 2 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repeated samples: more than 2 x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D836-151D-406C-BB8C-1AD153EDB684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088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mcfhkrems.sharepoint.com/sites/courseware?lvaid=74909#/studentsattendancecheck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Wassily-kandinsky-stars.jpg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8F1F7F88-BAC0-9AE2-3D8F-85F032C6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76000" y="2088630"/>
            <a:ext cx="5040000" cy="26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39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|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">
            <a:extLst>
              <a:ext uri="{FF2B5EF4-FFF2-40B4-BE49-F238E27FC236}">
                <a16:creationId xmlns:a16="http://schemas.microsoft.com/office/drawing/2014/main" id="{ED3CDC4F-05B1-B76F-5EA7-189E7169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 bwMode="gray">
          <a:xfrm>
            <a:off x="0" y="0"/>
            <a:ext cx="5880100" cy="6858000"/>
          </a:xfrm>
          <a:prstGeom prst="rect">
            <a:avLst/>
          </a:prstGeom>
          <a:solidFill>
            <a:srgbClr val="E4E7E9"/>
          </a:solidFill>
          <a:ln w="50800">
            <a:solidFill>
              <a:schemeClr val="bg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  <p:txBody>
          <a:bodyPr lIns="288000" tIns="0" rIns="288000" bIns="648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Bild durch Klick auf das Icon einfügen.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D1BDE9CD-498E-8C0C-DD46-31832628F3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invGray">
          <a:xfrm>
            <a:off x="6528000" y="2709000"/>
            <a:ext cx="4967326" cy="1440000"/>
          </a:xfrm>
        </p:spPr>
        <p:txBody>
          <a:bodyPr anchor="ctr">
            <a:noAutofit/>
          </a:bodyPr>
          <a:lstStyle>
            <a:lvl1pPr algn="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6BCC98A8-5053-B10A-35A9-DD68B5FBA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28000" y="4293000"/>
            <a:ext cx="4967326" cy="72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5" name="Textplatzhalter">
            <a:extLst>
              <a:ext uri="{FF2B5EF4-FFF2-40B4-BE49-F238E27FC236}">
                <a16:creationId xmlns:a16="http://schemas.microsoft.com/office/drawing/2014/main" id="{888E75FC-8DAA-C7C9-155B-D6FCAFE49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528674" y="6021000"/>
            <a:ext cx="496732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Kami Höferl</a:t>
            </a:r>
          </a:p>
        </p:txBody>
      </p:sp>
      <p:pic>
        <p:nvPicPr>
          <p:cNvPr id="7" name="Logo">
            <a:hlinkClick r:id="rId2"/>
            <a:extLst>
              <a:ext uri="{FF2B5EF4-FFF2-40B4-BE49-F238E27FC236}">
                <a16:creationId xmlns:a16="http://schemas.microsoft.com/office/drawing/2014/main" id="{DD57F011-932E-8635-AC0A-D3AEB599E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344000" y="621001"/>
            <a:ext cx="1224000" cy="15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976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197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renner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C95B4E-4D0C-D73A-1E99-7A95FDC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662" y="1881000"/>
            <a:ext cx="5184675" cy="309600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2" name="Rechteck 1">
            <a:hlinkClick r:id="rId3"/>
            <a:extLst>
              <a:ext uri="{FF2B5EF4-FFF2-40B4-BE49-F238E27FC236}">
                <a16:creationId xmlns:a16="http://schemas.microsoft.com/office/drawing/2014/main" id="{0A87BDB0-34FB-C93D-D796-04726AAADE87}"/>
              </a:ext>
            </a:extLst>
          </p:cNvPr>
          <p:cNvSpPr/>
          <p:nvPr userDrawn="1"/>
        </p:nvSpPr>
        <p:spPr>
          <a:xfrm>
            <a:off x="296673" y="6560073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/>
            <a:r>
              <a:rPr lang="de-AT" sz="700" dirty="0">
                <a:solidFill>
                  <a:prstClr val="black">
                    <a:lumMod val="50000"/>
                    <a:lumOff val="50000"/>
                  </a:prstClr>
                </a:solidFill>
                <a:cs typeface="Calibri" panose="020F0502020204030204" pitchFamily="34" charset="0"/>
              </a:rPr>
              <a:t>(Wassily K&amp;insky, CC0, Wikimedia)</a:t>
            </a:r>
          </a:p>
        </p:txBody>
      </p:sp>
    </p:spTree>
    <p:extLst>
      <p:ext uri="{BB962C8B-B14F-4D97-AF65-F5344CB8AC3E}">
        <p14:creationId xmlns:p14="http://schemas.microsoft.com/office/powerpoint/2010/main" val="143355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>
          <p15:clr>
            <a:srgbClr val="FBAE40"/>
          </p15:clr>
        </p15:guide>
        <p15:guide id="2" pos="5473">
          <p15:clr>
            <a:srgbClr val="FBAE40"/>
          </p15:clr>
        </p15:guide>
        <p15:guide id="3" pos="2207">
          <p15:clr>
            <a:srgbClr val="FBAE40"/>
          </p15:clr>
        </p15:guide>
        <p15:guide id="4" orient="horz" pos="2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itenzahl">
            <a:extLst>
              <a:ext uri="{FF2B5EF4-FFF2-40B4-BE49-F238E27FC236}">
                <a16:creationId xmlns:a16="http://schemas.microsoft.com/office/drawing/2014/main" id="{74D3227D-CF66-3BD2-DB96-30ED8B37AC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50745D7-A4C0-C2AF-8372-A7A8F52F8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6" y="549000"/>
            <a:ext cx="8928100" cy="792000"/>
          </a:xfrm>
        </p:spPr>
        <p:txBody>
          <a:bodyPr/>
          <a:lstStyle/>
          <a:p>
            <a:r>
              <a:rPr lang="de-DE" noProof="0"/>
              <a:t>Folientitel</a:t>
            </a:r>
            <a:endParaRPr lang="de-DE" noProof="0" dirty="0"/>
          </a:p>
        </p:txBody>
      </p:sp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30AF8B8C-65ED-A652-C3D6-15F54289CA2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95324" y="1628999"/>
            <a:ext cx="10800675" cy="4535265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de-DE" noProof="0" dirty="0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4" name="Datum">
            <a:extLst>
              <a:ext uri="{FF2B5EF4-FFF2-40B4-BE49-F238E27FC236}">
                <a16:creationId xmlns:a16="http://schemas.microsoft.com/office/drawing/2014/main" id="{ADA380CC-EB11-4907-814A-374A87380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188A2690-C068-BA18-C8A9-131C065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232414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062" userDrawn="1">
          <p15:clr>
            <a:srgbClr val="FBAE40"/>
          </p15:clr>
        </p15:guide>
        <p15:guide id="4" orient="horz" pos="38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Ein Inhalt mit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itenzahl">
            <a:extLst>
              <a:ext uri="{FF2B5EF4-FFF2-40B4-BE49-F238E27FC236}">
                <a16:creationId xmlns:a16="http://schemas.microsoft.com/office/drawing/2014/main" id="{EF1AFF7A-4585-76F7-733F-5E6531ECE8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 1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1845000"/>
            <a:ext cx="7056438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207B24-6E6F-3E0B-0B80-7991B818D74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183562" y="1845000"/>
            <a:ext cx="3313113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 dirty="0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Datum">
            <a:extLst>
              <a:ext uri="{FF2B5EF4-FFF2-40B4-BE49-F238E27FC236}">
                <a16:creationId xmlns:a16="http://schemas.microsoft.com/office/drawing/2014/main" id="{E83F9E42-7406-F5E4-1F1F-65560C8C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6" name="Fußzeile">
            <a:extLst>
              <a:ext uri="{FF2B5EF4-FFF2-40B4-BE49-F238E27FC236}">
                <a16:creationId xmlns:a16="http://schemas.microsoft.com/office/drawing/2014/main" id="{851D40C1-7189-7EBF-D7A5-A84045DB9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17705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5155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4883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  <p15:guide id="6" pos="72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itenzahl">
            <a:extLst>
              <a:ext uri="{FF2B5EF4-FFF2-40B4-BE49-F238E27FC236}">
                <a16:creationId xmlns:a16="http://schemas.microsoft.com/office/drawing/2014/main" id="{EF1AFF7A-4585-76F7-733F-5E6531ECE8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 1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1845000"/>
            <a:ext cx="5184775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207B24-6E6F-3E0B-0B80-7991B818D74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311900" y="1845000"/>
            <a:ext cx="5184775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5" name="Datum">
            <a:extLst>
              <a:ext uri="{FF2B5EF4-FFF2-40B4-BE49-F238E27FC236}">
                <a16:creationId xmlns:a16="http://schemas.microsoft.com/office/drawing/2014/main" id="{E83F9E42-7406-F5E4-1F1F-65560C8C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6" name="Fußzeile">
            <a:extLst>
              <a:ext uri="{FF2B5EF4-FFF2-40B4-BE49-F238E27FC236}">
                <a16:creationId xmlns:a16="http://schemas.microsoft.com/office/drawing/2014/main" id="{851D40C1-7189-7EBF-D7A5-A84045DB9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888075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3976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3704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  <p15:guide id="6" pos="72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nhalt | 1/3 Bild | Plak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itenzahl">
            <a:extLst>
              <a:ext uri="{FF2B5EF4-FFF2-40B4-BE49-F238E27FC236}">
                <a16:creationId xmlns:a16="http://schemas.microsoft.com/office/drawing/2014/main" id="{1FE84F85-E87D-A7F5-E6B5-FACAE49239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D836C0FE-70CA-4950-82D6-CF602CC2B770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6" y="693000"/>
            <a:ext cx="6553200" cy="1656000"/>
          </a:xfrm>
        </p:spPr>
        <p:txBody>
          <a:bodyPr anchor="ctr" anchorCtr="0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2780999"/>
            <a:ext cx="6553200" cy="3383263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11" name="Bildplatzhalter">
            <a:extLst>
              <a:ext uri="{FF2B5EF4-FFF2-40B4-BE49-F238E27FC236}">
                <a16:creationId xmlns:a16="http://schemas.microsoft.com/office/drawing/2014/main" id="{FAA5048C-F469-9EBB-1545-BE067778550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 bwMode="gray">
          <a:xfrm>
            <a:off x="8184000" y="0"/>
            <a:ext cx="4008000" cy="6858000"/>
          </a:xfrm>
          <a:prstGeom prst="rect">
            <a:avLst/>
          </a:prstGeom>
          <a:solidFill>
            <a:srgbClr val="E4E7E9"/>
          </a:solidFill>
        </p:spPr>
        <p:txBody>
          <a:bodyPr lIns="72000" tIns="0" rIns="72000" bIns="648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Bild durch Klick auf das Icon einfügen.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35C59BB5-79BC-E0E7-BA01-48006270C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AC3E8207-98FD-1844-85F2-0ACEE2447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560000" y="6439500"/>
            <a:ext cx="5688000" cy="144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D920654A-CDF2-1EE4-1D99-B1A4C7A4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10992001" y="483651"/>
            <a:ext cx="504000" cy="516923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9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553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7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4566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6654800"/>
            <a:ext cx="12192000" cy="20234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800" dirty="0"/>
          </a:p>
        </p:txBody>
      </p:sp>
      <p:sp>
        <p:nvSpPr>
          <p:cNvPr id="3" name="Rechteck 2"/>
          <p:cNvSpPr/>
          <p:nvPr userDrawn="1"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80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288032" y="93723"/>
            <a:ext cx="11504661" cy="457200"/>
          </a:xfrm>
          <a:prstGeom prst="rect">
            <a:avLst/>
          </a:prstGeom>
        </p:spPr>
        <p:txBody>
          <a:bodyPr vert="horz"/>
          <a:lstStyle>
            <a:lvl1pPr algn="l">
              <a:defRPr sz="2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r>
              <a:rPr lang="de-AT" dirty="0"/>
              <a:t>Mastertitelformat bearbeiten</a:t>
            </a:r>
            <a:endParaRPr lang="de-DE" dirty="0"/>
          </a:p>
        </p:txBody>
      </p:sp>
      <p:sp>
        <p:nvSpPr>
          <p:cNvPr id="15" name="Inhaltsplatzhalter 14"/>
          <p:cNvSpPr>
            <a:spLocks noGrp="1"/>
          </p:cNvSpPr>
          <p:nvPr>
            <p:ph sz="quarter" idx="11" hasCustomPrompt="1"/>
          </p:nvPr>
        </p:nvSpPr>
        <p:spPr>
          <a:xfrm>
            <a:off x="309685" y="1181512"/>
            <a:ext cx="11688064" cy="4968552"/>
          </a:xfrm>
          <a:prstGeom prst="rect">
            <a:avLst/>
          </a:prstGeom>
        </p:spPr>
        <p:txBody>
          <a:bodyPr vert="horz" anchor="ctr"/>
          <a:lstStyle>
            <a:lvl1pPr marL="228600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 sz="2400" b="0" baseline="0">
                <a:solidFill>
                  <a:schemeClr val="tx1"/>
                </a:solidFill>
                <a:latin typeface="+mn-lt"/>
              </a:defRPr>
            </a:lvl1pPr>
            <a:lvl2pPr marL="658813" indent="-20161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</a:defRPr>
            </a:lvl2pPr>
            <a:lvl3pPr marL="1108075" indent="-193675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Symbol" pitchFamily="18" charset="2"/>
              <a:buChar char="-"/>
              <a:tabLst/>
              <a:defRPr sz="1800">
                <a:solidFill>
                  <a:schemeClr val="tx1"/>
                </a:solidFill>
              </a:defRPr>
            </a:lvl3pPr>
            <a:lvl4pPr marL="1520825" indent="-149225">
              <a:lnSpc>
                <a:spcPct val="114000"/>
              </a:lnSpc>
              <a:spcBef>
                <a:spcPts val="600"/>
              </a:spcBef>
              <a:buFont typeface="Arial" pitchFamily="34" charset="0"/>
              <a:buChar char="•"/>
              <a:defRPr sz="1600"/>
            </a:lvl4pPr>
          </a:lstStyle>
          <a:p>
            <a:pPr lvl="0"/>
            <a:r>
              <a:rPr lang="de-AT" dirty="0"/>
              <a:t>Mastertextformat bearbeiten</a:t>
            </a:r>
          </a:p>
          <a:p>
            <a:pPr lvl="1"/>
            <a:r>
              <a:rPr lang="de-AT" dirty="0" err="1"/>
              <a:t>Asdfasdf</a:t>
            </a:r>
            <a:endParaRPr lang="de-AT" dirty="0"/>
          </a:p>
          <a:p>
            <a:pPr lvl="2"/>
            <a:r>
              <a:rPr lang="de-AT" dirty="0" err="1"/>
              <a:t>Sadfasdf</a:t>
            </a:r>
            <a:endParaRPr lang="de-AT" dirty="0"/>
          </a:p>
          <a:p>
            <a:pPr lvl="3"/>
            <a:r>
              <a:rPr lang="de-AT" dirty="0" err="1"/>
              <a:t>sdf</a:t>
            </a:r>
            <a:endParaRPr lang="de-AT"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431371" y="6654396"/>
            <a:ext cx="3648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VO</a:t>
            </a:r>
            <a:r>
              <a:rPr lang="de-AT" sz="800" baseline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Sozialwiss. Methoden </a:t>
            </a:r>
            <a:r>
              <a:rPr lang="de-AT" sz="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| KMH</a:t>
            </a:r>
          </a:p>
        </p:txBody>
      </p:sp>
      <p:sp>
        <p:nvSpPr>
          <p:cNvPr id="6" name="Textfeld 5"/>
          <p:cNvSpPr txBox="1"/>
          <p:nvPr userDrawn="1"/>
        </p:nvSpPr>
        <p:spPr>
          <a:xfrm>
            <a:off x="11280576" y="6654396"/>
            <a:ext cx="5121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0D87B3D-9F2E-4AB4-9472-248B74A58E90}" type="slidenum">
              <a:rPr lang="de-AT" sz="80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‹#›</a:t>
            </a:fld>
            <a:endParaRPr lang="de-AT" sz="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903979" y="6648882"/>
            <a:ext cx="5183188" cy="22647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lvl1pPr marL="0" indent="0" algn="r">
              <a:buNone/>
              <a:defRPr lang="de-DE" sz="80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-104" charset="-128"/>
                <a:cs typeface="+mn-cs"/>
              </a:defRPr>
            </a:lvl1pPr>
            <a:lvl2pPr>
              <a:defRPr lang="de-DE" smtClean="0">
                <a:latin typeface="Arial" charset="0"/>
                <a:ea typeface="ＭＳ Ｐゴシック" pitchFamily="-104" charset="-128"/>
              </a:defRPr>
            </a:lvl2pPr>
            <a:lvl3pPr>
              <a:defRPr lang="de-DE" smtClean="0">
                <a:latin typeface="Arial" charset="0"/>
                <a:ea typeface="ＭＳ Ｐゴシック" pitchFamily="-104" charset="-128"/>
              </a:defRPr>
            </a:lvl3pPr>
            <a:lvl4pPr>
              <a:defRPr lang="de-DE" smtClean="0">
                <a:latin typeface="Arial" charset="0"/>
                <a:ea typeface="ＭＳ Ｐゴシック" pitchFamily="-104" charset="-128"/>
              </a:defRPr>
            </a:lvl4pPr>
            <a:lvl5pPr>
              <a:defRPr lang="de-AT">
                <a:latin typeface="Arial" charset="0"/>
                <a:ea typeface="ＭＳ Ｐゴシック" pitchFamily="-104" charset="-128"/>
              </a:defRPr>
            </a:lvl5pPr>
          </a:lstStyle>
          <a:p>
            <a:pPr lvl="0" algn="r">
              <a:spcBef>
                <a:spcPct val="0"/>
              </a:spcBef>
            </a:pPr>
            <a:r>
              <a:rPr lang="de-AT" dirty="0" err="1"/>
              <a:t>asdfasdfasdf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0099748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itenzahl">
            <a:extLst>
              <a:ext uri="{FF2B5EF4-FFF2-40B4-BE49-F238E27FC236}">
                <a16:creationId xmlns:a16="http://schemas.microsoft.com/office/drawing/2014/main" id="{65398FD5-9BF3-28FF-7DED-0D9B073604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>
                <a:solidFill>
                  <a:schemeClr val="tx1"/>
                </a:solidFill>
              </a:defRPr>
            </a:lvl1pPr>
          </a:lstStyle>
          <a:p>
            <a:fld id="{D836C0FE-70CA-4950-82D6-CF602CC2B77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elplatzhalter">
            <a:extLst>
              <a:ext uri="{FF2B5EF4-FFF2-40B4-BE49-F238E27FC236}">
                <a16:creationId xmlns:a16="http://schemas.microsoft.com/office/drawing/2014/main" id="{7342B4B8-4BA9-1581-A621-9357C5FCC0C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5325" y="549000"/>
            <a:ext cx="9360675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4" name="Datum">
            <a:extLst>
              <a:ext uri="{FF2B5EF4-FFF2-40B4-BE49-F238E27FC236}">
                <a16:creationId xmlns:a16="http://schemas.microsoft.com/office/drawing/2014/main" id="{2B378339-9E79-231D-A5AF-97105D3C5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7176000" y="6439500"/>
            <a:ext cx="3672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ADFC89BB-31A4-FB0C-2C15-0120E1FE9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95324" y="6439500"/>
            <a:ext cx="511267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KMH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70E6F260-5B6B-E6BA-7AE8-C81A29C8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000" y="693000"/>
            <a:ext cx="72000" cy="5472000"/>
            <a:chOff x="-168000" y="693000"/>
            <a:chExt cx="72000" cy="5472000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9CE92DE1-673B-26F8-5C3A-038AF76C45E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1845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2CCFAADA-1A7F-A8B8-E1B1-83852B2604B3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6165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2FDB1CBD-B743-8109-6C60-DB9675A8178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693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7175DF0B-645D-8CFE-1723-CB46F027C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696000" y="-171000"/>
            <a:ext cx="10800000" cy="72000"/>
            <a:chOff x="696000" y="-171000"/>
            <a:chExt cx="10800000" cy="7200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F70F7F1A-06A7-BE9B-CA4E-4F13B09E5D9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D2C61E1-60F0-20D8-92CD-DABDFA5A03E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496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05107475-8CCC-88DC-7EC1-9974CB7A041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13556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90FD98A2-DADB-CF34-9CEA-BE457997C71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567664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21EB5D8-DDEB-2249-B195-4ED838937C7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07763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1E9BF006-29C8-C40B-7D2D-6D3D8A6F7C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439872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CC4EBA89-B7C8-BC11-E261-E52950B5A7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79976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4084141B-5223-2745-80DB-D9A20AEF7FC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1208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EEE455F4-4B7A-824A-1085-4854FE501E9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752184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A29A306-195C-8694-3DC1-5FBE80F0C697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84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25DC1055-E4A8-2F1E-BDAE-36F9E763476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624392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24FEEFB3-B615-2AC5-0708-72A2CE09D5D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056496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Logo">
            <a:extLst>
              <a:ext uri="{FF2B5EF4-FFF2-40B4-BE49-F238E27FC236}">
                <a16:creationId xmlns:a16="http://schemas.microsoft.com/office/drawing/2014/main" id="{628A09EA-4660-9CA7-424A-93A27980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gray">
          <a:xfrm>
            <a:off x="10992001" y="483651"/>
            <a:ext cx="504000" cy="51695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7B8CF3-537D-97EE-9965-1D0274881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1583258"/>
            <a:ext cx="10800676" cy="4593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2"/>
            <a:r>
              <a:rPr lang="en-GB" dirty="0"/>
              <a:t>Third</a:t>
            </a:r>
          </a:p>
          <a:p>
            <a:pPr lvl="3"/>
            <a:r>
              <a:rPr lang="en-GB" dirty="0"/>
              <a:t>Fourth</a:t>
            </a:r>
          </a:p>
        </p:txBody>
      </p:sp>
    </p:spTree>
    <p:extLst>
      <p:ext uri="{BB962C8B-B14F-4D97-AF65-F5344CB8AC3E}">
        <p14:creationId xmlns:p14="http://schemas.microsoft.com/office/powerpoint/2010/main" val="244963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701" r:id="rId3"/>
    <p:sldLayoutId id="2147483650" r:id="rId4"/>
    <p:sldLayoutId id="2147483686" r:id="rId5"/>
    <p:sldLayoutId id="2147483652" r:id="rId6"/>
    <p:sldLayoutId id="2147483687" r:id="rId7"/>
    <p:sldLayoutId id="2147483704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Calibri" panose="020F0502020204030204" pitchFamily="34" charset="0"/>
        <a:buChar char="»"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65113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95350" indent="-28575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Symbol" panose="05050102010706020507" pitchFamily="18" charset="2"/>
        <a:buChar char="-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179388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Symbol" panose="05050102010706020507" pitchFamily="18" charset="2"/>
        <a:buChar char="-"/>
        <a:defRPr lang="de-DE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79388" algn="l" defTabSz="914400" rtl="0" eaLnBrk="1" latinLnBrk="0" hangingPunct="1">
        <a:lnSpc>
          <a:spcPct val="12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1200"/>
        </a:spcBef>
        <a:buFont typeface="Symbol" panose="05050102010706020507" pitchFamily="18" charset="2"/>
        <a:buNone/>
        <a:defRPr sz="1400" b="1" kern="1200">
          <a:solidFill>
            <a:schemeClr val="bg2"/>
          </a:solidFill>
          <a:latin typeface="+mj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bookpublishers.com/books/10.11647/obp.0333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.gesis.org/dbk/54918" TargetMode="External"/><Relationship Id="rId2" Type="http://schemas.openxmlformats.org/officeDocument/2006/relationships/hyperlink" Target="https://search.gesis.org/research_data/ZA5851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s://jakubmarian.com/number-of-metal-bands-per-capita-in-europe/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s://jakubmarian.com/number-of-metal-bands-per-capita-in-europe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hyperlink" Target="https://www.promipool.de/stars/lordi-das-machen-die-grusel-esc-gewinner-aus-finnland-heute?gallery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i.org/10.1386/mms.4.3.559_1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metal-archives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kaggle.com/datasets/guimacrlh/every-metal-archives-band-october-2024" TargetMode="External"/><Relationship Id="rId5" Type="http://schemas.openxmlformats.org/officeDocument/2006/relationships/image" Target="../media/image35.png"/><Relationship Id="rId4" Type="http://schemas.openxmlformats.org/officeDocument/2006/relationships/hyperlink" Target="https://www.kaggle.com/datasets/guimacrlh/every-metal-archives-band-october-2024?select=metal_bands.csv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8ECA2FC-8EBF-2FBC-EBF2-E34727541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0857" y="2709000"/>
            <a:ext cx="5234469" cy="1440000"/>
          </a:xfrm>
        </p:spPr>
        <p:txBody>
          <a:bodyPr/>
          <a:lstStyle/>
          <a:p>
            <a:r>
              <a:rPr lang="en-GB" dirty="0"/>
              <a:t>A Challenging Final on Classical Data Analysis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4502378-B236-0724-12B2-56238B518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IL “Data and Decision Making”</a:t>
            </a:r>
            <a:br>
              <a:rPr lang="en-GB" dirty="0"/>
            </a:br>
            <a:r>
              <a:rPr lang="en-GB" dirty="0"/>
              <a:t>SS 26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CAB6A2-FD2E-0A0E-1E7C-685BDC8AB0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Kami Höferl</a:t>
            </a:r>
          </a:p>
        </p:txBody>
      </p:sp>
      <p:pic>
        <p:nvPicPr>
          <p:cNvPr id="6" name="Picture Placeholder 14">
            <a:extLst>
              <a:ext uri="{FF2B5EF4-FFF2-40B4-BE49-F238E27FC236}">
                <a16:creationId xmlns:a16="http://schemas.microsoft.com/office/drawing/2014/main" id="{A4745F24-D207-A9C3-7B8F-2B847985E1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8" r="10344"/>
          <a:stretch>
            <a:fillRect/>
          </a:stretch>
        </p:blipFill>
        <p:spPr bwMode="gray">
          <a:xfrm>
            <a:off x="-528000" y="-86336"/>
            <a:ext cx="6459145" cy="6944335"/>
          </a:xfrm>
          <a:prstGeom prst="rect">
            <a:avLst/>
          </a:prstGeom>
          <a:solidFill>
            <a:srgbClr val="E4E7E9"/>
          </a:solidFill>
          <a:ln w="50800">
            <a:solidFill>
              <a:schemeClr val="bg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E42D817-3BF5-0859-ABA5-56BA456FF739}"/>
              </a:ext>
            </a:extLst>
          </p:cNvPr>
          <p:cNvSpPr txBox="1"/>
          <p:nvPr/>
        </p:nvSpPr>
        <p:spPr>
          <a:xfrm>
            <a:off x="120000" y="65250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(MervC, CC-BY-NC 2.0)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47E16-0ACD-7593-2BE4-1CAD592D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000" y="6061794"/>
            <a:ext cx="490373" cy="2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5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1F21953-5825-54FF-DD84-ED80226F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93000"/>
            <a:ext cx="6553200" cy="648000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99EF4D1-C3FA-6B89-E7F8-3935D779F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413001"/>
            <a:ext cx="6553200" cy="4751262"/>
          </a:xfrm>
        </p:spPr>
        <p:txBody>
          <a:bodyPr>
            <a:normAutofit/>
          </a:bodyPr>
          <a:lstStyle/>
          <a:p>
            <a:r>
              <a:rPr lang="en-GB" sz="2400" b="1" dirty="0"/>
              <a:t>AMA 1. Assignment</a:t>
            </a:r>
          </a:p>
          <a:p>
            <a:r>
              <a:rPr lang="en-GB" sz="2400" b="1" dirty="0"/>
              <a:t>Association is not Enough</a:t>
            </a:r>
          </a:p>
          <a:p>
            <a:r>
              <a:rPr lang="en-GB" sz="2400" b="1" dirty="0"/>
              <a:t>A Litte </a:t>
            </a:r>
            <a:r>
              <a:rPr lang="en-GB" sz="2400" b="1" dirty="0" err="1"/>
              <a:t>Challange</a:t>
            </a:r>
            <a:endParaRPr lang="en-GB" sz="2400" b="1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9C7155B-A456-92AA-517F-BB971C939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0825BA-6A02-22EE-1F32-1608C61C8F8D}"/>
              </a:ext>
            </a:extLst>
          </p:cNvPr>
          <p:cNvSpPr txBox="1"/>
          <p:nvPr/>
        </p:nvSpPr>
        <p:spPr>
          <a:xfrm>
            <a:off x="11136000" y="65250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/>
                </a:solidFill>
              </a:rPr>
              <a:t>(Escher, 1961)</a:t>
            </a:r>
          </a:p>
        </p:txBody>
      </p:sp>
      <p:pic>
        <p:nvPicPr>
          <p:cNvPr id="16" name="Picture Placeholder 14">
            <a:extLst>
              <a:ext uri="{FF2B5EF4-FFF2-40B4-BE49-F238E27FC236}">
                <a16:creationId xmlns:a16="http://schemas.microsoft.com/office/drawing/2014/main" id="{7D11AE93-7A82-39E1-F0EF-B8879756C57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8" r="33740"/>
          <a:stretch>
            <a:fillRect/>
          </a:stretch>
        </p:blipFill>
        <p:spPr bwMode="gray">
          <a:xfrm>
            <a:off x="7752001" y="0"/>
            <a:ext cx="4440000" cy="6858000"/>
          </a:xfrm>
          <a:prstGeom prst="rect">
            <a:avLst/>
          </a:prstGeom>
          <a:solidFill>
            <a:srgbClr val="E4E7E9"/>
          </a:solidFill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E685C95-94E5-A5B0-7580-C531D1A59A1E}"/>
              </a:ext>
            </a:extLst>
          </p:cNvPr>
          <p:cNvSpPr txBox="1"/>
          <p:nvPr/>
        </p:nvSpPr>
        <p:spPr>
          <a:xfrm>
            <a:off x="7911724" y="65835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(MervC, CC-BY-NC 2.0)</a:t>
            </a:r>
          </a:p>
        </p:txBody>
      </p:sp>
    </p:spTree>
    <p:extLst>
      <p:ext uri="{BB962C8B-B14F-4D97-AF65-F5344CB8AC3E}">
        <p14:creationId xmlns:p14="http://schemas.microsoft.com/office/powerpoint/2010/main" val="396695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3548-148A-28B2-C96D-0A399FD7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3B06E4B-D30C-7A6B-987C-8A979D24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Bonus:</a:t>
            </a:r>
            <a:br>
              <a:rPr lang="en-GB" dirty="0"/>
            </a:br>
            <a:r>
              <a:rPr lang="en-GB" dirty="0"/>
              <a:t>Is my Metric Variable Normally Distributed?</a:t>
            </a:r>
          </a:p>
        </p:txBody>
      </p:sp>
    </p:spTree>
    <p:extLst>
      <p:ext uri="{BB962C8B-B14F-4D97-AF65-F5344CB8AC3E}">
        <p14:creationId xmlns:p14="http://schemas.microsoft.com/office/powerpoint/2010/main" val="403414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75FE-CFD8-157C-46C7-22A66575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A2D55-51B9-8529-72F5-87E530FD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0686E-9736-A689-EE03-AF43D884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Look: Histogram &amp; Density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29816-28F8-745C-A02E-6D4655D6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557000"/>
            <a:ext cx="6048676" cy="4535265"/>
          </a:xfrm>
        </p:spPr>
        <p:txBody>
          <a:bodyPr>
            <a:normAutofit/>
          </a:bodyPr>
          <a:lstStyle/>
          <a:p>
            <a:r>
              <a:rPr lang="en-GB" sz="2400" dirty="0"/>
              <a:t>Look for a </a:t>
            </a:r>
            <a:r>
              <a:rPr lang="en-GB" sz="2400" b="1" dirty="0"/>
              <a:t>bell-shaped curve</a:t>
            </a:r>
            <a:endParaRPr lang="en-GB" sz="2400" dirty="0"/>
          </a:p>
          <a:p>
            <a:r>
              <a:rPr lang="en-GB" sz="2400" dirty="0"/>
              <a:t>The curve should be </a:t>
            </a:r>
            <a:r>
              <a:rPr lang="en-GB" sz="2400" b="1" dirty="0"/>
              <a:t>symmetrical</a:t>
            </a:r>
            <a:r>
              <a:rPr lang="en-GB" sz="2400" dirty="0"/>
              <a:t> around the centre</a:t>
            </a:r>
          </a:p>
          <a:p>
            <a:r>
              <a:rPr lang="en-GB" sz="2400" dirty="0"/>
              <a:t>The </a:t>
            </a:r>
            <a:r>
              <a:rPr lang="en-GB" sz="2400" b="1" dirty="0"/>
              <a:t>left and right tails</a:t>
            </a:r>
            <a:r>
              <a:rPr lang="en-GB" sz="2400" dirty="0"/>
              <a:t> should look similar</a:t>
            </a:r>
          </a:p>
          <a:p>
            <a:pPr lvl="1"/>
            <a:r>
              <a:rPr lang="en-GB" b="1" dirty="0"/>
              <a:t>skewness</a:t>
            </a:r>
            <a:r>
              <a:rPr lang="en-GB" dirty="0"/>
              <a:t> = longer tail on one side</a:t>
            </a:r>
            <a:endParaRPr lang="en-GB" sz="2200" dirty="0"/>
          </a:p>
          <a:p>
            <a:r>
              <a:rPr lang="en-GB" sz="2400" dirty="0"/>
              <a:t>Most values should cluster around the </a:t>
            </a:r>
            <a:r>
              <a:rPr lang="en-GB" sz="2400" b="1" dirty="0"/>
              <a:t>mean</a:t>
            </a:r>
            <a:endParaRPr lang="en-GB" sz="2400" dirty="0"/>
          </a:p>
          <a:p>
            <a:r>
              <a:rPr lang="en-GB" sz="2400" dirty="0"/>
              <a:t>The curve should have </a:t>
            </a:r>
            <a:r>
              <a:rPr lang="en-GB" sz="2400" b="1" dirty="0"/>
              <a:t>one clear peak</a:t>
            </a:r>
            <a:endParaRPr lang="en-GB" sz="2400" dirty="0"/>
          </a:p>
          <a:p>
            <a:pPr lvl="1"/>
            <a:r>
              <a:rPr lang="en-GB" sz="2200" dirty="0"/>
              <a:t>NOT: Very </a:t>
            </a:r>
            <a:r>
              <a:rPr lang="en-GB" sz="2200" b="1" dirty="0"/>
              <a:t>flat</a:t>
            </a:r>
            <a:r>
              <a:rPr lang="en-GB" sz="2200" dirty="0"/>
              <a:t> or very </a:t>
            </a:r>
            <a:r>
              <a:rPr lang="en-GB" sz="2200" b="1" dirty="0"/>
              <a:t>peaked</a:t>
            </a:r>
            <a:r>
              <a:rPr lang="en-GB" sz="2200" dirty="0"/>
              <a:t> shape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C8584-8D53-EEE9-F425-FBB2CFDE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BCA4-742B-F8E3-9D3D-FDBA066D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93498B5-562A-1826-30F4-FC1505D5F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000" y="1989000"/>
            <a:ext cx="4238625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44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70E7-2611-DC3A-973E-060321E0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7BE22-BD7A-EF4F-AF15-1B068D94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6607F8-5009-9102-D072-CEAED03F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D658E-35B0-DFE2-DA73-ECC3BA4D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F919E-82F0-ADA4-41EE-BC8C3B7A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20B2F-7411-719E-6C14-86F817CA5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57735"/>
            <a:ext cx="676867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/>
              <a:t>Skewness: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👉 symmetry of a distribution</a:t>
            </a:r>
          </a:p>
          <a:p>
            <a:r>
              <a:rPr lang="en-GB" sz="2800" dirty="0"/>
              <a:t>Indicates values are more spread out </a:t>
            </a:r>
            <a:br>
              <a:rPr lang="en-GB" sz="2800" dirty="0"/>
            </a:br>
            <a:r>
              <a:rPr lang="en-GB" sz="2800" dirty="0"/>
              <a:t>on one side</a:t>
            </a:r>
          </a:p>
          <a:p>
            <a:r>
              <a:rPr lang="en-GB" sz="2800" dirty="0"/>
              <a:t>Skewness = 0 means perfectly symmetric</a:t>
            </a:r>
          </a:p>
          <a:p>
            <a:r>
              <a:rPr lang="en-GB" sz="2800" dirty="0"/>
              <a:t>Positive skew =  a longer tail on the right</a:t>
            </a:r>
          </a:p>
          <a:p>
            <a:r>
              <a:rPr lang="en-GB" sz="2800" dirty="0"/>
              <a:t>Negative skew =  a longer tail on the left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39B015DB-05CA-E67A-C8AA-B5B02469B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494114"/>
              </p:ext>
            </p:extLst>
          </p:nvPr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Missing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Skewness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D33EA4D9-6C78-6819-5A63-7D745C4D9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95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B7C4-D2A2-E124-722B-71C2BB4C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F11D59-8C00-DEF3-5460-0FB07201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AA323B-BF98-8E16-4BF7-C19FE97A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7E8EC-186D-54AB-2F42-AE2B5F9A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ACA71-BAB2-FB16-0B87-5C232AD7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AD596-9CBF-3F2D-ADFA-B37000895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57735"/>
            <a:ext cx="6768676" cy="4535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/>
              <a:t>Kurtosis:</a:t>
            </a:r>
            <a:endParaRPr lang="en-GB" sz="2400" dirty="0"/>
          </a:p>
          <a:p>
            <a:r>
              <a:rPr lang="en-GB" sz="2400" dirty="0">
                <a:solidFill>
                  <a:schemeClr val="accent2"/>
                </a:solidFill>
              </a:rPr>
              <a:t>👉 shape and tail thickness</a:t>
            </a:r>
          </a:p>
          <a:p>
            <a:pPr lvl="1"/>
            <a:r>
              <a:rPr lang="en-GB" sz="2400" dirty="0"/>
              <a:t>Indicates how heavy or light the tails are</a:t>
            </a:r>
            <a:br>
              <a:rPr lang="en-GB" sz="2400" dirty="0"/>
            </a:br>
            <a:r>
              <a:rPr lang="en-GB" sz="2400" dirty="0"/>
              <a:t>compared to a normal distribution</a:t>
            </a:r>
          </a:p>
          <a:p>
            <a:pPr lvl="1"/>
            <a:r>
              <a:rPr lang="en-GB" sz="2400" dirty="0"/>
              <a:t>Normal distribution has a kurtosis value </a:t>
            </a:r>
            <a:br>
              <a:rPr lang="en-GB" sz="2400" dirty="0"/>
            </a:br>
            <a:r>
              <a:rPr lang="en-GB" sz="2400" dirty="0"/>
              <a:t>close to zero</a:t>
            </a:r>
          </a:p>
          <a:p>
            <a:r>
              <a:rPr lang="en-GB" sz="2400" dirty="0"/>
              <a:t>High kurtosis = more extreme values &amp; </a:t>
            </a:r>
            <a:br>
              <a:rPr lang="en-GB" sz="2400" dirty="0"/>
            </a:br>
            <a:r>
              <a:rPr lang="en-GB" sz="2400" dirty="0"/>
              <a:t>heavier tails</a:t>
            </a:r>
          </a:p>
          <a:p>
            <a:r>
              <a:rPr lang="en-GB" sz="2400" dirty="0"/>
              <a:t>Low kurtosis = fewer extreme values &amp; lighter tails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B180C576-F47F-FD12-53FF-879AE79856F7}"/>
              </a:ext>
            </a:extLst>
          </p:cNvPr>
          <p:cNvGraphicFramePr>
            <a:graphicFrameLocks/>
          </p:cNvGraphicFramePr>
          <p:nvPr/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Missing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Skewness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FA1B9EBB-A8EB-A82B-F9E2-8C39DB9FB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60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8B438F-A5EA-0CBB-D315-BAA72826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5B11A3-4F50-D0E8-20A5-7F5EF615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39BBEE-E198-423D-3F4F-3485B9E7B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-96000" y="2401865"/>
            <a:ext cx="5721939" cy="300061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58B16-0674-B7DF-180D-09B6D3C2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(Navarro &amp; Foxcroft, 2025:75)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AB199-AA21-2624-C2E6-4E7A6163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A074311F-E62B-00F4-73B0-29C87E7DB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638" y="2508836"/>
            <a:ext cx="6037039" cy="29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66C25-F280-B2C6-A3BA-23CF9D6B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C11954-783E-0933-5879-85789D2E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Lazy Way: The Shapiro-Wilk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743E6-EC78-ABCC-1273-32CA626E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GB" sz="2400" b="1" dirty="0"/>
              <a:t>Tests if dataset = approximately normally distributed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Compares the observed data distribution to a theoretical normal distribution</a:t>
            </a:r>
          </a:p>
          <a:p>
            <a:pPr>
              <a:spcAft>
                <a:spcPts val="800"/>
              </a:spcAft>
            </a:pPr>
            <a:r>
              <a:rPr lang="en-GB" sz="2400" b="1" dirty="0"/>
              <a:t>Null hypothesis H0: </a:t>
            </a:r>
            <a:r>
              <a:rPr lang="en-GB" sz="2400" dirty="0"/>
              <a:t>data is normally distributed</a:t>
            </a:r>
          </a:p>
          <a:p>
            <a:pPr>
              <a:spcAft>
                <a:spcPts val="800"/>
              </a:spcAft>
            </a:pPr>
            <a:r>
              <a:rPr lang="en-GB" sz="2400" b="1" dirty="0"/>
              <a:t>Alternative hypothesis H1: </a:t>
            </a:r>
            <a:r>
              <a:rPr lang="en-GB" sz="2400" dirty="0"/>
              <a:t>data is not normally distributed</a:t>
            </a:r>
          </a:p>
          <a:p>
            <a:pPr>
              <a:spcAft>
                <a:spcPts val="8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👉 p-value: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p ≥ α → no evidence against normality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GB" sz="2400" dirty="0"/>
              <a:t>p &lt; α → significant deviation from normality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73395-B7FE-B28B-F0F0-13507906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BDE4B-58D4-3005-D29A-7ACECB7A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62422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AC30-EFD4-7BA8-8E40-CC8D13DD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9691A-A271-B6AD-63CE-399C902D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85B6E6-4D26-8EC5-CFEA-A07A6C1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Lazy Way: The Shapiro-Wilk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FF766-C7D3-A4D2-54BB-8951EA34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6048676" cy="4535265"/>
          </a:xfrm>
        </p:spPr>
        <p:txBody>
          <a:bodyPr>
            <a:normAutofit fontScale="92500"/>
          </a:bodyPr>
          <a:lstStyle/>
          <a:p>
            <a:pPr>
              <a:spcAft>
                <a:spcPts val="800"/>
              </a:spcAft>
            </a:pPr>
            <a:r>
              <a:rPr lang="en-GB" sz="2800" b="1" dirty="0">
                <a:solidFill>
                  <a:schemeClr val="accent2"/>
                </a:solidFill>
              </a:rPr>
              <a:t>p-value:</a:t>
            </a:r>
          </a:p>
          <a:p>
            <a:pPr lvl="1">
              <a:spcAft>
                <a:spcPts val="800"/>
              </a:spcAft>
            </a:pPr>
            <a:r>
              <a:rPr lang="en-GB" sz="2800" dirty="0"/>
              <a:t>p ≥ α → no evidence against normality</a:t>
            </a:r>
          </a:p>
          <a:p>
            <a:pPr lvl="1">
              <a:spcAft>
                <a:spcPts val="1400"/>
              </a:spcAft>
              <a:tabLst>
                <a:tab pos="5202238" algn="l"/>
              </a:tabLst>
            </a:pPr>
            <a:r>
              <a:rPr lang="en-GB" sz="2800" dirty="0"/>
              <a:t>p &lt; α → significant deviation from normality</a:t>
            </a:r>
          </a:p>
          <a:p>
            <a:pPr>
              <a:spcAft>
                <a:spcPts val="800"/>
              </a:spcAft>
              <a:tabLst>
                <a:tab pos="5202238" algn="l"/>
              </a:tabLst>
            </a:pPr>
            <a:r>
              <a:rPr lang="en-GB" sz="2800" dirty="0"/>
              <a:t>P = &lt; 0.001 👉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GB" sz="2800" dirty="0"/>
              <a:t>Drop Null Hypothesis H0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GB" sz="2800" dirty="0">
                <a:solidFill>
                  <a:schemeClr val="tx2"/>
                </a:solidFill>
              </a:rPr>
              <a:t>Data is </a:t>
            </a:r>
            <a:r>
              <a:rPr lang="en-GB" sz="2800" b="1" dirty="0">
                <a:solidFill>
                  <a:schemeClr val="tx2"/>
                </a:solidFill>
              </a:rPr>
              <a:t>not normally </a:t>
            </a:r>
            <a:r>
              <a:rPr lang="en-GB" sz="2800" dirty="0">
                <a:solidFill>
                  <a:schemeClr val="tx2"/>
                </a:solidFill>
              </a:rPr>
              <a:t>distributed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70D8-F190-9F38-A249-B33B6452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D90A-D1C6-0F40-3826-601B393A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C6BCB7-D296-584D-EB28-2B458B3868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309892"/>
              </p:ext>
            </p:extLst>
          </p:nvPr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Missing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Skewness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E1FE83A2-322E-0502-46F7-6D1F2A8FA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85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6E83-0968-E082-8086-DCF3F376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3364034-960E-FE7C-70AE-19888DCB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Sometimes Association </a:t>
            </a:r>
            <a:br>
              <a:rPr lang="en-GB" dirty="0"/>
            </a:br>
            <a:r>
              <a:rPr lang="en-GB" dirty="0"/>
              <a:t>is not Enough</a:t>
            </a:r>
          </a:p>
        </p:txBody>
      </p:sp>
    </p:spTree>
    <p:extLst>
      <p:ext uri="{BB962C8B-B14F-4D97-AF65-F5344CB8AC3E}">
        <p14:creationId xmlns:p14="http://schemas.microsoft.com/office/powerpoint/2010/main" val="240622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E8A76C-9499-F436-366F-7D6AB7C5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68754-CB98-F3F0-77FF-5F64EE8F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968AA-74D1-6B58-62D2-8C0F7F93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6644E-B835-F522-BAC0-833964E7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pSp>
        <p:nvGrpSpPr>
          <p:cNvPr id="18529" name="Gruppieren 18528">
            <a:extLst>
              <a:ext uri="{FF2B5EF4-FFF2-40B4-BE49-F238E27FC236}">
                <a16:creationId xmlns:a16="http://schemas.microsoft.com/office/drawing/2014/main" id="{290C66F9-1A69-FED8-3000-937DE0DDE4D7}"/>
              </a:ext>
            </a:extLst>
          </p:cNvPr>
          <p:cNvGrpSpPr/>
          <p:nvPr/>
        </p:nvGrpSpPr>
        <p:grpSpPr>
          <a:xfrm>
            <a:off x="1107287" y="188640"/>
            <a:ext cx="9079813" cy="6264696"/>
            <a:chOff x="1107287" y="188640"/>
            <a:chExt cx="9079813" cy="6264696"/>
          </a:xfrm>
        </p:grpSpPr>
        <p:sp>
          <p:nvSpPr>
            <p:cNvPr id="18454" name="Text Box 13">
              <a:extLst>
                <a:ext uri="{FF2B5EF4-FFF2-40B4-BE49-F238E27FC236}">
                  <a16:creationId xmlns:a16="http://schemas.microsoft.com/office/drawing/2014/main" id="{A6A46BB2-8DF7-D91F-23B1-39BA64C92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964" y="188640"/>
              <a:ext cx="1440160" cy="507831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1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Histogram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Skewness/Kurtosis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Shapiro-Wilk test</a:t>
              </a:r>
            </a:p>
          </p:txBody>
        </p:sp>
        <p:sp>
          <p:nvSpPr>
            <p:cNvPr id="18455" name="Text Box 16">
              <a:extLst>
                <a:ext uri="{FF2B5EF4-FFF2-40B4-BE49-F238E27FC236}">
                  <a16:creationId xmlns:a16="http://schemas.microsoft.com/office/drawing/2014/main" id="{1DB11946-1EB8-1C96-B1C3-D77C87E13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0861" y="1681063"/>
              <a:ext cx="1692771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Parametric methods</a:t>
              </a:r>
            </a:p>
          </p:txBody>
        </p:sp>
        <p:sp>
          <p:nvSpPr>
            <p:cNvPr id="18456" name="Text Box 17">
              <a:extLst>
                <a:ext uri="{FF2B5EF4-FFF2-40B4-BE49-F238E27FC236}">
                  <a16:creationId xmlns:a16="http://schemas.microsoft.com/office/drawing/2014/main" id="{61100394-834F-F99E-BECD-1984752FF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889" y="2365429"/>
              <a:ext cx="16387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 </a:t>
              </a:r>
            </a:p>
          </p:txBody>
        </p:sp>
        <p:sp>
          <p:nvSpPr>
            <p:cNvPr id="18457" name="Text Box 19">
              <a:extLst>
                <a:ext uri="{FF2B5EF4-FFF2-40B4-BE49-F238E27FC236}">
                  <a16:creationId xmlns:a16="http://schemas.microsoft.com/office/drawing/2014/main" id="{AB62E067-EE46-92D5-3F4E-A799361B5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1723" y="3286725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18458" name="Text Box 20">
              <a:extLst>
                <a:ext uri="{FF2B5EF4-FFF2-40B4-BE49-F238E27FC236}">
                  <a16:creationId xmlns:a16="http://schemas.microsoft.com/office/drawing/2014/main" id="{5CFE4187-DAF8-DCC4-7BB9-5525F1DA5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4916" y="31328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18459" name="Text Box 30">
              <a:extLst>
                <a:ext uri="{FF2B5EF4-FFF2-40B4-BE49-F238E27FC236}">
                  <a16:creationId xmlns:a16="http://schemas.microsoft.com/office/drawing/2014/main" id="{48EB9AC8-D568-3868-7E79-E95342FFE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4429" y="4509120"/>
              <a:ext cx="990600" cy="938719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One-way analysis of variance</a:t>
              </a:r>
              <a:b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</a:b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(</a:t>
              </a: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ANOVA)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sp>
          <p:nvSpPr>
            <p:cNvPr id="18460" name="Text Box 35">
              <a:extLst>
                <a:ext uri="{FF2B5EF4-FFF2-40B4-BE49-F238E27FC236}">
                  <a16:creationId xmlns:a16="http://schemas.microsoft.com/office/drawing/2014/main" id="{0C66727D-07B5-7866-7E9C-ADDE57049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2570" y="522920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 Wilk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(non-hom. Variances)</a:t>
              </a:r>
            </a:p>
          </p:txBody>
        </p:sp>
        <p:sp>
          <p:nvSpPr>
            <p:cNvPr id="18461" name="Text Box 36">
              <a:extLst>
                <a:ext uri="{FF2B5EF4-FFF2-40B4-BE49-F238E27FC236}">
                  <a16:creationId xmlns:a16="http://schemas.microsoft.com/office/drawing/2014/main" id="{00120A8C-C052-E4C9-FA99-6007EA4BD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5092" y="450912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(homogen.  Variances)</a:t>
              </a:r>
            </a:p>
          </p:txBody>
        </p:sp>
        <p:sp>
          <p:nvSpPr>
            <p:cNvPr id="18462" name="Text Box 38">
              <a:extLst>
                <a:ext uri="{FF2B5EF4-FFF2-40B4-BE49-F238E27FC236}">
                  <a16:creationId xmlns:a16="http://schemas.microsoft.com/office/drawing/2014/main" id="{4C55C4CE-243C-8496-5432-A088E3830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548" y="6063099"/>
              <a:ext cx="1527982" cy="246221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ysDot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Non-parametric methods</a:t>
              </a:r>
            </a:p>
          </p:txBody>
        </p:sp>
        <p:sp>
          <p:nvSpPr>
            <p:cNvPr id="18463" name="Text Box 39">
              <a:extLst>
                <a:ext uri="{FF2B5EF4-FFF2-40B4-BE49-F238E27FC236}">
                  <a16:creationId xmlns:a16="http://schemas.microsoft.com/office/drawing/2014/main" id="{51CF7EC7-364F-82F0-1FEF-856C4949C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726" y="2024554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18464" name="Text Box 42">
              <a:extLst>
                <a:ext uri="{FF2B5EF4-FFF2-40B4-BE49-F238E27FC236}">
                  <a16:creationId xmlns:a16="http://schemas.microsoft.com/office/drawing/2014/main" id="{77CFF2D3-0E9D-A5F0-9D3C-9C389E9F6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659" y="4509120"/>
              <a:ext cx="1219200" cy="477054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Pearsons r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regression</a:t>
              </a:r>
            </a:p>
          </p:txBody>
        </p:sp>
        <p:sp>
          <p:nvSpPr>
            <p:cNvPr id="18465" name="Text Box 43">
              <a:extLst>
                <a:ext uri="{FF2B5EF4-FFF2-40B4-BE49-F238E27FC236}">
                  <a16:creationId xmlns:a16="http://schemas.microsoft.com/office/drawing/2014/main" id="{F99A7F28-4C1E-644B-F1E8-E714945DE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1212" y="911818"/>
              <a:ext cx="2069477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b="1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Non-Parametric methods</a:t>
              </a:r>
            </a:p>
          </p:txBody>
        </p:sp>
        <p:sp>
          <p:nvSpPr>
            <p:cNvPr id="18466" name="Text Box 44">
              <a:extLst>
                <a:ext uri="{FF2B5EF4-FFF2-40B4-BE49-F238E27FC236}">
                  <a16:creationId xmlns:a16="http://schemas.microsoft.com/office/drawing/2014/main" id="{6366C822-FAA0-DD6E-C3E0-18792BFD9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092" y="1944842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18467" name="Text Box 45">
              <a:extLst>
                <a:ext uri="{FF2B5EF4-FFF2-40B4-BE49-F238E27FC236}">
                  <a16:creationId xmlns:a16="http://schemas.microsoft.com/office/drawing/2014/main" id="{7D7C59D5-B485-B420-FF7D-BADF1302D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413" y="1944841"/>
              <a:ext cx="16387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</a:t>
              </a:r>
            </a:p>
          </p:txBody>
        </p:sp>
        <p:sp>
          <p:nvSpPr>
            <p:cNvPr id="18468" name="Text Box 47">
              <a:extLst>
                <a:ext uri="{FF2B5EF4-FFF2-40B4-BE49-F238E27FC236}">
                  <a16:creationId xmlns:a16="http://schemas.microsoft.com/office/drawing/2014/main" id="{B0A7F784-B377-A5B2-919B-9865E46FA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540" y="3265608"/>
              <a:ext cx="950168" cy="40011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Spearmans Rho</a:t>
              </a:r>
            </a:p>
          </p:txBody>
        </p:sp>
        <p:sp>
          <p:nvSpPr>
            <p:cNvPr id="18469" name="Text Box 48">
              <a:extLst>
                <a:ext uri="{FF2B5EF4-FFF2-40B4-BE49-F238E27FC236}">
                  <a16:creationId xmlns:a16="http://schemas.microsoft.com/office/drawing/2014/main" id="{D0265130-515C-8AE1-7420-C5B32022B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637" y="2929136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18470" name="Text Box 49">
              <a:extLst>
                <a:ext uri="{FF2B5EF4-FFF2-40B4-BE49-F238E27FC236}">
                  <a16:creationId xmlns:a16="http://schemas.microsoft.com/office/drawing/2014/main" id="{BFBFDB2C-DAF9-862B-7AF8-5C4A4C9FD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117" y="28529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18471" name="Text Box 50">
              <a:extLst>
                <a:ext uri="{FF2B5EF4-FFF2-40B4-BE49-F238E27FC236}">
                  <a16:creationId xmlns:a16="http://schemas.microsoft.com/office/drawing/2014/main" id="{F45E3D8F-9C81-EEB0-2187-8D2B8B8A5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291" y="3261761"/>
              <a:ext cx="685800" cy="55399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Mann-Whitney U-Test</a:t>
              </a:r>
            </a:p>
          </p:txBody>
        </p:sp>
        <p:sp>
          <p:nvSpPr>
            <p:cNvPr id="18472" name="Text Box 51">
              <a:extLst>
                <a:ext uri="{FF2B5EF4-FFF2-40B4-BE49-F238E27FC236}">
                  <a16:creationId xmlns:a16="http://schemas.microsoft.com/office/drawing/2014/main" id="{D27D4209-32BE-2057-E5AA-E002445C3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491" y="3269431"/>
              <a:ext cx="762000" cy="78483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Kruskal Wallis Test</a:t>
              </a: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cxnSp>
          <p:nvCxnSpPr>
            <p:cNvPr id="18473" name="Gerade Verbindung mit Pfeil 18472">
              <a:extLst>
                <a:ext uri="{FF2B5EF4-FFF2-40B4-BE49-F238E27FC236}">
                  <a16:creationId xmlns:a16="http://schemas.microsoft.com/office/drawing/2014/main" id="{1BB756BD-0E6B-4C1D-2E0D-EA5B4E1152D7}"/>
                </a:ext>
              </a:extLst>
            </p:cNvPr>
            <p:cNvCxnSpPr>
              <a:stCxn id="18514" idx="1"/>
              <a:endCxn id="18465" idx="3"/>
            </p:cNvCxnSpPr>
            <p:nvPr/>
          </p:nvCxnSpPr>
          <p:spPr>
            <a:xfrm flipH="1">
              <a:off x="4170689" y="1065706"/>
              <a:ext cx="3509930" cy="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4" name="Gerade Verbindung 103">
              <a:extLst>
                <a:ext uri="{FF2B5EF4-FFF2-40B4-BE49-F238E27FC236}">
                  <a16:creationId xmlns:a16="http://schemas.microsoft.com/office/drawing/2014/main" id="{61302752-F39F-CDB9-3A16-989F91786F9D}"/>
                </a:ext>
              </a:extLst>
            </p:cNvPr>
            <p:cNvCxnSpPr>
              <a:stCxn id="18453" idx="2"/>
              <a:endCxn id="18514" idx="0"/>
            </p:cNvCxnSpPr>
            <p:nvPr/>
          </p:nvCxnSpPr>
          <p:spPr>
            <a:xfrm flipH="1">
              <a:off x="8357247" y="567572"/>
              <a:ext cx="2" cy="37502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5" name="Gerade Verbindung mit Pfeil 18474">
              <a:extLst>
                <a:ext uri="{FF2B5EF4-FFF2-40B4-BE49-F238E27FC236}">
                  <a16:creationId xmlns:a16="http://schemas.microsoft.com/office/drawing/2014/main" id="{8C64D59E-4949-B710-7CBF-A92459DA353F}"/>
                </a:ext>
              </a:extLst>
            </p:cNvPr>
            <p:cNvCxnSpPr>
              <a:stCxn id="18454" idx="3"/>
            </p:cNvCxnSpPr>
            <p:nvPr/>
          </p:nvCxnSpPr>
          <p:spPr>
            <a:xfrm>
              <a:off x="7153124" y="442556"/>
              <a:ext cx="634450" cy="42309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6" name="Gerade Verbindung mit Pfeil 18475">
              <a:extLst>
                <a:ext uri="{FF2B5EF4-FFF2-40B4-BE49-F238E27FC236}">
                  <a16:creationId xmlns:a16="http://schemas.microsoft.com/office/drawing/2014/main" id="{F53CD57C-206F-8C9E-AA07-1E9044531F08}"/>
                </a:ext>
              </a:extLst>
            </p:cNvPr>
            <p:cNvCxnSpPr>
              <a:stCxn id="18452" idx="2"/>
              <a:endCxn id="18465" idx="0"/>
            </p:cNvCxnSpPr>
            <p:nvPr/>
          </p:nvCxnSpPr>
          <p:spPr>
            <a:xfrm>
              <a:off x="3124806" y="567572"/>
              <a:ext cx="11145" cy="344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7" name="Gerade Verbindung mit Pfeil 18476">
              <a:extLst>
                <a:ext uri="{FF2B5EF4-FFF2-40B4-BE49-F238E27FC236}">
                  <a16:creationId xmlns:a16="http://schemas.microsoft.com/office/drawing/2014/main" id="{97F588AC-29A9-2971-9BC5-1A4F8F65F4AA}"/>
                </a:ext>
              </a:extLst>
            </p:cNvPr>
            <p:cNvCxnSpPr>
              <a:stCxn id="18465" idx="2"/>
              <a:endCxn id="18467" idx="0"/>
            </p:cNvCxnSpPr>
            <p:nvPr/>
          </p:nvCxnSpPr>
          <p:spPr>
            <a:xfrm flipH="1">
              <a:off x="2129772" y="1219595"/>
              <a:ext cx="1006179" cy="725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8" name="Gerade Verbindung mit Pfeil 18477">
              <a:extLst>
                <a:ext uri="{FF2B5EF4-FFF2-40B4-BE49-F238E27FC236}">
                  <a16:creationId xmlns:a16="http://schemas.microsoft.com/office/drawing/2014/main" id="{93F900BD-4288-18CE-08BD-FC40F8AE1C99}"/>
                </a:ext>
              </a:extLst>
            </p:cNvPr>
            <p:cNvCxnSpPr>
              <a:stCxn id="18465" idx="2"/>
              <a:endCxn id="18466" idx="0"/>
            </p:cNvCxnSpPr>
            <p:nvPr/>
          </p:nvCxnSpPr>
          <p:spPr>
            <a:xfrm>
              <a:off x="3135951" y="1219595"/>
              <a:ext cx="863675" cy="725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79" name="Gerade Verbindung mit Pfeil 18478">
              <a:extLst>
                <a:ext uri="{FF2B5EF4-FFF2-40B4-BE49-F238E27FC236}">
                  <a16:creationId xmlns:a16="http://schemas.microsoft.com/office/drawing/2014/main" id="{D6E4228B-62B5-D1CE-3BD8-9726854BA723}"/>
                </a:ext>
              </a:extLst>
            </p:cNvPr>
            <p:cNvCxnSpPr>
              <a:stCxn id="18466" idx="2"/>
              <a:endCxn id="18518" idx="0"/>
            </p:cNvCxnSpPr>
            <p:nvPr/>
          </p:nvCxnSpPr>
          <p:spPr>
            <a:xfrm flipH="1">
              <a:off x="3999624" y="2252619"/>
              <a:ext cx="2" cy="26051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80" name="Gerade Verbindung mit Pfeil 18479">
              <a:extLst>
                <a:ext uri="{FF2B5EF4-FFF2-40B4-BE49-F238E27FC236}">
                  <a16:creationId xmlns:a16="http://schemas.microsoft.com/office/drawing/2014/main" id="{56AC8167-51FB-363F-FF6F-2EC9DAFBEAA0}"/>
                </a:ext>
              </a:extLst>
            </p:cNvPr>
            <p:cNvCxnSpPr>
              <a:stCxn id="18518" idx="2"/>
              <a:endCxn id="18468" idx="0"/>
            </p:cNvCxnSpPr>
            <p:nvPr/>
          </p:nvCxnSpPr>
          <p:spPr>
            <a:xfrm>
              <a:off x="3999624" y="2913243"/>
              <a:ext cx="0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481" name="Textfeld 18480">
              <a:extLst>
                <a:ext uri="{FF2B5EF4-FFF2-40B4-BE49-F238E27FC236}">
                  <a16:creationId xmlns:a16="http://schemas.microsoft.com/office/drawing/2014/main" id="{B90E21CA-F07E-4CA0-CC51-79766310CEF9}"/>
                </a:ext>
              </a:extLst>
            </p:cNvPr>
            <p:cNvSpPr txBox="1"/>
            <p:nvPr/>
          </p:nvSpPr>
          <p:spPr>
            <a:xfrm>
              <a:off x="5856980" y="951111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8482" name="Textfeld 18481">
              <a:extLst>
                <a:ext uri="{FF2B5EF4-FFF2-40B4-BE49-F238E27FC236}">
                  <a16:creationId xmlns:a16="http://schemas.microsoft.com/office/drawing/2014/main" id="{EEE010C9-5BBA-5D02-049C-61BC4056102F}"/>
                </a:ext>
              </a:extLst>
            </p:cNvPr>
            <p:cNvSpPr txBox="1"/>
            <p:nvPr/>
          </p:nvSpPr>
          <p:spPr>
            <a:xfrm>
              <a:off x="5503414" y="286882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484" name="Gerade Verbindung mit Pfeil 18483">
              <a:extLst>
                <a:ext uri="{FF2B5EF4-FFF2-40B4-BE49-F238E27FC236}">
                  <a16:creationId xmlns:a16="http://schemas.microsoft.com/office/drawing/2014/main" id="{301A6119-9307-9055-F3CF-784525138011}"/>
                </a:ext>
              </a:extLst>
            </p:cNvPr>
            <p:cNvCxnSpPr>
              <a:stCxn id="18467" idx="2"/>
              <a:endCxn id="18469" idx="0"/>
            </p:cNvCxnSpPr>
            <p:nvPr/>
          </p:nvCxnSpPr>
          <p:spPr>
            <a:xfrm flipH="1">
              <a:off x="1619192" y="2252618"/>
              <a:ext cx="510580" cy="6765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85" name="Gerade Verbindung mit Pfeil 18484">
              <a:extLst>
                <a:ext uri="{FF2B5EF4-FFF2-40B4-BE49-F238E27FC236}">
                  <a16:creationId xmlns:a16="http://schemas.microsoft.com/office/drawing/2014/main" id="{9038E8C0-19E7-4F79-C54D-492B67E78702}"/>
                </a:ext>
              </a:extLst>
            </p:cNvPr>
            <p:cNvCxnSpPr>
              <a:stCxn id="18467" idx="2"/>
              <a:endCxn id="18470" idx="0"/>
            </p:cNvCxnSpPr>
            <p:nvPr/>
          </p:nvCxnSpPr>
          <p:spPr>
            <a:xfrm>
              <a:off x="2129772" y="2252618"/>
              <a:ext cx="382784" cy="6003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486" name="Text Box 54">
              <a:extLst>
                <a:ext uri="{FF2B5EF4-FFF2-40B4-BE49-F238E27FC236}">
                  <a16:creationId xmlns:a16="http://schemas.microsoft.com/office/drawing/2014/main" id="{19BECB08-ADDC-97CF-EFE0-BE3352E97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5228183"/>
              <a:ext cx="1295400" cy="577081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kern="0" dirty="0">
                  <a:solidFill>
                    <a:prstClr val="black"/>
                  </a:solidFill>
                  <a:latin typeface="Arial" charset="0"/>
                </a:rPr>
                <a:t>Contingency coefficient</a:t>
              </a:r>
              <a:r>
                <a:rPr kumimoji="0" lang="de-DE" altLang="de-D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Phi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Cramer‘s V</a:t>
              </a:r>
            </a:p>
          </p:txBody>
        </p:sp>
        <p:sp>
          <p:nvSpPr>
            <p:cNvPr id="18487" name="Text Box 44">
              <a:extLst>
                <a:ext uri="{FF2B5EF4-FFF2-40B4-BE49-F238E27FC236}">
                  <a16:creationId xmlns:a16="http://schemas.microsoft.com/office/drawing/2014/main" id="{224C6241-B1C8-36F8-F475-42C052F4A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710" y="5362835"/>
              <a:ext cx="105830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de-DE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Association </a:t>
              </a:r>
            </a:p>
          </p:txBody>
        </p:sp>
        <p:cxnSp>
          <p:nvCxnSpPr>
            <p:cNvPr id="18488" name="Gerade Verbindung mit Pfeil 18487">
              <a:extLst>
                <a:ext uri="{FF2B5EF4-FFF2-40B4-BE49-F238E27FC236}">
                  <a16:creationId xmlns:a16="http://schemas.microsoft.com/office/drawing/2014/main" id="{F6AE9149-32D9-6D2E-A0F2-DE9B3462DC5A}"/>
                </a:ext>
              </a:extLst>
            </p:cNvPr>
            <p:cNvCxnSpPr>
              <a:stCxn id="18487" idx="3"/>
              <a:endCxn id="18486" idx="1"/>
            </p:cNvCxnSpPr>
            <p:nvPr/>
          </p:nvCxnSpPr>
          <p:spPr>
            <a:xfrm>
              <a:off x="3451013" y="5516724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489" name="Text Box 45">
              <a:extLst>
                <a:ext uri="{FF2B5EF4-FFF2-40B4-BE49-F238E27FC236}">
                  <a16:creationId xmlns:a16="http://schemas.microsoft.com/office/drawing/2014/main" id="{E76AAE8F-EC9D-CDFA-E192-8221D83EC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562" y="5930116"/>
              <a:ext cx="11465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comparisons </a:t>
              </a:r>
            </a:p>
          </p:txBody>
        </p:sp>
        <p:sp>
          <p:nvSpPr>
            <p:cNvPr id="18490" name="Text Box 9">
              <a:extLst>
                <a:ext uri="{FF2B5EF4-FFF2-40B4-BE49-F238E27FC236}">
                  <a16:creationId xmlns:a16="http://schemas.microsoft.com/office/drawing/2014/main" id="{E3CA483B-14B8-8067-7A08-2FA4FB84F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6084569"/>
              <a:ext cx="1295400" cy="230832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b="1" kern="0" dirty="0">
                  <a:solidFill>
                    <a:prstClr val="black"/>
                  </a:solidFill>
                  <a:latin typeface="Arial" charset="0"/>
                </a:rPr>
                <a:t>Chi-square test</a:t>
              </a:r>
            </a:p>
          </p:txBody>
        </p:sp>
        <p:cxnSp>
          <p:nvCxnSpPr>
            <p:cNvPr id="18491" name="Gerade Verbindung mit Pfeil 18490">
              <a:extLst>
                <a:ext uri="{FF2B5EF4-FFF2-40B4-BE49-F238E27FC236}">
                  <a16:creationId xmlns:a16="http://schemas.microsoft.com/office/drawing/2014/main" id="{C8DD95B8-532B-CF81-FBC8-D6A6BDD945B8}"/>
                </a:ext>
              </a:extLst>
            </p:cNvPr>
            <p:cNvCxnSpPr>
              <a:stCxn id="18514" idx="2"/>
              <a:endCxn id="18455" idx="0"/>
            </p:cNvCxnSpPr>
            <p:nvPr/>
          </p:nvCxnSpPr>
          <p:spPr>
            <a:xfrm>
              <a:off x="8357247" y="1188816"/>
              <a:ext cx="0" cy="492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92" name="Gewinkelte Verbindung 162">
              <a:extLst>
                <a:ext uri="{FF2B5EF4-FFF2-40B4-BE49-F238E27FC236}">
                  <a16:creationId xmlns:a16="http://schemas.microsoft.com/office/drawing/2014/main" id="{8E19E6DC-6082-D951-33BF-527F96A5DEA7}"/>
                </a:ext>
              </a:extLst>
            </p:cNvPr>
            <p:cNvCxnSpPr>
              <a:stCxn id="18455" idx="1"/>
              <a:endCxn id="18463" idx="0"/>
            </p:cNvCxnSpPr>
            <p:nvPr/>
          </p:nvCxnSpPr>
          <p:spPr>
            <a:xfrm rot="10800000" flipV="1">
              <a:off x="5951261" y="1834952"/>
              <a:ext cx="1559601" cy="189602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93" name="Gerade Verbindung mit Pfeil 18492">
              <a:extLst>
                <a:ext uri="{FF2B5EF4-FFF2-40B4-BE49-F238E27FC236}">
                  <a16:creationId xmlns:a16="http://schemas.microsoft.com/office/drawing/2014/main" id="{2D2B6A3B-DD13-D458-436B-5170F2FD54B2}"/>
                </a:ext>
              </a:extLst>
            </p:cNvPr>
            <p:cNvCxnSpPr>
              <a:stCxn id="18463" idx="2"/>
              <a:endCxn id="18516" idx="0"/>
            </p:cNvCxnSpPr>
            <p:nvPr/>
          </p:nvCxnSpPr>
          <p:spPr>
            <a:xfrm>
              <a:off x="5951260" y="2332331"/>
              <a:ext cx="0" cy="1808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94" name="Gerade Verbindung mit Pfeil 18493">
              <a:extLst>
                <a:ext uri="{FF2B5EF4-FFF2-40B4-BE49-F238E27FC236}">
                  <a16:creationId xmlns:a16="http://schemas.microsoft.com/office/drawing/2014/main" id="{1E42052D-37DE-FEDC-6830-FCE960861055}"/>
                </a:ext>
              </a:extLst>
            </p:cNvPr>
            <p:cNvCxnSpPr>
              <a:stCxn id="18516" idx="1"/>
              <a:endCxn id="18518" idx="3"/>
            </p:cNvCxnSpPr>
            <p:nvPr/>
          </p:nvCxnSpPr>
          <p:spPr>
            <a:xfrm flipH="1">
              <a:off x="4553622" y="2713188"/>
              <a:ext cx="861272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95" name="Gerade Verbindung mit Pfeil 18494">
              <a:extLst>
                <a:ext uri="{FF2B5EF4-FFF2-40B4-BE49-F238E27FC236}">
                  <a16:creationId xmlns:a16="http://schemas.microsoft.com/office/drawing/2014/main" id="{5C0B0BBF-9CC3-FE66-C934-4B791D22D5BB}"/>
                </a:ext>
              </a:extLst>
            </p:cNvPr>
            <p:cNvCxnSpPr>
              <a:stCxn id="18516" idx="2"/>
              <a:endCxn id="18517" idx="0"/>
            </p:cNvCxnSpPr>
            <p:nvPr/>
          </p:nvCxnSpPr>
          <p:spPr>
            <a:xfrm>
              <a:off x="5951260" y="2913243"/>
              <a:ext cx="1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496" name="Gerade Verbindung mit Pfeil 18495">
              <a:extLst>
                <a:ext uri="{FF2B5EF4-FFF2-40B4-BE49-F238E27FC236}">
                  <a16:creationId xmlns:a16="http://schemas.microsoft.com/office/drawing/2014/main" id="{530B9470-D481-1D98-503F-AC097B5C4E1F}"/>
                </a:ext>
              </a:extLst>
            </p:cNvPr>
            <p:cNvCxnSpPr>
              <a:stCxn id="18517" idx="1"/>
              <a:endCxn id="18468" idx="3"/>
            </p:cNvCxnSpPr>
            <p:nvPr/>
          </p:nvCxnSpPr>
          <p:spPr>
            <a:xfrm flipH="1">
              <a:off x="4474708" y="3465663"/>
              <a:ext cx="1020338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497" name="Textfeld 18496">
              <a:extLst>
                <a:ext uri="{FF2B5EF4-FFF2-40B4-BE49-F238E27FC236}">
                  <a16:creationId xmlns:a16="http://schemas.microsoft.com/office/drawing/2014/main" id="{32204B4D-0202-E038-433E-4DC943AB12C8}"/>
                </a:ext>
              </a:extLst>
            </p:cNvPr>
            <p:cNvSpPr txBox="1"/>
            <p:nvPr/>
          </p:nvSpPr>
          <p:spPr>
            <a:xfrm>
              <a:off x="4783334" y="335699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498" name="Gerade Verbindung mit Pfeil 18497">
              <a:extLst>
                <a:ext uri="{FF2B5EF4-FFF2-40B4-BE49-F238E27FC236}">
                  <a16:creationId xmlns:a16="http://schemas.microsoft.com/office/drawing/2014/main" id="{E54DFE77-0C86-CA35-667D-50FF11EDE12A}"/>
                </a:ext>
              </a:extLst>
            </p:cNvPr>
            <p:cNvCxnSpPr>
              <a:stCxn id="18517" idx="2"/>
              <a:endCxn id="18464" idx="0"/>
            </p:cNvCxnSpPr>
            <p:nvPr/>
          </p:nvCxnSpPr>
          <p:spPr>
            <a:xfrm flipH="1">
              <a:off x="5951259" y="3665718"/>
              <a:ext cx="2" cy="8434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499" name="Textfeld 18498">
              <a:extLst>
                <a:ext uri="{FF2B5EF4-FFF2-40B4-BE49-F238E27FC236}">
                  <a16:creationId xmlns:a16="http://schemas.microsoft.com/office/drawing/2014/main" id="{BD493837-F2FF-E0A5-C8C3-0F67972FC7AB}"/>
                </a:ext>
              </a:extLst>
            </p:cNvPr>
            <p:cNvSpPr txBox="1"/>
            <p:nvPr/>
          </p:nvSpPr>
          <p:spPr>
            <a:xfrm>
              <a:off x="5503414" y="3861048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500" name="Gerade Verbindung mit Pfeil 18499">
              <a:extLst>
                <a:ext uri="{FF2B5EF4-FFF2-40B4-BE49-F238E27FC236}">
                  <a16:creationId xmlns:a16="http://schemas.microsoft.com/office/drawing/2014/main" id="{E69A8A77-BFAC-07AB-B9BB-39F71F7C6BC8}"/>
                </a:ext>
              </a:extLst>
            </p:cNvPr>
            <p:cNvCxnSpPr>
              <a:stCxn id="18456" idx="2"/>
              <a:endCxn id="18457" idx="0"/>
            </p:cNvCxnSpPr>
            <p:nvPr/>
          </p:nvCxnSpPr>
          <p:spPr>
            <a:xfrm flipH="1">
              <a:off x="7519278" y="2673206"/>
              <a:ext cx="837970" cy="6135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501" name="Gerade Verbindung mit Pfeil 18500">
              <a:extLst>
                <a:ext uri="{FF2B5EF4-FFF2-40B4-BE49-F238E27FC236}">
                  <a16:creationId xmlns:a16="http://schemas.microsoft.com/office/drawing/2014/main" id="{897F29E1-9B72-1594-A574-3103B784177A}"/>
                </a:ext>
              </a:extLst>
            </p:cNvPr>
            <p:cNvCxnSpPr>
              <a:stCxn id="18456" idx="2"/>
              <a:endCxn id="18458" idx="0"/>
            </p:cNvCxnSpPr>
            <p:nvPr/>
          </p:nvCxnSpPr>
          <p:spPr>
            <a:xfrm>
              <a:off x="8357248" y="2673206"/>
              <a:ext cx="720107" cy="4596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502" name="Gerade Verbindung mit Pfeil 18501">
              <a:extLst>
                <a:ext uri="{FF2B5EF4-FFF2-40B4-BE49-F238E27FC236}">
                  <a16:creationId xmlns:a16="http://schemas.microsoft.com/office/drawing/2014/main" id="{BB7B2126-E086-A041-BF7E-93436C91A28F}"/>
                </a:ext>
              </a:extLst>
            </p:cNvPr>
            <p:cNvCxnSpPr>
              <a:endCxn id="18461" idx="0"/>
            </p:cNvCxnSpPr>
            <p:nvPr/>
          </p:nvCxnSpPr>
          <p:spPr>
            <a:xfrm>
              <a:off x="7246092" y="3733679"/>
              <a:ext cx="0" cy="77544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503" name="Gerade Verbindung mit Pfeil 18502">
              <a:extLst>
                <a:ext uri="{FF2B5EF4-FFF2-40B4-BE49-F238E27FC236}">
                  <a16:creationId xmlns:a16="http://schemas.microsoft.com/office/drawing/2014/main" id="{6801124A-0162-D678-44E8-6433754212E8}"/>
                </a:ext>
              </a:extLst>
            </p:cNvPr>
            <p:cNvCxnSpPr>
              <a:endCxn id="18460" idx="0"/>
            </p:cNvCxnSpPr>
            <p:nvPr/>
          </p:nvCxnSpPr>
          <p:spPr>
            <a:xfrm>
              <a:off x="7813570" y="3854206"/>
              <a:ext cx="0" cy="137499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504" name="Textfeld 18503">
              <a:extLst>
                <a:ext uri="{FF2B5EF4-FFF2-40B4-BE49-F238E27FC236}">
                  <a16:creationId xmlns:a16="http://schemas.microsoft.com/office/drawing/2014/main" id="{8947C098-F694-5D61-48F2-E294DEC67C19}"/>
                </a:ext>
              </a:extLst>
            </p:cNvPr>
            <p:cNvSpPr txBox="1"/>
            <p:nvPr/>
          </p:nvSpPr>
          <p:spPr>
            <a:xfrm>
              <a:off x="6880098" y="397485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8505" name="Textfeld 18504">
              <a:extLst>
                <a:ext uri="{FF2B5EF4-FFF2-40B4-BE49-F238E27FC236}">
                  <a16:creationId xmlns:a16="http://schemas.microsoft.com/office/drawing/2014/main" id="{A68D9B9E-7CA0-3A00-09C6-9CFDA24BE2F0}"/>
                </a:ext>
              </a:extLst>
            </p:cNvPr>
            <p:cNvSpPr txBox="1"/>
            <p:nvPr/>
          </p:nvSpPr>
          <p:spPr>
            <a:xfrm>
              <a:off x="7787574" y="443711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506" name="Gerade Verbindung mit Pfeil 18505">
              <a:extLst>
                <a:ext uri="{FF2B5EF4-FFF2-40B4-BE49-F238E27FC236}">
                  <a16:creationId xmlns:a16="http://schemas.microsoft.com/office/drawing/2014/main" id="{43D5CD52-B328-723A-D699-C91B50B51368}"/>
                </a:ext>
              </a:extLst>
            </p:cNvPr>
            <p:cNvCxnSpPr>
              <a:cxnSpLocks/>
              <a:endCxn id="18459" idx="0"/>
            </p:cNvCxnSpPr>
            <p:nvPr/>
          </p:nvCxnSpPr>
          <p:spPr>
            <a:xfrm flipH="1">
              <a:off x="9069729" y="3933056"/>
              <a:ext cx="7627" cy="57606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507" name="Textfeld 18506">
              <a:extLst>
                <a:ext uri="{FF2B5EF4-FFF2-40B4-BE49-F238E27FC236}">
                  <a16:creationId xmlns:a16="http://schemas.microsoft.com/office/drawing/2014/main" id="{E7356F7B-4C64-3B7B-DAE4-05F7148C82D7}"/>
                </a:ext>
              </a:extLst>
            </p:cNvPr>
            <p:cNvSpPr txBox="1"/>
            <p:nvPr/>
          </p:nvSpPr>
          <p:spPr>
            <a:xfrm>
              <a:off x="8595036" y="397544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508" name="Gewinkelte Verbindung 200">
              <a:extLst>
                <a:ext uri="{FF2B5EF4-FFF2-40B4-BE49-F238E27FC236}">
                  <a16:creationId xmlns:a16="http://schemas.microsoft.com/office/drawing/2014/main" id="{32ED5D9B-7870-6840-D681-2C7EF66C1DB3}"/>
                </a:ext>
              </a:extLst>
            </p:cNvPr>
            <p:cNvCxnSpPr>
              <a:cxnSpLocks/>
              <a:endCxn id="18462" idx="3"/>
            </p:cNvCxnSpPr>
            <p:nvPr/>
          </p:nvCxnSpPr>
          <p:spPr>
            <a:xfrm rot="5400000">
              <a:off x="8435457" y="4890073"/>
              <a:ext cx="2453210" cy="139064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509" name="Gewinkelte Verbindung 209">
              <a:extLst>
                <a:ext uri="{FF2B5EF4-FFF2-40B4-BE49-F238E27FC236}">
                  <a16:creationId xmlns:a16="http://schemas.microsoft.com/office/drawing/2014/main" id="{19A23D10-498F-DF61-D03B-7B0C5F0CC11B}"/>
                </a:ext>
              </a:extLst>
            </p:cNvPr>
            <p:cNvCxnSpPr>
              <a:stCxn id="18518" idx="1"/>
              <a:endCxn id="18486" idx="0"/>
            </p:cNvCxnSpPr>
            <p:nvPr/>
          </p:nvCxnSpPr>
          <p:spPr>
            <a:xfrm rot="10800000" flipH="1" flipV="1">
              <a:off x="3445626" y="2713187"/>
              <a:ext cx="898814" cy="2514995"/>
            </a:xfrm>
            <a:prstGeom prst="bentConnector4">
              <a:avLst>
                <a:gd name="adj1" fmla="val -25434"/>
                <a:gd name="adj2" fmla="val 53977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510" name="Textfeld 18509">
              <a:extLst>
                <a:ext uri="{FF2B5EF4-FFF2-40B4-BE49-F238E27FC236}">
                  <a16:creationId xmlns:a16="http://schemas.microsoft.com/office/drawing/2014/main" id="{C880535F-835B-CF60-A548-5C7BB2E2E3F9}"/>
                </a:ext>
              </a:extLst>
            </p:cNvPr>
            <p:cNvSpPr txBox="1"/>
            <p:nvPr/>
          </p:nvSpPr>
          <p:spPr>
            <a:xfrm>
              <a:off x="3603772" y="2831439"/>
              <a:ext cx="381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8511" name="Textfeld 18510">
              <a:extLst>
                <a:ext uri="{FF2B5EF4-FFF2-40B4-BE49-F238E27FC236}">
                  <a16:creationId xmlns:a16="http://schemas.microsoft.com/office/drawing/2014/main" id="{8139D352-4B3E-8411-C260-15A1DAB35744}"/>
                </a:ext>
              </a:extLst>
            </p:cNvPr>
            <p:cNvSpPr txBox="1"/>
            <p:nvPr/>
          </p:nvSpPr>
          <p:spPr>
            <a:xfrm>
              <a:off x="3561678" y="400506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512" name="Gerade Verbindung mit Pfeil 18511">
              <a:extLst>
                <a:ext uri="{FF2B5EF4-FFF2-40B4-BE49-F238E27FC236}">
                  <a16:creationId xmlns:a16="http://schemas.microsoft.com/office/drawing/2014/main" id="{D62604AA-A0C5-FEBD-FCD7-A3FB8A1D6FA2}"/>
                </a:ext>
              </a:extLst>
            </p:cNvPr>
            <p:cNvCxnSpPr>
              <a:stCxn id="18455" idx="2"/>
              <a:endCxn id="18456" idx="0"/>
            </p:cNvCxnSpPr>
            <p:nvPr/>
          </p:nvCxnSpPr>
          <p:spPr>
            <a:xfrm>
              <a:off x="8357247" y="1988840"/>
              <a:ext cx="1" cy="37658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513" name="Textfeld 18512">
              <a:extLst>
                <a:ext uri="{FF2B5EF4-FFF2-40B4-BE49-F238E27FC236}">
                  <a16:creationId xmlns:a16="http://schemas.microsoft.com/office/drawing/2014/main" id="{D39386CD-B45E-DCA9-74B7-92A9E880CE3D}"/>
                </a:ext>
              </a:extLst>
            </p:cNvPr>
            <p:cNvSpPr txBox="1"/>
            <p:nvPr/>
          </p:nvSpPr>
          <p:spPr>
            <a:xfrm>
              <a:off x="7931590" y="123914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8514" name="Text Box 11">
              <a:extLst>
                <a:ext uri="{FF2B5EF4-FFF2-40B4-BE49-F238E27FC236}">
                  <a16:creationId xmlns:a16="http://schemas.microsoft.com/office/drawing/2014/main" id="{0ED84FAB-28F3-E6C7-72CF-93729FA48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0619" y="942595"/>
              <a:ext cx="1353256" cy="246221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b="1" kern="0" dirty="0">
                  <a:solidFill>
                    <a:prstClr val="white"/>
                  </a:solidFill>
                  <a:latin typeface="Calibri"/>
                </a:rPr>
                <a:t>Normally distributed?</a:t>
              </a:r>
            </a:p>
          </p:txBody>
        </p:sp>
        <p:sp>
          <p:nvSpPr>
            <p:cNvPr id="18515" name="Text Box 32">
              <a:extLst>
                <a:ext uri="{FF2B5EF4-FFF2-40B4-BE49-F238E27FC236}">
                  <a16:creationId xmlns:a16="http://schemas.microsoft.com/office/drawing/2014/main" id="{EDB1A678-C167-9E59-ACB3-8DD9A5368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1728" y="3532946"/>
              <a:ext cx="3168768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Variances homogeneous? </a:t>
              </a:r>
              <a:br>
                <a:rPr lang="en-US" altLang="de-DE" kern="0" dirty="0">
                  <a:solidFill>
                    <a:prstClr val="white"/>
                  </a:solidFill>
                  <a:latin typeface="Calibri"/>
                </a:rPr>
              </a:b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Levene's test</a:t>
              </a:r>
            </a:p>
          </p:txBody>
        </p:sp>
        <p:sp>
          <p:nvSpPr>
            <p:cNvPr id="18516" name="Text Box 40">
              <a:extLst>
                <a:ext uri="{FF2B5EF4-FFF2-40B4-BE49-F238E27FC236}">
                  <a16:creationId xmlns:a16="http://schemas.microsoft.com/office/drawing/2014/main" id="{28D1E0A0-566D-7012-A7DC-77DFDFDF8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894" y="2513133"/>
              <a:ext cx="1072731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altLang="de-DE" kern="0" dirty="0">
                  <a:solidFill>
                    <a:prstClr val="white"/>
                  </a:solidFill>
                  <a:latin typeface="Calibri"/>
                </a:rPr>
                <a:t>Inependent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metric? </a:t>
              </a:r>
            </a:p>
          </p:txBody>
        </p:sp>
        <p:sp>
          <p:nvSpPr>
            <p:cNvPr id="18517" name="Text Box 41">
              <a:extLst>
                <a:ext uri="{FF2B5EF4-FFF2-40B4-BE49-F238E27FC236}">
                  <a16:creationId xmlns:a16="http://schemas.microsoft.com/office/drawing/2014/main" id="{AE7D744C-5C33-16DD-5D01-2E66723E2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046" y="3265608"/>
              <a:ext cx="912429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relationship? </a:t>
              </a:r>
            </a:p>
          </p:txBody>
        </p:sp>
        <p:sp>
          <p:nvSpPr>
            <p:cNvPr id="18518" name="Text Box 46">
              <a:extLst>
                <a:ext uri="{FF2B5EF4-FFF2-40B4-BE49-F238E27FC236}">
                  <a16:creationId xmlns:a16="http://schemas.microsoft.com/office/drawing/2014/main" id="{D83C49D3-01D8-7FF3-D6A1-E7E09F580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5626" y="2513133"/>
              <a:ext cx="1107996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Independent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ordinal? </a:t>
              </a:r>
            </a:p>
          </p:txBody>
        </p:sp>
        <p:sp>
          <p:nvSpPr>
            <p:cNvPr id="18520" name="Textfeld 18519">
              <a:extLst>
                <a:ext uri="{FF2B5EF4-FFF2-40B4-BE49-F238E27FC236}">
                  <a16:creationId xmlns:a16="http://schemas.microsoft.com/office/drawing/2014/main" id="{40AF77CD-CE6B-D5B4-89BA-68D880B907EA}"/>
                </a:ext>
              </a:extLst>
            </p:cNvPr>
            <p:cNvSpPr txBox="1"/>
            <p:nvPr/>
          </p:nvSpPr>
          <p:spPr>
            <a:xfrm>
              <a:off x="4783334" y="2597156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8521" name="Textfeld 18520">
              <a:extLst>
                <a:ext uri="{FF2B5EF4-FFF2-40B4-BE49-F238E27FC236}">
                  <a16:creationId xmlns:a16="http://schemas.microsoft.com/office/drawing/2014/main" id="{8851D228-34AA-70AB-35A8-4FBE5638A10A}"/>
                </a:ext>
              </a:extLst>
            </p:cNvPr>
            <p:cNvSpPr txBox="1"/>
            <p:nvPr/>
          </p:nvSpPr>
          <p:spPr>
            <a:xfrm>
              <a:off x="9768000" y="472514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8522" name="Gewinkelte Verbindung 254">
              <a:extLst>
                <a:ext uri="{FF2B5EF4-FFF2-40B4-BE49-F238E27FC236}">
                  <a16:creationId xmlns:a16="http://schemas.microsoft.com/office/drawing/2014/main" id="{BBF9EBB6-455E-D76D-874B-6ECA235C9A7D}"/>
                </a:ext>
              </a:extLst>
            </p:cNvPr>
            <p:cNvCxnSpPr>
              <a:stCxn id="18524" idx="0"/>
              <a:endCxn id="18487" idx="1"/>
            </p:cNvCxnSpPr>
            <p:nvPr/>
          </p:nvCxnSpPr>
          <p:spPr>
            <a:xfrm rot="5400000" flipH="1" flipV="1">
              <a:off x="1901049" y="5189598"/>
              <a:ext cx="164535" cy="81878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523" name="Gewinkelte Verbindung 256">
              <a:extLst>
                <a:ext uri="{FF2B5EF4-FFF2-40B4-BE49-F238E27FC236}">
                  <a16:creationId xmlns:a16="http://schemas.microsoft.com/office/drawing/2014/main" id="{127321BB-2DA3-D1B3-F06C-236DC3A143DE}"/>
                </a:ext>
              </a:extLst>
            </p:cNvPr>
            <p:cNvCxnSpPr>
              <a:stCxn id="18524" idx="2"/>
              <a:endCxn id="18489" idx="1"/>
            </p:cNvCxnSpPr>
            <p:nvPr/>
          </p:nvCxnSpPr>
          <p:spPr>
            <a:xfrm rot="16200000" flipH="1">
              <a:off x="1859897" y="5703061"/>
              <a:ext cx="202690" cy="774640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8524" name="Text Box 4">
              <a:extLst>
                <a:ext uri="{FF2B5EF4-FFF2-40B4-BE49-F238E27FC236}">
                  <a16:creationId xmlns:a16="http://schemas.microsoft.com/office/drawing/2014/main" id="{02D371D2-1A32-2D09-6CE7-FACDFA31B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287" y="5681259"/>
              <a:ext cx="933269" cy="307777"/>
            </a:xfrm>
            <a:prstGeom prst="rect">
              <a:avLst/>
            </a:prstGeom>
            <a:solidFill>
              <a:srgbClr val="F79646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NOMINAL</a:t>
              </a:r>
            </a:p>
          </p:txBody>
        </p:sp>
        <p:sp>
          <p:nvSpPr>
            <p:cNvPr id="18452" name="Text Box 4">
              <a:extLst>
                <a:ext uri="{FF2B5EF4-FFF2-40B4-BE49-F238E27FC236}">
                  <a16:creationId xmlns:a16="http://schemas.microsoft.com/office/drawing/2014/main" id="{15AC2D6D-DF7D-F5B5-EFCA-E1E4EC322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4352" y="259795"/>
              <a:ext cx="740908" cy="307777"/>
            </a:xfrm>
            <a:prstGeom prst="rect">
              <a:avLst/>
            </a:prstGeom>
            <a:solidFill>
              <a:srgbClr val="4F81BD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Ordinal</a:t>
              </a:r>
            </a:p>
          </p:txBody>
        </p:sp>
        <p:sp>
          <p:nvSpPr>
            <p:cNvPr id="18453" name="Text Box 5">
              <a:extLst>
                <a:ext uri="{FF2B5EF4-FFF2-40B4-BE49-F238E27FC236}">
                  <a16:creationId xmlns:a16="http://schemas.microsoft.com/office/drawing/2014/main" id="{F14C3592-90BF-0251-00D5-D2A09875A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053" y="259795"/>
              <a:ext cx="678391" cy="307777"/>
            </a:xfrm>
            <a:prstGeom prst="rect">
              <a:avLst/>
            </a:prstGeom>
            <a:solidFill>
              <a:srgbClr val="9BBB59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Metric</a:t>
              </a:r>
            </a:p>
          </p:txBody>
        </p:sp>
        <p:cxnSp>
          <p:nvCxnSpPr>
            <p:cNvPr id="18526" name="Gerade Verbindung mit Pfeil 18525">
              <a:extLst>
                <a:ext uri="{FF2B5EF4-FFF2-40B4-BE49-F238E27FC236}">
                  <a16:creationId xmlns:a16="http://schemas.microsoft.com/office/drawing/2014/main" id="{3885B483-CFA7-C9CB-2DAF-C5335EAAC36D}"/>
                </a:ext>
              </a:extLst>
            </p:cNvPr>
            <p:cNvCxnSpPr/>
            <p:nvPr/>
          </p:nvCxnSpPr>
          <p:spPr>
            <a:xfrm>
              <a:off x="3451013" y="6186210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886146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4CF1F6-4467-14A5-4A5B-B8EDAAFF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AA2EA49-B5AD-15AB-0E7F-3172801D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Example: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F15083-5412-343D-B6F2-33BC36B8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6480675" cy="4535265"/>
          </a:xfrm>
        </p:spPr>
        <p:txBody>
          <a:bodyPr>
            <a:normAutofit/>
          </a:bodyPr>
          <a:lstStyle/>
          <a:p>
            <a:r>
              <a:rPr lang="en-GB" sz="2800" dirty="0"/>
              <a:t>Do men and women differ substantially in their average levels of conspiracy thinking?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82098F-59D0-91D6-0ACE-1096EB7B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F70822-6F94-9484-BC9D-D6C6EBEB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5C3329B-77AE-A9C0-69D4-7A4A97319F03}"/>
              </a:ext>
            </a:extLst>
          </p:cNvPr>
          <p:cNvSpPr txBox="1"/>
          <p:nvPr/>
        </p:nvSpPr>
        <p:spPr>
          <a:xfrm>
            <a:off x="7392000" y="1485000"/>
            <a:ext cx="3240000" cy="4094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GB" sz="239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383286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1140C4B-61CA-9CF3-5E2A-1FC2F6F6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C197985-E153-F284-CB1A-A34B8B78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2442558" cy="792000"/>
          </a:xfrm>
        </p:spPr>
        <p:txBody>
          <a:bodyPr/>
          <a:lstStyle/>
          <a:p>
            <a:r>
              <a:rPr lang="en-GB" dirty="0"/>
              <a:t>Sometimes Association </a:t>
            </a:r>
            <a:br>
              <a:rPr lang="en-GB" dirty="0"/>
            </a:br>
            <a:r>
              <a:rPr lang="en-GB" dirty="0"/>
              <a:t>is not Enough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835335-A8A5-54D0-24D6-731E6E5B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628999"/>
            <a:ext cx="237461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  <a:t>BASIC ASSUMPTIONS: </a:t>
            </a:r>
            <a:b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1. Independent samples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2. Introduction: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Scale level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dependent variable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C9776B-4B51-228F-04E1-E5041E6F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(own adaptation 2016 from: Hager, 2011)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1ABBF5-58D8-2D24-4ADA-65F94941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53" name="Grafik 152">
            <a:extLst>
              <a:ext uri="{FF2B5EF4-FFF2-40B4-BE49-F238E27FC236}">
                <a16:creationId xmlns:a16="http://schemas.microsoft.com/office/drawing/2014/main" id="{9A5E1A02-BFA0-B204-ED19-43AC41985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000" y="369342"/>
            <a:ext cx="746825" cy="693480"/>
          </a:xfrm>
          <a:prstGeom prst="rect">
            <a:avLst/>
          </a:prstGeom>
        </p:spPr>
      </p:pic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B1AE7837-A68E-A961-4841-3A1468C85589}"/>
              </a:ext>
            </a:extLst>
          </p:cNvPr>
          <p:cNvGrpSpPr/>
          <p:nvPr/>
        </p:nvGrpSpPr>
        <p:grpSpPr>
          <a:xfrm>
            <a:off x="2856000" y="174804"/>
            <a:ext cx="9079813" cy="6264696"/>
            <a:chOff x="1107287" y="188640"/>
            <a:chExt cx="9079813" cy="6264696"/>
          </a:xfrm>
        </p:grpSpPr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id="{7417E605-7B1A-4CE2-A3D2-0DA758B92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964" y="188640"/>
              <a:ext cx="1440160" cy="507831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1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Histogram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Skewness/Kurtosis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Shapiro-Wilk test</a:t>
              </a:r>
            </a:p>
          </p:txBody>
        </p:sp>
        <p:sp>
          <p:nvSpPr>
            <p:cNvPr id="81" name="Text Box 16">
              <a:extLst>
                <a:ext uri="{FF2B5EF4-FFF2-40B4-BE49-F238E27FC236}">
                  <a16:creationId xmlns:a16="http://schemas.microsoft.com/office/drawing/2014/main" id="{C3FB4E28-E82A-F9B6-6679-648415E47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0861" y="1681063"/>
              <a:ext cx="1692771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Parametric methods</a:t>
              </a:r>
            </a:p>
          </p:txBody>
        </p:sp>
        <p:sp>
          <p:nvSpPr>
            <p:cNvPr id="82" name="Text Box 17">
              <a:extLst>
                <a:ext uri="{FF2B5EF4-FFF2-40B4-BE49-F238E27FC236}">
                  <a16:creationId xmlns:a16="http://schemas.microsoft.com/office/drawing/2014/main" id="{5DAFD9A1-710C-D93A-9966-13CE5A841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889" y="2365429"/>
              <a:ext cx="16387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 </a:t>
              </a:r>
            </a:p>
          </p:txBody>
        </p:sp>
        <p:sp>
          <p:nvSpPr>
            <p:cNvPr id="83" name="Text Box 19">
              <a:extLst>
                <a:ext uri="{FF2B5EF4-FFF2-40B4-BE49-F238E27FC236}">
                  <a16:creationId xmlns:a16="http://schemas.microsoft.com/office/drawing/2014/main" id="{EB886B93-B104-8DF5-B41E-B207A59B1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1723" y="3286725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F643DF34-ADE0-F7AE-1C22-B31800E41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4916" y="31328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5" name="Text Box 30">
              <a:extLst>
                <a:ext uri="{FF2B5EF4-FFF2-40B4-BE49-F238E27FC236}">
                  <a16:creationId xmlns:a16="http://schemas.microsoft.com/office/drawing/2014/main" id="{98BCF55B-A804-007B-E49E-8F889BB4C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4429" y="4509120"/>
              <a:ext cx="990600" cy="938719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One-way analysis of variance</a:t>
              </a:r>
              <a:b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</a:b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(</a:t>
              </a: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ANOVA)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48C642AF-D2D4-7499-5CE6-891C87035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2570" y="522920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 Wilk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(non-hom. Variances)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37D29360-62CD-9E9D-FC93-8602F1778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5092" y="450912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(homogen.  Variances)</a:t>
              </a:r>
            </a:p>
          </p:txBody>
        </p:sp>
        <p:sp>
          <p:nvSpPr>
            <p:cNvPr id="88" name="Text Box 38">
              <a:extLst>
                <a:ext uri="{FF2B5EF4-FFF2-40B4-BE49-F238E27FC236}">
                  <a16:creationId xmlns:a16="http://schemas.microsoft.com/office/drawing/2014/main" id="{D2467EBB-DA32-4EF0-1CB6-F4B87E681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548" y="6063099"/>
              <a:ext cx="1527982" cy="246221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ysDot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Non-parametric methods</a:t>
              </a:r>
            </a:p>
          </p:txBody>
        </p:sp>
        <p:sp>
          <p:nvSpPr>
            <p:cNvPr id="89" name="Text Box 39">
              <a:extLst>
                <a:ext uri="{FF2B5EF4-FFF2-40B4-BE49-F238E27FC236}">
                  <a16:creationId xmlns:a16="http://schemas.microsoft.com/office/drawing/2014/main" id="{817DA111-1974-4520-2D77-11EB31440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726" y="2024554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0" name="Text Box 42">
              <a:extLst>
                <a:ext uri="{FF2B5EF4-FFF2-40B4-BE49-F238E27FC236}">
                  <a16:creationId xmlns:a16="http://schemas.microsoft.com/office/drawing/2014/main" id="{3DFC2C6D-BAE9-143F-CACF-447305074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659" y="4509120"/>
              <a:ext cx="1219200" cy="477054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Pearsons r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regression</a:t>
              </a:r>
            </a:p>
          </p:txBody>
        </p:sp>
        <p:sp>
          <p:nvSpPr>
            <p:cNvPr id="91" name="Text Box 43">
              <a:extLst>
                <a:ext uri="{FF2B5EF4-FFF2-40B4-BE49-F238E27FC236}">
                  <a16:creationId xmlns:a16="http://schemas.microsoft.com/office/drawing/2014/main" id="{7D1E3083-6A7B-1E04-6456-473548D71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1212" y="911818"/>
              <a:ext cx="2069477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b="1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Non-Parametric methods</a:t>
              </a:r>
            </a:p>
          </p:txBody>
        </p:sp>
        <p:sp>
          <p:nvSpPr>
            <p:cNvPr id="92" name="Text Box 44">
              <a:extLst>
                <a:ext uri="{FF2B5EF4-FFF2-40B4-BE49-F238E27FC236}">
                  <a16:creationId xmlns:a16="http://schemas.microsoft.com/office/drawing/2014/main" id="{C1BC4F1E-FEF3-A4CD-CC31-EBF8E02FF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092" y="1944842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3" name="Text Box 45">
              <a:extLst>
                <a:ext uri="{FF2B5EF4-FFF2-40B4-BE49-F238E27FC236}">
                  <a16:creationId xmlns:a16="http://schemas.microsoft.com/office/drawing/2014/main" id="{796BCBC7-EA76-65FC-16CA-0038E0983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413" y="1944841"/>
              <a:ext cx="16387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</a:t>
              </a:r>
            </a:p>
          </p:txBody>
        </p:sp>
        <p:sp>
          <p:nvSpPr>
            <p:cNvPr id="94" name="Text Box 47">
              <a:extLst>
                <a:ext uri="{FF2B5EF4-FFF2-40B4-BE49-F238E27FC236}">
                  <a16:creationId xmlns:a16="http://schemas.microsoft.com/office/drawing/2014/main" id="{6D47188F-6CC1-9E9C-96D6-9049BF331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540" y="3265608"/>
              <a:ext cx="950168" cy="40011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Spearmans Rho</a:t>
              </a:r>
            </a:p>
          </p:txBody>
        </p:sp>
        <p:sp>
          <p:nvSpPr>
            <p:cNvPr id="95" name="Text Box 48">
              <a:extLst>
                <a:ext uri="{FF2B5EF4-FFF2-40B4-BE49-F238E27FC236}">
                  <a16:creationId xmlns:a16="http://schemas.microsoft.com/office/drawing/2014/main" id="{578DF3C1-189E-7AE0-38D9-2C730DD72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637" y="2929136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6" name="Text Box 49">
              <a:extLst>
                <a:ext uri="{FF2B5EF4-FFF2-40B4-BE49-F238E27FC236}">
                  <a16:creationId xmlns:a16="http://schemas.microsoft.com/office/drawing/2014/main" id="{8B609451-42F4-3327-15F2-71F7BBBE1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117" y="28529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7" name="Text Box 50">
              <a:extLst>
                <a:ext uri="{FF2B5EF4-FFF2-40B4-BE49-F238E27FC236}">
                  <a16:creationId xmlns:a16="http://schemas.microsoft.com/office/drawing/2014/main" id="{BF5E2825-BC02-5B0C-528D-69B4E5C15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291" y="3261761"/>
              <a:ext cx="685800" cy="55399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Mann-Whitney U-Test</a:t>
              </a:r>
            </a:p>
          </p:txBody>
        </p:sp>
        <p:sp>
          <p:nvSpPr>
            <p:cNvPr id="98" name="Text Box 51">
              <a:extLst>
                <a:ext uri="{FF2B5EF4-FFF2-40B4-BE49-F238E27FC236}">
                  <a16:creationId xmlns:a16="http://schemas.microsoft.com/office/drawing/2014/main" id="{EB5A2885-9B7F-E17B-EB9A-FF10D1893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491" y="3269431"/>
              <a:ext cx="762000" cy="78483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Kruskal Wallis Test</a:t>
              </a: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C4059D3E-8D1D-C83C-A379-BB21E9A01B74}"/>
                </a:ext>
              </a:extLst>
            </p:cNvPr>
            <p:cNvCxnSpPr>
              <a:stCxn id="139" idx="1"/>
              <a:endCxn id="91" idx="3"/>
            </p:cNvCxnSpPr>
            <p:nvPr/>
          </p:nvCxnSpPr>
          <p:spPr>
            <a:xfrm flipH="1">
              <a:off x="4170689" y="1065706"/>
              <a:ext cx="3509930" cy="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0" name="Gerade Verbindung 103">
              <a:extLst>
                <a:ext uri="{FF2B5EF4-FFF2-40B4-BE49-F238E27FC236}">
                  <a16:creationId xmlns:a16="http://schemas.microsoft.com/office/drawing/2014/main" id="{894A145B-6F53-8A1E-C968-55FBE6B2F10B}"/>
                </a:ext>
              </a:extLst>
            </p:cNvPr>
            <p:cNvCxnSpPr>
              <a:stCxn id="150" idx="2"/>
              <a:endCxn id="139" idx="0"/>
            </p:cNvCxnSpPr>
            <p:nvPr/>
          </p:nvCxnSpPr>
          <p:spPr>
            <a:xfrm flipH="1">
              <a:off x="8357247" y="567572"/>
              <a:ext cx="2" cy="37502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9BB1760A-BFE3-8ACE-9D70-8D2BB9EC8579}"/>
                </a:ext>
              </a:extLst>
            </p:cNvPr>
            <p:cNvCxnSpPr>
              <a:stCxn id="80" idx="3"/>
            </p:cNvCxnSpPr>
            <p:nvPr/>
          </p:nvCxnSpPr>
          <p:spPr>
            <a:xfrm>
              <a:off x="7153124" y="442556"/>
              <a:ext cx="634450" cy="42309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DA18E459-B03C-28C7-3A18-8A077138D682}"/>
                </a:ext>
              </a:extLst>
            </p:cNvPr>
            <p:cNvCxnSpPr>
              <a:stCxn id="149" idx="2"/>
              <a:endCxn id="91" idx="0"/>
            </p:cNvCxnSpPr>
            <p:nvPr/>
          </p:nvCxnSpPr>
          <p:spPr>
            <a:xfrm>
              <a:off x="3124806" y="567572"/>
              <a:ext cx="11145" cy="344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2C0A56CD-76AF-8CC4-4CA0-18C4FAB5BEA9}"/>
                </a:ext>
              </a:extLst>
            </p:cNvPr>
            <p:cNvCxnSpPr>
              <a:stCxn id="91" idx="2"/>
              <a:endCxn id="93" idx="0"/>
            </p:cNvCxnSpPr>
            <p:nvPr/>
          </p:nvCxnSpPr>
          <p:spPr>
            <a:xfrm flipH="1">
              <a:off x="2129772" y="1219595"/>
              <a:ext cx="1006179" cy="725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B545AD1F-3166-B83B-E681-8D80D52BCAE9}"/>
                </a:ext>
              </a:extLst>
            </p:cNvPr>
            <p:cNvCxnSpPr>
              <a:stCxn id="91" idx="2"/>
              <a:endCxn id="92" idx="0"/>
            </p:cNvCxnSpPr>
            <p:nvPr/>
          </p:nvCxnSpPr>
          <p:spPr>
            <a:xfrm>
              <a:off x="3135951" y="1219595"/>
              <a:ext cx="863675" cy="725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BA3BF3D6-0247-6248-BEFE-F0A7A252C6F4}"/>
                </a:ext>
              </a:extLst>
            </p:cNvPr>
            <p:cNvCxnSpPr>
              <a:stCxn id="92" idx="2"/>
              <a:endCxn id="143" idx="0"/>
            </p:cNvCxnSpPr>
            <p:nvPr/>
          </p:nvCxnSpPr>
          <p:spPr>
            <a:xfrm flipH="1">
              <a:off x="3999624" y="2252619"/>
              <a:ext cx="2" cy="26051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B10320A3-C69E-1025-C548-1EA904680BB2}"/>
                </a:ext>
              </a:extLst>
            </p:cNvPr>
            <p:cNvCxnSpPr>
              <a:stCxn id="143" idx="2"/>
              <a:endCxn id="94" idx="0"/>
            </p:cNvCxnSpPr>
            <p:nvPr/>
          </p:nvCxnSpPr>
          <p:spPr>
            <a:xfrm>
              <a:off x="3999624" y="2913243"/>
              <a:ext cx="0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3E61141A-FA98-021C-151D-2545EFA803B5}"/>
                </a:ext>
              </a:extLst>
            </p:cNvPr>
            <p:cNvSpPr txBox="1"/>
            <p:nvPr/>
          </p:nvSpPr>
          <p:spPr>
            <a:xfrm>
              <a:off x="5856980" y="951111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EFFCBB3B-5AD6-D12B-17EE-E4B8348B42D2}"/>
                </a:ext>
              </a:extLst>
            </p:cNvPr>
            <p:cNvSpPr txBox="1"/>
            <p:nvPr/>
          </p:nvSpPr>
          <p:spPr>
            <a:xfrm>
              <a:off x="5503414" y="286882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00F3C367-97E2-3F14-DB63-B49DFF82297F}"/>
                </a:ext>
              </a:extLst>
            </p:cNvPr>
            <p:cNvCxnSpPr>
              <a:stCxn id="93" idx="2"/>
              <a:endCxn id="95" idx="0"/>
            </p:cNvCxnSpPr>
            <p:nvPr/>
          </p:nvCxnSpPr>
          <p:spPr>
            <a:xfrm flipH="1">
              <a:off x="1619192" y="2252618"/>
              <a:ext cx="510580" cy="6765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AFB4E511-1028-781C-3B2C-D2BE6369ADE7}"/>
                </a:ext>
              </a:extLst>
            </p:cNvPr>
            <p:cNvCxnSpPr>
              <a:stCxn id="93" idx="2"/>
              <a:endCxn id="96" idx="0"/>
            </p:cNvCxnSpPr>
            <p:nvPr/>
          </p:nvCxnSpPr>
          <p:spPr>
            <a:xfrm>
              <a:off x="2129772" y="2252618"/>
              <a:ext cx="382784" cy="6003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1" name="Text Box 54">
              <a:extLst>
                <a:ext uri="{FF2B5EF4-FFF2-40B4-BE49-F238E27FC236}">
                  <a16:creationId xmlns:a16="http://schemas.microsoft.com/office/drawing/2014/main" id="{C0885627-12FA-7BFA-9720-91AA06918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5228183"/>
              <a:ext cx="1295400" cy="577081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kern="0" dirty="0">
                  <a:solidFill>
                    <a:prstClr val="black"/>
                  </a:solidFill>
                  <a:latin typeface="Arial" charset="0"/>
                </a:rPr>
                <a:t>Contingency coefficient</a:t>
              </a:r>
              <a:r>
                <a:rPr kumimoji="0" lang="de-DE" altLang="de-D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Phi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Cramer‘s V</a:t>
              </a:r>
            </a:p>
          </p:txBody>
        </p:sp>
        <p:sp>
          <p:nvSpPr>
            <p:cNvPr id="112" name="Text Box 44">
              <a:extLst>
                <a:ext uri="{FF2B5EF4-FFF2-40B4-BE49-F238E27FC236}">
                  <a16:creationId xmlns:a16="http://schemas.microsoft.com/office/drawing/2014/main" id="{02B1B967-7F71-5A41-9370-2BFCB910F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710" y="5362835"/>
              <a:ext cx="105830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de-DE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Association </a:t>
              </a:r>
            </a:p>
          </p:txBody>
        </p: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B9A489FA-16B4-5FB8-1011-F5A8511AD1A6}"/>
                </a:ext>
              </a:extLst>
            </p:cNvPr>
            <p:cNvCxnSpPr>
              <a:stCxn id="112" idx="3"/>
              <a:endCxn id="111" idx="1"/>
            </p:cNvCxnSpPr>
            <p:nvPr/>
          </p:nvCxnSpPr>
          <p:spPr>
            <a:xfrm>
              <a:off x="3451013" y="5516724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4" name="Text Box 45">
              <a:extLst>
                <a:ext uri="{FF2B5EF4-FFF2-40B4-BE49-F238E27FC236}">
                  <a16:creationId xmlns:a16="http://schemas.microsoft.com/office/drawing/2014/main" id="{84B83807-3D58-E815-3E89-2D71A3CD4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562" y="5930116"/>
              <a:ext cx="11465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comparisons </a:t>
              </a:r>
            </a:p>
          </p:txBody>
        </p:sp>
        <p:sp>
          <p:nvSpPr>
            <p:cNvPr id="115" name="Text Box 9">
              <a:extLst>
                <a:ext uri="{FF2B5EF4-FFF2-40B4-BE49-F238E27FC236}">
                  <a16:creationId xmlns:a16="http://schemas.microsoft.com/office/drawing/2014/main" id="{D687F0EB-EAB3-13AC-158B-4ACED9E90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6084569"/>
              <a:ext cx="1295400" cy="230832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b="1" kern="0" dirty="0">
                  <a:solidFill>
                    <a:prstClr val="black"/>
                  </a:solidFill>
                  <a:latin typeface="Arial" charset="0"/>
                </a:rPr>
                <a:t>Chi-square test</a:t>
              </a:r>
            </a:p>
          </p:txBody>
        </p: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30FD18BC-7781-BABC-4398-B5CCB6570CAA}"/>
                </a:ext>
              </a:extLst>
            </p:cNvPr>
            <p:cNvCxnSpPr>
              <a:stCxn id="139" idx="2"/>
              <a:endCxn id="81" idx="0"/>
            </p:cNvCxnSpPr>
            <p:nvPr/>
          </p:nvCxnSpPr>
          <p:spPr>
            <a:xfrm>
              <a:off x="8357247" y="1188816"/>
              <a:ext cx="0" cy="492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7" name="Gewinkelte Verbindung 162">
              <a:extLst>
                <a:ext uri="{FF2B5EF4-FFF2-40B4-BE49-F238E27FC236}">
                  <a16:creationId xmlns:a16="http://schemas.microsoft.com/office/drawing/2014/main" id="{3ABD7EDA-5CD5-A671-7084-72A8BEB431B5}"/>
                </a:ext>
              </a:extLst>
            </p:cNvPr>
            <p:cNvCxnSpPr>
              <a:stCxn id="81" idx="1"/>
              <a:endCxn id="89" idx="0"/>
            </p:cNvCxnSpPr>
            <p:nvPr/>
          </p:nvCxnSpPr>
          <p:spPr>
            <a:xfrm rot="10800000" flipV="1">
              <a:off x="5951261" y="1834952"/>
              <a:ext cx="1559601" cy="189602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E45F71B2-4711-00D5-D940-1FED3ED07A96}"/>
                </a:ext>
              </a:extLst>
            </p:cNvPr>
            <p:cNvCxnSpPr>
              <a:stCxn id="89" idx="2"/>
              <a:endCxn id="141" idx="0"/>
            </p:cNvCxnSpPr>
            <p:nvPr/>
          </p:nvCxnSpPr>
          <p:spPr>
            <a:xfrm>
              <a:off x="5951260" y="2332331"/>
              <a:ext cx="0" cy="1808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C80BDB35-226B-B214-4372-1CCDD7ABAD65}"/>
                </a:ext>
              </a:extLst>
            </p:cNvPr>
            <p:cNvCxnSpPr>
              <a:stCxn id="141" idx="1"/>
              <a:endCxn id="143" idx="3"/>
            </p:cNvCxnSpPr>
            <p:nvPr/>
          </p:nvCxnSpPr>
          <p:spPr>
            <a:xfrm flipH="1">
              <a:off x="4553622" y="2713188"/>
              <a:ext cx="861272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46AFA673-8736-93B5-DE4C-B20544751A07}"/>
                </a:ext>
              </a:extLst>
            </p:cNvPr>
            <p:cNvCxnSpPr>
              <a:stCxn id="141" idx="2"/>
              <a:endCxn id="142" idx="0"/>
            </p:cNvCxnSpPr>
            <p:nvPr/>
          </p:nvCxnSpPr>
          <p:spPr>
            <a:xfrm>
              <a:off x="5951260" y="2913243"/>
              <a:ext cx="1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6E44806A-C94F-5613-2F1D-E39E338A2DB0}"/>
                </a:ext>
              </a:extLst>
            </p:cNvPr>
            <p:cNvCxnSpPr>
              <a:stCxn id="142" idx="1"/>
              <a:endCxn id="94" idx="3"/>
            </p:cNvCxnSpPr>
            <p:nvPr/>
          </p:nvCxnSpPr>
          <p:spPr>
            <a:xfrm flipH="1">
              <a:off x="4474708" y="3465663"/>
              <a:ext cx="1020338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95F0BAC8-B6F2-C1E0-D313-401744E9209A}"/>
                </a:ext>
              </a:extLst>
            </p:cNvPr>
            <p:cNvSpPr txBox="1"/>
            <p:nvPr/>
          </p:nvSpPr>
          <p:spPr>
            <a:xfrm>
              <a:off x="4783334" y="335699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9CB29788-3375-FC27-CF87-829F17780C24}"/>
                </a:ext>
              </a:extLst>
            </p:cNvPr>
            <p:cNvCxnSpPr>
              <a:stCxn id="142" idx="2"/>
              <a:endCxn id="90" idx="0"/>
            </p:cNvCxnSpPr>
            <p:nvPr/>
          </p:nvCxnSpPr>
          <p:spPr>
            <a:xfrm flipH="1">
              <a:off x="5951259" y="3665718"/>
              <a:ext cx="2" cy="8434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8C380409-A499-F4B1-99B3-75F310F0AC0A}"/>
                </a:ext>
              </a:extLst>
            </p:cNvPr>
            <p:cNvSpPr txBox="1"/>
            <p:nvPr/>
          </p:nvSpPr>
          <p:spPr>
            <a:xfrm>
              <a:off x="5503414" y="3861048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A2DCF2AC-12FB-CAE8-1635-637459E2473B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 flipH="1">
              <a:off x="7519278" y="2673206"/>
              <a:ext cx="837970" cy="6135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A06B38D6-3084-5A0B-36C9-238131D1BF76}"/>
                </a:ext>
              </a:extLst>
            </p:cNvPr>
            <p:cNvCxnSpPr>
              <a:stCxn id="82" idx="2"/>
              <a:endCxn id="84" idx="0"/>
            </p:cNvCxnSpPr>
            <p:nvPr/>
          </p:nvCxnSpPr>
          <p:spPr>
            <a:xfrm>
              <a:off x="8357248" y="2673206"/>
              <a:ext cx="720107" cy="4596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8B38DB7E-A45E-CEF1-1572-AAEB13121F20}"/>
                </a:ext>
              </a:extLst>
            </p:cNvPr>
            <p:cNvCxnSpPr>
              <a:endCxn id="87" idx="0"/>
            </p:cNvCxnSpPr>
            <p:nvPr/>
          </p:nvCxnSpPr>
          <p:spPr>
            <a:xfrm>
              <a:off x="7246092" y="3733679"/>
              <a:ext cx="0" cy="77544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C98D3D94-F303-F3F8-AC31-1A47AED6CBA9}"/>
                </a:ext>
              </a:extLst>
            </p:cNvPr>
            <p:cNvCxnSpPr>
              <a:endCxn id="86" idx="0"/>
            </p:cNvCxnSpPr>
            <p:nvPr/>
          </p:nvCxnSpPr>
          <p:spPr>
            <a:xfrm>
              <a:off x="7813570" y="3854206"/>
              <a:ext cx="0" cy="137499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48F90693-7ADA-03F4-BBFF-6EF8F8C58AC6}"/>
                </a:ext>
              </a:extLst>
            </p:cNvPr>
            <p:cNvSpPr txBox="1"/>
            <p:nvPr/>
          </p:nvSpPr>
          <p:spPr>
            <a:xfrm>
              <a:off x="6880098" y="397485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40870039-03BD-5F11-2417-4A5D03427C2B}"/>
                </a:ext>
              </a:extLst>
            </p:cNvPr>
            <p:cNvSpPr txBox="1"/>
            <p:nvPr/>
          </p:nvSpPr>
          <p:spPr>
            <a:xfrm>
              <a:off x="7787574" y="443711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AABC895D-042B-2E44-1312-15C096861375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 flipH="1">
              <a:off x="9069729" y="3933056"/>
              <a:ext cx="7627" cy="57606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16936B5E-71DD-8786-E459-6E17D2E988DB}"/>
                </a:ext>
              </a:extLst>
            </p:cNvPr>
            <p:cNvSpPr txBox="1"/>
            <p:nvPr/>
          </p:nvSpPr>
          <p:spPr>
            <a:xfrm>
              <a:off x="8595036" y="397544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3" name="Gewinkelte Verbindung 200">
              <a:extLst>
                <a:ext uri="{FF2B5EF4-FFF2-40B4-BE49-F238E27FC236}">
                  <a16:creationId xmlns:a16="http://schemas.microsoft.com/office/drawing/2014/main" id="{C6B4A50F-C4D6-6E07-120D-0AA937CBEA06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rot="5400000">
              <a:off x="8435457" y="4890073"/>
              <a:ext cx="2453210" cy="139064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34" name="Gewinkelte Verbindung 209">
              <a:extLst>
                <a:ext uri="{FF2B5EF4-FFF2-40B4-BE49-F238E27FC236}">
                  <a16:creationId xmlns:a16="http://schemas.microsoft.com/office/drawing/2014/main" id="{FFB2B237-B41C-8EF4-1C30-61158CD6AD03}"/>
                </a:ext>
              </a:extLst>
            </p:cNvPr>
            <p:cNvCxnSpPr>
              <a:stCxn id="143" idx="1"/>
              <a:endCxn id="111" idx="0"/>
            </p:cNvCxnSpPr>
            <p:nvPr/>
          </p:nvCxnSpPr>
          <p:spPr>
            <a:xfrm rot="10800000" flipH="1" flipV="1">
              <a:off x="3445626" y="2713187"/>
              <a:ext cx="898814" cy="2514995"/>
            </a:xfrm>
            <a:prstGeom prst="bentConnector4">
              <a:avLst>
                <a:gd name="adj1" fmla="val -25434"/>
                <a:gd name="adj2" fmla="val 53977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F370AEE-C6D8-C03B-46C8-FC450329EE2C}"/>
                </a:ext>
              </a:extLst>
            </p:cNvPr>
            <p:cNvSpPr txBox="1"/>
            <p:nvPr/>
          </p:nvSpPr>
          <p:spPr>
            <a:xfrm>
              <a:off x="3603772" y="2831439"/>
              <a:ext cx="381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DDDE1E24-8E2A-3AF9-75B4-B968394BC4F7}"/>
                </a:ext>
              </a:extLst>
            </p:cNvPr>
            <p:cNvSpPr txBox="1"/>
            <p:nvPr/>
          </p:nvSpPr>
          <p:spPr>
            <a:xfrm>
              <a:off x="3561678" y="400506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1915D2A6-1CDB-C172-0AAE-977167C3C904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8357247" y="1988840"/>
              <a:ext cx="1" cy="37658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378037FE-8737-5D4A-51F9-6BCFA34F07E9}"/>
                </a:ext>
              </a:extLst>
            </p:cNvPr>
            <p:cNvSpPr txBox="1"/>
            <p:nvPr/>
          </p:nvSpPr>
          <p:spPr>
            <a:xfrm>
              <a:off x="7931590" y="123914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9" name="Text Box 11">
              <a:extLst>
                <a:ext uri="{FF2B5EF4-FFF2-40B4-BE49-F238E27FC236}">
                  <a16:creationId xmlns:a16="http://schemas.microsoft.com/office/drawing/2014/main" id="{FE712CB8-8CE1-C272-B331-111B04177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0619" y="942595"/>
              <a:ext cx="1353256" cy="246221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b="1" kern="0" dirty="0">
                  <a:solidFill>
                    <a:prstClr val="white"/>
                  </a:solidFill>
                  <a:latin typeface="Calibri"/>
                </a:rPr>
                <a:t>Normally distributed?</a:t>
              </a:r>
            </a:p>
          </p:txBody>
        </p:sp>
        <p:sp>
          <p:nvSpPr>
            <p:cNvPr id="140" name="Text Box 32">
              <a:extLst>
                <a:ext uri="{FF2B5EF4-FFF2-40B4-BE49-F238E27FC236}">
                  <a16:creationId xmlns:a16="http://schemas.microsoft.com/office/drawing/2014/main" id="{4A0961C9-9449-B814-E982-95881D0AA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1728" y="3532946"/>
              <a:ext cx="3168768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Variances homogeneous? </a:t>
              </a:r>
              <a:br>
                <a:rPr lang="en-US" altLang="de-DE" kern="0" dirty="0">
                  <a:solidFill>
                    <a:prstClr val="white"/>
                  </a:solidFill>
                  <a:latin typeface="Calibri"/>
                </a:rPr>
              </a:b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Levene's test</a:t>
              </a:r>
            </a:p>
          </p:txBody>
        </p:sp>
        <p:sp>
          <p:nvSpPr>
            <p:cNvPr id="141" name="Text Box 40">
              <a:extLst>
                <a:ext uri="{FF2B5EF4-FFF2-40B4-BE49-F238E27FC236}">
                  <a16:creationId xmlns:a16="http://schemas.microsoft.com/office/drawing/2014/main" id="{43111F3B-34E1-1F12-D732-A1F1613FF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894" y="2513133"/>
              <a:ext cx="1072731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de-DE" altLang="de-DE" kern="0" dirty="0">
                  <a:solidFill>
                    <a:prstClr val="white"/>
                  </a:solidFill>
                  <a:latin typeface="Calibri"/>
                </a:rPr>
                <a:t>Independent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metric? </a:t>
              </a:r>
            </a:p>
          </p:txBody>
        </p:sp>
        <p:sp>
          <p:nvSpPr>
            <p:cNvPr id="142" name="Text Box 41">
              <a:extLst>
                <a:ext uri="{FF2B5EF4-FFF2-40B4-BE49-F238E27FC236}">
                  <a16:creationId xmlns:a16="http://schemas.microsoft.com/office/drawing/2014/main" id="{3915D38E-29FA-0F6B-48DD-DFD538883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046" y="3265608"/>
              <a:ext cx="912429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relationship? </a:t>
              </a: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06B126B6-DD66-A495-4D48-73E074198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5626" y="2513133"/>
              <a:ext cx="1107996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Independent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ordinal? 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00927EE6-88E0-70F2-EE3C-63A5397EA7E5}"/>
                </a:ext>
              </a:extLst>
            </p:cNvPr>
            <p:cNvSpPr txBox="1"/>
            <p:nvPr/>
          </p:nvSpPr>
          <p:spPr>
            <a:xfrm>
              <a:off x="4783334" y="2597156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CE461FEC-B9F4-5299-579B-150677E1B838}"/>
                </a:ext>
              </a:extLst>
            </p:cNvPr>
            <p:cNvSpPr txBox="1"/>
            <p:nvPr/>
          </p:nvSpPr>
          <p:spPr>
            <a:xfrm>
              <a:off x="9768000" y="472514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46" name="Gewinkelte Verbindung 254">
              <a:extLst>
                <a:ext uri="{FF2B5EF4-FFF2-40B4-BE49-F238E27FC236}">
                  <a16:creationId xmlns:a16="http://schemas.microsoft.com/office/drawing/2014/main" id="{723AA036-8060-1865-AC64-A304E4E92D06}"/>
                </a:ext>
              </a:extLst>
            </p:cNvPr>
            <p:cNvCxnSpPr>
              <a:stCxn id="148" idx="0"/>
              <a:endCxn id="112" idx="1"/>
            </p:cNvCxnSpPr>
            <p:nvPr/>
          </p:nvCxnSpPr>
          <p:spPr>
            <a:xfrm rot="5400000" flipH="1" flipV="1">
              <a:off x="1901049" y="5189598"/>
              <a:ext cx="164535" cy="81878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47" name="Gewinkelte Verbindung 256">
              <a:extLst>
                <a:ext uri="{FF2B5EF4-FFF2-40B4-BE49-F238E27FC236}">
                  <a16:creationId xmlns:a16="http://schemas.microsoft.com/office/drawing/2014/main" id="{D99189A5-FDDB-E779-281F-8C6C59672633}"/>
                </a:ext>
              </a:extLst>
            </p:cNvPr>
            <p:cNvCxnSpPr>
              <a:stCxn id="148" idx="2"/>
              <a:endCxn id="114" idx="1"/>
            </p:cNvCxnSpPr>
            <p:nvPr/>
          </p:nvCxnSpPr>
          <p:spPr>
            <a:xfrm rot="16200000" flipH="1">
              <a:off x="1859897" y="5703061"/>
              <a:ext cx="202690" cy="774640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48" name="Text Box 4">
              <a:extLst>
                <a:ext uri="{FF2B5EF4-FFF2-40B4-BE49-F238E27FC236}">
                  <a16:creationId xmlns:a16="http://schemas.microsoft.com/office/drawing/2014/main" id="{AF2CAF68-BBD2-93BE-D08C-D55BC0B35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287" y="5681259"/>
              <a:ext cx="933269" cy="307777"/>
            </a:xfrm>
            <a:prstGeom prst="rect">
              <a:avLst/>
            </a:prstGeom>
            <a:solidFill>
              <a:srgbClr val="F79646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NOMINAL</a:t>
              </a:r>
            </a:p>
          </p:txBody>
        </p:sp>
        <p:sp>
          <p:nvSpPr>
            <p:cNvPr id="149" name="Text Box 4">
              <a:extLst>
                <a:ext uri="{FF2B5EF4-FFF2-40B4-BE49-F238E27FC236}">
                  <a16:creationId xmlns:a16="http://schemas.microsoft.com/office/drawing/2014/main" id="{08F3BC83-3644-996C-E1C5-557BC6996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4352" y="259795"/>
              <a:ext cx="740908" cy="307777"/>
            </a:xfrm>
            <a:prstGeom prst="rect">
              <a:avLst/>
            </a:prstGeom>
            <a:solidFill>
              <a:srgbClr val="4F81BD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Ordinal</a:t>
              </a:r>
            </a:p>
          </p:txBody>
        </p:sp>
        <p:sp>
          <p:nvSpPr>
            <p:cNvPr id="150" name="Text Box 5">
              <a:extLst>
                <a:ext uri="{FF2B5EF4-FFF2-40B4-BE49-F238E27FC236}">
                  <a16:creationId xmlns:a16="http://schemas.microsoft.com/office/drawing/2014/main" id="{D3BEA03B-EE11-8752-3F22-7D38DFF2F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053" y="259795"/>
              <a:ext cx="678391" cy="307777"/>
            </a:xfrm>
            <a:prstGeom prst="rect">
              <a:avLst/>
            </a:prstGeom>
            <a:solidFill>
              <a:srgbClr val="9BBB59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Metric</a:t>
              </a:r>
            </a:p>
          </p:txBody>
        </p: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6AA55FD7-38CC-1D45-EB2A-E1933E6FDD7D}"/>
                </a:ext>
              </a:extLst>
            </p:cNvPr>
            <p:cNvCxnSpPr/>
            <p:nvPr/>
          </p:nvCxnSpPr>
          <p:spPr>
            <a:xfrm>
              <a:off x="3451013" y="6186210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76274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F244-72B8-7333-FD09-18DD8543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89E513-87F0-68DA-190F-0CA931E7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D907705-EC0D-8B18-B914-3A5C4739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Assumptions in Detail: Independent Samples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B41E41-3E04-B8C7-1078-BFEA99B9E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9360676" cy="4535265"/>
          </a:xfrm>
        </p:spPr>
        <p:txBody>
          <a:bodyPr/>
          <a:lstStyle/>
          <a:p>
            <a:r>
              <a:rPr lang="en-GB" b="1" dirty="0"/>
              <a:t>Independence:</a:t>
            </a:r>
            <a:br>
              <a:rPr lang="en-GB" dirty="0"/>
            </a:br>
            <a:r>
              <a:rPr lang="en-GB" dirty="0"/>
              <a:t>Each participant belongs to </a:t>
            </a:r>
            <a:r>
              <a:rPr lang="en-GB" b="1" dirty="0"/>
              <a:t>exactly one group</a:t>
            </a:r>
            <a:r>
              <a:rPr lang="en-GB" dirty="0"/>
              <a:t>, and their </a:t>
            </a:r>
            <a:r>
              <a:rPr lang="en-GB" b="1" dirty="0"/>
              <a:t>response is not influenced by other participants</a:t>
            </a:r>
            <a:r>
              <a:rPr lang="en-GB" dirty="0"/>
              <a:t> in the study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An Example:</a:t>
            </a:r>
            <a:br>
              <a:rPr lang="en-GB" dirty="0"/>
            </a:br>
            <a:r>
              <a:rPr lang="en-GB" dirty="0"/>
              <a:t>You compare stress levels between students in Vienna, Graz, and Salzburg. Each student lives in</a:t>
            </a:r>
            <a:r>
              <a:rPr lang="en-GB" b="1" dirty="0"/>
              <a:t> one </a:t>
            </a:r>
            <a:r>
              <a:rPr lang="en-GB" dirty="0"/>
              <a:t>city &amp; students are not colluding when answering the survey</a:t>
            </a:r>
            <a:br>
              <a:rPr lang="en-GB" dirty="0"/>
            </a:br>
            <a:r>
              <a:rPr lang="en-GB" dirty="0"/>
              <a:t>👉 independent sample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96AE2C-130E-DFB6-EEF6-8C25E100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440DBA-33A2-3F7F-EC17-B2ED0A11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182829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A7B42D-AB1C-74EB-F7D5-11F5FC05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15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F753FF-506B-52DE-CBC0-1C4B7D65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Assumptions in Detail: Dependent Variable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5E5B0B-B159-BA55-1BE7-61F2E98C5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9360676" cy="4535265"/>
          </a:xfrm>
        </p:spPr>
        <p:txBody>
          <a:bodyPr>
            <a:normAutofit/>
          </a:bodyPr>
          <a:lstStyle/>
          <a:p>
            <a:r>
              <a:rPr lang="en-GB" b="1" dirty="0"/>
              <a:t>Dependent variable (DV): </a:t>
            </a:r>
            <a:r>
              <a:rPr lang="en-GB" dirty="0"/>
              <a:t>outcome you measure, characteristic of interest</a:t>
            </a:r>
          </a:p>
          <a:p>
            <a:pPr lvl="1"/>
            <a:r>
              <a:rPr lang="en-GB" dirty="0"/>
              <a:t>Metric or ordinal scaling: Size, weight, etc.</a:t>
            </a:r>
          </a:p>
          <a:p>
            <a:r>
              <a:rPr lang="en-GB" b="1" dirty="0"/>
              <a:t>Independent variable (IV): </a:t>
            </a:r>
            <a:r>
              <a:rPr lang="en-GB" dirty="0"/>
              <a:t>grouping variable</a:t>
            </a:r>
          </a:p>
          <a:p>
            <a:pPr lvl="1"/>
            <a:r>
              <a:rPr lang="en-GB" dirty="0"/>
              <a:t>most often nominal scale: Gender, age, etc.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An Example: </a:t>
            </a:r>
            <a:br>
              <a:rPr lang="en-GB" b="1" dirty="0"/>
            </a:br>
            <a:r>
              <a:rPr lang="en-GB" dirty="0"/>
              <a:t>Do students in Vienna, Graz, and Salzburg differ in their stress levels?</a:t>
            </a:r>
          </a:p>
          <a:p>
            <a:pPr lvl="1"/>
            <a:r>
              <a:rPr lang="en-GB" dirty="0"/>
              <a:t>DV: stress level</a:t>
            </a:r>
          </a:p>
          <a:p>
            <a:pPr lvl="1"/>
            <a:r>
              <a:rPr lang="en-GB" dirty="0"/>
              <a:t>IV: Location (Vienna, Graz, and Salzburg)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FE4F58-9950-624A-F85F-3F032D3C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09F85F-E9E9-D58A-520E-89BA1096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56231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543B-F54A-A13D-4AB3-CDB9D956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EE099D5-8306-9EBA-3A52-6F612232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Kruskal-Wallis Test</a:t>
            </a:r>
          </a:p>
        </p:txBody>
      </p:sp>
    </p:spTree>
    <p:extLst>
      <p:ext uri="{BB962C8B-B14F-4D97-AF65-F5344CB8AC3E}">
        <p14:creationId xmlns:p14="http://schemas.microsoft.com/office/powerpoint/2010/main" val="262730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6D3F-8A2B-3084-7CC0-AEDCF2BC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9996BFF-4D7A-B0D9-5DDD-21F1C1AB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17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6FD6A55-AD4B-3537-FEF3-A51A0031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2442558" cy="792000"/>
          </a:xfrm>
        </p:spPr>
        <p:txBody>
          <a:bodyPr/>
          <a:lstStyle/>
          <a:p>
            <a:r>
              <a:rPr lang="en-GB" dirty="0"/>
              <a:t>Sometimes Association </a:t>
            </a:r>
            <a:br>
              <a:rPr lang="en-GB" dirty="0"/>
            </a:br>
            <a:r>
              <a:rPr lang="en-GB" dirty="0"/>
              <a:t>is not Enough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0B0591-00B5-658D-B102-F3B11831A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628999"/>
            <a:ext cx="237461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  <a:t>BASIC ASSUMPTIONS: </a:t>
            </a:r>
            <a:b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1. Independent samples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2. Introduction: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Scale level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dependent variable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40EEB6-7184-400C-2E78-5A93F2832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(own adaptation 2016 from: Hager, 2011)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FDA437-A396-D4DC-E943-072DAF59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53" name="Grafik 152">
            <a:extLst>
              <a:ext uri="{FF2B5EF4-FFF2-40B4-BE49-F238E27FC236}">
                <a16:creationId xmlns:a16="http://schemas.microsoft.com/office/drawing/2014/main" id="{2D7DA9F2-DB98-AC24-365E-BBFFEC4D5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000" y="369342"/>
            <a:ext cx="746825" cy="693480"/>
          </a:xfrm>
          <a:prstGeom prst="rect">
            <a:avLst/>
          </a:prstGeom>
        </p:spPr>
      </p:pic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1F18857F-E5B9-9358-A644-D21E3EC8D533}"/>
              </a:ext>
            </a:extLst>
          </p:cNvPr>
          <p:cNvGrpSpPr/>
          <p:nvPr/>
        </p:nvGrpSpPr>
        <p:grpSpPr>
          <a:xfrm>
            <a:off x="2856000" y="174804"/>
            <a:ext cx="9079813" cy="6264696"/>
            <a:chOff x="1107287" y="188640"/>
            <a:chExt cx="9079813" cy="6264696"/>
          </a:xfrm>
        </p:grpSpPr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id="{D77D173A-CEFF-AACD-F8A9-9C4879D20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964" y="188640"/>
              <a:ext cx="1440160" cy="507831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1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Histogram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Skewness/Kurtosis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Shapiro-Wilk test</a:t>
              </a:r>
            </a:p>
          </p:txBody>
        </p:sp>
        <p:sp>
          <p:nvSpPr>
            <p:cNvPr id="81" name="Text Box 16">
              <a:extLst>
                <a:ext uri="{FF2B5EF4-FFF2-40B4-BE49-F238E27FC236}">
                  <a16:creationId xmlns:a16="http://schemas.microsoft.com/office/drawing/2014/main" id="{3E9F12E3-2BD9-C223-E0D0-FFF1D875D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0861" y="1681063"/>
              <a:ext cx="1692771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Parametric methods</a:t>
              </a:r>
            </a:p>
          </p:txBody>
        </p:sp>
        <p:sp>
          <p:nvSpPr>
            <p:cNvPr id="82" name="Text Box 17">
              <a:extLst>
                <a:ext uri="{FF2B5EF4-FFF2-40B4-BE49-F238E27FC236}">
                  <a16:creationId xmlns:a16="http://schemas.microsoft.com/office/drawing/2014/main" id="{740B351F-66FD-1C6B-F584-7BC1B80C9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889" y="2365429"/>
              <a:ext cx="16387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 </a:t>
              </a:r>
            </a:p>
          </p:txBody>
        </p:sp>
        <p:sp>
          <p:nvSpPr>
            <p:cNvPr id="83" name="Text Box 19">
              <a:extLst>
                <a:ext uri="{FF2B5EF4-FFF2-40B4-BE49-F238E27FC236}">
                  <a16:creationId xmlns:a16="http://schemas.microsoft.com/office/drawing/2014/main" id="{0579BB8E-A8EA-2612-3B4C-DAE9A3902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1723" y="3286725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08904801-2BA7-5915-EB87-429C93B50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4916" y="31328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5" name="Text Box 30">
              <a:extLst>
                <a:ext uri="{FF2B5EF4-FFF2-40B4-BE49-F238E27FC236}">
                  <a16:creationId xmlns:a16="http://schemas.microsoft.com/office/drawing/2014/main" id="{28983669-6F17-95DE-B39D-4E3560E93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4429" y="4509120"/>
              <a:ext cx="990600" cy="938719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One-way analysis of variance</a:t>
              </a:r>
              <a:b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</a:b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(</a:t>
              </a: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ANOVA)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7EE03154-4B12-9AEB-FD57-69AF75864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2570" y="522920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 Wilk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(non-hom. Variances)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20F530AD-A184-97F6-94A5-59E68D2AB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5092" y="450912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(homogen.  Variances)</a:t>
              </a:r>
            </a:p>
          </p:txBody>
        </p:sp>
        <p:sp>
          <p:nvSpPr>
            <p:cNvPr id="88" name="Text Box 38">
              <a:extLst>
                <a:ext uri="{FF2B5EF4-FFF2-40B4-BE49-F238E27FC236}">
                  <a16:creationId xmlns:a16="http://schemas.microsoft.com/office/drawing/2014/main" id="{2BA84D27-98E3-C15B-BB1B-7A9039269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548" y="6063099"/>
              <a:ext cx="1527982" cy="246221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ysDot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Non-parametric methods</a:t>
              </a:r>
            </a:p>
          </p:txBody>
        </p:sp>
        <p:sp>
          <p:nvSpPr>
            <p:cNvPr id="89" name="Text Box 39">
              <a:extLst>
                <a:ext uri="{FF2B5EF4-FFF2-40B4-BE49-F238E27FC236}">
                  <a16:creationId xmlns:a16="http://schemas.microsoft.com/office/drawing/2014/main" id="{9ADA3ADD-E0B8-6C75-2F6B-AB861DC68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726" y="2024554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0" name="Text Box 42">
              <a:extLst>
                <a:ext uri="{FF2B5EF4-FFF2-40B4-BE49-F238E27FC236}">
                  <a16:creationId xmlns:a16="http://schemas.microsoft.com/office/drawing/2014/main" id="{6F0949A0-704F-8ED9-E08A-B16C3073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659" y="4509120"/>
              <a:ext cx="1219200" cy="477054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Pearsons r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regression</a:t>
              </a:r>
            </a:p>
          </p:txBody>
        </p:sp>
        <p:sp>
          <p:nvSpPr>
            <p:cNvPr id="91" name="Text Box 43">
              <a:extLst>
                <a:ext uri="{FF2B5EF4-FFF2-40B4-BE49-F238E27FC236}">
                  <a16:creationId xmlns:a16="http://schemas.microsoft.com/office/drawing/2014/main" id="{8170BC52-61DE-064A-7081-7942079FD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1212" y="911818"/>
              <a:ext cx="2069477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b="1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Non-Parametric methods</a:t>
              </a:r>
            </a:p>
          </p:txBody>
        </p:sp>
        <p:sp>
          <p:nvSpPr>
            <p:cNvPr id="92" name="Text Box 44">
              <a:extLst>
                <a:ext uri="{FF2B5EF4-FFF2-40B4-BE49-F238E27FC236}">
                  <a16:creationId xmlns:a16="http://schemas.microsoft.com/office/drawing/2014/main" id="{CCA10359-8855-14BD-FD46-97FE6ABD6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092" y="1944842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3" name="Text Box 45">
              <a:extLst>
                <a:ext uri="{FF2B5EF4-FFF2-40B4-BE49-F238E27FC236}">
                  <a16:creationId xmlns:a16="http://schemas.microsoft.com/office/drawing/2014/main" id="{4CF52CAD-BF6F-8938-4D2C-A2FF61E87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413" y="1944841"/>
              <a:ext cx="16387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</a:t>
              </a:r>
            </a:p>
          </p:txBody>
        </p:sp>
        <p:sp>
          <p:nvSpPr>
            <p:cNvPr id="94" name="Text Box 47">
              <a:extLst>
                <a:ext uri="{FF2B5EF4-FFF2-40B4-BE49-F238E27FC236}">
                  <a16:creationId xmlns:a16="http://schemas.microsoft.com/office/drawing/2014/main" id="{28693045-F70C-FF2E-7CEB-61AB0D6BB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540" y="3265608"/>
              <a:ext cx="950168" cy="40011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Spearmans Rho</a:t>
              </a:r>
            </a:p>
          </p:txBody>
        </p:sp>
        <p:sp>
          <p:nvSpPr>
            <p:cNvPr id="95" name="Text Box 48">
              <a:extLst>
                <a:ext uri="{FF2B5EF4-FFF2-40B4-BE49-F238E27FC236}">
                  <a16:creationId xmlns:a16="http://schemas.microsoft.com/office/drawing/2014/main" id="{5659D4CB-8325-4701-BC71-CC546A98D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637" y="2929136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6" name="Text Box 49">
              <a:extLst>
                <a:ext uri="{FF2B5EF4-FFF2-40B4-BE49-F238E27FC236}">
                  <a16:creationId xmlns:a16="http://schemas.microsoft.com/office/drawing/2014/main" id="{02C942BE-E40E-C804-0F3D-E03AA7138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117" y="28529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7" name="Text Box 50">
              <a:extLst>
                <a:ext uri="{FF2B5EF4-FFF2-40B4-BE49-F238E27FC236}">
                  <a16:creationId xmlns:a16="http://schemas.microsoft.com/office/drawing/2014/main" id="{E03B6BC2-9E0C-350B-B4AA-C74F09C04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291" y="3261761"/>
              <a:ext cx="685800" cy="55399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Mann-Whitney U-Test</a:t>
              </a:r>
            </a:p>
          </p:txBody>
        </p:sp>
        <p:sp>
          <p:nvSpPr>
            <p:cNvPr id="98" name="Text Box 51">
              <a:extLst>
                <a:ext uri="{FF2B5EF4-FFF2-40B4-BE49-F238E27FC236}">
                  <a16:creationId xmlns:a16="http://schemas.microsoft.com/office/drawing/2014/main" id="{8C2882F2-A481-D49E-3555-1265CB83C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491" y="3269431"/>
              <a:ext cx="762000" cy="78483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Kruskal Wallis Test</a:t>
              </a: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0AF18DE2-3930-06AF-1332-346C6348C7FC}"/>
                </a:ext>
              </a:extLst>
            </p:cNvPr>
            <p:cNvCxnSpPr>
              <a:stCxn id="139" idx="1"/>
              <a:endCxn id="91" idx="3"/>
            </p:cNvCxnSpPr>
            <p:nvPr/>
          </p:nvCxnSpPr>
          <p:spPr>
            <a:xfrm flipH="1">
              <a:off x="4170689" y="1065706"/>
              <a:ext cx="3509930" cy="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0" name="Gerade Verbindung 103">
              <a:extLst>
                <a:ext uri="{FF2B5EF4-FFF2-40B4-BE49-F238E27FC236}">
                  <a16:creationId xmlns:a16="http://schemas.microsoft.com/office/drawing/2014/main" id="{316E83F0-FCF8-8BD2-C387-4D4F2EF27667}"/>
                </a:ext>
              </a:extLst>
            </p:cNvPr>
            <p:cNvCxnSpPr>
              <a:stCxn id="150" idx="2"/>
              <a:endCxn id="139" idx="0"/>
            </p:cNvCxnSpPr>
            <p:nvPr/>
          </p:nvCxnSpPr>
          <p:spPr>
            <a:xfrm flipH="1">
              <a:off x="8357247" y="567572"/>
              <a:ext cx="2" cy="37502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A3F19263-3C19-807D-E0C6-3E29DB6E6215}"/>
                </a:ext>
              </a:extLst>
            </p:cNvPr>
            <p:cNvCxnSpPr>
              <a:stCxn id="80" idx="3"/>
            </p:cNvCxnSpPr>
            <p:nvPr/>
          </p:nvCxnSpPr>
          <p:spPr>
            <a:xfrm>
              <a:off x="7153124" y="442556"/>
              <a:ext cx="634450" cy="42309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CDA479BC-4449-87B3-EC08-3CF51DBE5436}"/>
                </a:ext>
              </a:extLst>
            </p:cNvPr>
            <p:cNvCxnSpPr>
              <a:stCxn id="149" idx="2"/>
              <a:endCxn id="91" idx="0"/>
            </p:cNvCxnSpPr>
            <p:nvPr/>
          </p:nvCxnSpPr>
          <p:spPr>
            <a:xfrm>
              <a:off x="3124806" y="567572"/>
              <a:ext cx="11145" cy="344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C88DFF2D-8BFD-E1D2-73E0-611B0D37BD5C}"/>
                </a:ext>
              </a:extLst>
            </p:cNvPr>
            <p:cNvCxnSpPr>
              <a:stCxn id="91" idx="2"/>
              <a:endCxn id="93" idx="0"/>
            </p:cNvCxnSpPr>
            <p:nvPr/>
          </p:nvCxnSpPr>
          <p:spPr>
            <a:xfrm flipH="1">
              <a:off x="2129772" y="1219595"/>
              <a:ext cx="1006179" cy="725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E08E19A0-A59D-6018-9791-45F01517C0E4}"/>
                </a:ext>
              </a:extLst>
            </p:cNvPr>
            <p:cNvCxnSpPr>
              <a:stCxn id="91" idx="2"/>
              <a:endCxn id="92" idx="0"/>
            </p:cNvCxnSpPr>
            <p:nvPr/>
          </p:nvCxnSpPr>
          <p:spPr>
            <a:xfrm>
              <a:off x="3135951" y="1219595"/>
              <a:ext cx="863675" cy="725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7FA10B0A-4F9C-C056-4A29-49F4279DB7A3}"/>
                </a:ext>
              </a:extLst>
            </p:cNvPr>
            <p:cNvCxnSpPr>
              <a:stCxn id="92" idx="2"/>
              <a:endCxn id="143" idx="0"/>
            </p:cNvCxnSpPr>
            <p:nvPr/>
          </p:nvCxnSpPr>
          <p:spPr>
            <a:xfrm flipH="1">
              <a:off x="3999624" y="2252619"/>
              <a:ext cx="2" cy="26051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4708D6CB-38A5-00E2-5972-6C92EFA0F949}"/>
                </a:ext>
              </a:extLst>
            </p:cNvPr>
            <p:cNvCxnSpPr>
              <a:stCxn id="143" idx="2"/>
              <a:endCxn id="94" idx="0"/>
            </p:cNvCxnSpPr>
            <p:nvPr/>
          </p:nvCxnSpPr>
          <p:spPr>
            <a:xfrm>
              <a:off x="3999624" y="2913243"/>
              <a:ext cx="0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980D4474-A2DC-E13C-3210-BCEA75E6DE87}"/>
                </a:ext>
              </a:extLst>
            </p:cNvPr>
            <p:cNvSpPr txBox="1"/>
            <p:nvPr/>
          </p:nvSpPr>
          <p:spPr>
            <a:xfrm>
              <a:off x="5856980" y="951111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D20350A8-2EA6-971B-97E3-FBAF7348BEC4}"/>
                </a:ext>
              </a:extLst>
            </p:cNvPr>
            <p:cNvSpPr txBox="1"/>
            <p:nvPr/>
          </p:nvSpPr>
          <p:spPr>
            <a:xfrm>
              <a:off x="5503414" y="286882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E3C4B845-EBD9-9B6E-F490-F06789B37375}"/>
                </a:ext>
              </a:extLst>
            </p:cNvPr>
            <p:cNvCxnSpPr>
              <a:stCxn id="93" idx="2"/>
              <a:endCxn id="95" idx="0"/>
            </p:cNvCxnSpPr>
            <p:nvPr/>
          </p:nvCxnSpPr>
          <p:spPr>
            <a:xfrm flipH="1">
              <a:off x="1619192" y="2252618"/>
              <a:ext cx="510580" cy="6765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938D6B10-F512-19B8-156C-CC613AF3BCD2}"/>
                </a:ext>
              </a:extLst>
            </p:cNvPr>
            <p:cNvCxnSpPr>
              <a:stCxn id="93" idx="2"/>
              <a:endCxn id="96" idx="0"/>
            </p:cNvCxnSpPr>
            <p:nvPr/>
          </p:nvCxnSpPr>
          <p:spPr>
            <a:xfrm>
              <a:off x="2129772" y="2252618"/>
              <a:ext cx="382784" cy="6003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1" name="Text Box 54">
              <a:extLst>
                <a:ext uri="{FF2B5EF4-FFF2-40B4-BE49-F238E27FC236}">
                  <a16:creationId xmlns:a16="http://schemas.microsoft.com/office/drawing/2014/main" id="{AF40B975-6E5E-0F3D-2EAF-086B3CDFD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5228183"/>
              <a:ext cx="1295400" cy="577081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kern="0" dirty="0">
                  <a:solidFill>
                    <a:prstClr val="black"/>
                  </a:solidFill>
                  <a:latin typeface="Arial" charset="0"/>
                </a:rPr>
                <a:t>Contingency coefficient</a:t>
              </a:r>
              <a:r>
                <a:rPr kumimoji="0" lang="de-DE" altLang="de-D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Phi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Cramer‘s V</a:t>
              </a:r>
            </a:p>
          </p:txBody>
        </p:sp>
        <p:sp>
          <p:nvSpPr>
            <p:cNvPr id="112" name="Text Box 44">
              <a:extLst>
                <a:ext uri="{FF2B5EF4-FFF2-40B4-BE49-F238E27FC236}">
                  <a16:creationId xmlns:a16="http://schemas.microsoft.com/office/drawing/2014/main" id="{4A5109D7-ED3C-1415-7F1A-98CB139A3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710" y="5362835"/>
              <a:ext cx="105830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de-DE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Association </a:t>
              </a:r>
            </a:p>
          </p:txBody>
        </p: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678B1690-4BF6-5836-5163-E52DE92FE4AD}"/>
                </a:ext>
              </a:extLst>
            </p:cNvPr>
            <p:cNvCxnSpPr>
              <a:stCxn id="112" idx="3"/>
              <a:endCxn id="111" idx="1"/>
            </p:cNvCxnSpPr>
            <p:nvPr/>
          </p:nvCxnSpPr>
          <p:spPr>
            <a:xfrm>
              <a:off x="3451013" y="5516724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4" name="Text Box 45">
              <a:extLst>
                <a:ext uri="{FF2B5EF4-FFF2-40B4-BE49-F238E27FC236}">
                  <a16:creationId xmlns:a16="http://schemas.microsoft.com/office/drawing/2014/main" id="{69AEEABE-C304-B84E-0140-4B711244C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562" y="5930116"/>
              <a:ext cx="11465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comparisons </a:t>
              </a:r>
            </a:p>
          </p:txBody>
        </p:sp>
        <p:sp>
          <p:nvSpPr>
            <p:cNvPr id="115" name="Text Box 9">
              <a:extLst>
                <a:ext uri="{FF2B5EF4-FFF2-40B4-BE49-F238E27FC236}">
                  <a16:creationId xmlns:a16="http://schemas.microsoft.com/office/drawing/2014/main" id="{A302C694-2116-19D6-C5F9-744C2D74A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6084569"/>
              <a:ext cx="1295400" cy="230832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b="1" kern="0" dirty="0">
                  <a:solidFill>
                    <a:prstClr val="black"/>
                  </a:solidFill>
                  <a:latin typeface="Arial" charset="0"/>
                </a:rPr>
                <a:t>Chi-square test</a:t>
              </a:r>
            </a:p>
          </p:txBody>
        </p: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29F862D3-3032-950A-DC53-F52447B356D6}"/>
                </a:ext>
              </a:extLst>
            </p:cNvPr>
            <p:cNvCxnSpPr>
              <a:stCxn id="139" idx="2"/>
              <a:endCxn id="81" idx="0"/>
            </p:cNvCxnSpPr>
            <p:nvPr/>
          </p:nvCxnSpPr>
          <p:spPr>
            <a:xfrm>
              <a:off x="8357247" y="1188816"/>
              <a:ext cx="0" cy="492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7" name="Gewinkelte Verbindung 162">
              <a:extLst>
                <a:ext uri="{FF2B5EF4-FFF2-40B4-BE49-F238E27FC236}">
                  <a16:creationId xmlns:a16="http://schemas.microsoft.com/office/drawing/2014/main" id="{A7F62BE3-6C8B-CD84-B040-00F120A27052}"/>
                </a:ext>
              </a:extLst>
            </p:cNvPr>
            <p:cNvCxnSpPr>
              <a:stCxn id="81" idx="1"/>
              <a:endCxn id="89" idx="0"/>
            </p:cNvCxnSpPr>
            <p:nvPr/>
          </p:nvCxnSpPr>
          <p:spPr>
            <a:xfrm rot="10800000" flipV="1">
              <a:off x="5951261" y="1834952"/>
              <a:ext cx="1559601" cy="189602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EB7E1B6C-DA84-631A-00E4-2FC81BE3558D}"/>
                </a:ext>
              </a:extLst>
            </p:cNvPr>
            <p:cNvCxnSpPr>
              <a:stCxn id="89" idx="2"/>
              <a:endCxn id="141" idx="0"/>
            </p:cNvCxnSpPr>
            <p:nvPr/>
          </p:nvCxnSpPr>
          <p:spPr>
            <a:xfrm>
              <a:off x="5951260" y="2332331"/>
              <a:ext cx="0" cy="1808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E55E60FA-86F9-6951-31C1-EFDCB7B24347}"/>
                </a:ext>
              </a:extLst>
            </p:cNvPr>
            <p:cNvCxnSpPr>
              <a:stCxn id="141" idx="1"/>
              <a:endCxn id="143" idx="3"/>
            </p:cNvCxnSpPr>
            <p:nvPr/>
          </p:nvCxnSpPr>
          <p:spPr>
            <a:xfrm flipH="1">
              <a:off x="4553622" y="2713188"/>
              <a:ext cx="861272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4948727D-0CAF-96AF-32F3-69EDB5553821}"/>
                </a:ext>
              </a:extLst>
            </p:cNvPr>
            <p:cNvCxnSpPr>
              <a:stCxn id="141" idx="2"/>
              <a:endCxn id="142" idx="0"/>
            </p:cNvCxnSpPr>
            <p:nvPr/>
          </p:nvCxnSpPr>
          <p:spPr>
            <a:xfrm>
              <a:off x="5951260" y="2913243"/>
              <a:ext cx="1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7CBB4D26-9EDE-072D-160B-F33DB13E220A}"/>
                </a:ext>
              </a:extLst>
            </p:cNvPr>
            <p:cNvCxnSpPr>
              <a:stCxn id="142" idx="1"/>
              <a:endCxn id="94" idx="3"/>
            </p:cNvCxnSpPr>
            <p:nvPr/>
          </p:nvCxnSpPr>
          <p:spPr>
            <a:xfrm flipH="1">
              <a:off x="4474708" y="3465663"/>
              <a:ext cx="1020338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93BC83B5-EF8F-7CC9-C201-B3A6142B39FD}"/>
                </a:ext>
              </a:extLst>
            </p:cNvPr>
            <p:cNvSpPr txBox="1"/>
            <p:nvPr/>
          </p:nvSpPr>
          <p:spPr>
            <a:xfrm>
              <a:off x="4783334" y="335699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7B1C330C-3284-91DB-FEB3-791F1EF6229D}"/>
                </a:ext>
              </a:extLst>
            </p:cNvPr>
            <p:cNvCxnSpPr>
              <a:stCxn id="142" idx="2"/>
              <a:endCxn id="90" idx="0"/>
            </p:cNvCxnSpPr>
            <p:nvPr/>
          </p:nvCxnSpPr>
          <p:spPr>
            <a:xfrm flipH="1">
              <a:off x="5951259" y="3665718"/>
              <a:ext cx="2" cy="8434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F4143A57-0CC2-3245-7FAD-363D09173E34}"/>
                </a:ext>
              </a:extLst>
            </p:cNvPr>
            <p:cNvSpPr txBox="1"/>
            <p:nvPr/>
          </p:nvSpPr>
          <p:spPr>
            <a:xfrm>
              <a:off x="5503414" y="3861048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A8635A6A-5F05-AEFA-E191-75ACC0EB5290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 flipH="1">
              <a:off x="7519278" y="2673206"/>
              <a:ext cx="837970" cy="6135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FA3D4CBC-8763-9F3E-A8B2-747101823D4C}"/>
                </a:ext>
              </a:extLst>
            </p:cNvPr>
            <p:cNvCxnSpPr>
              <a:stCxn id="82" idx="2"/>
              <a:endCxn id="84" idx="0"/>
            </p:cNvCxnSpPr>
            <p:nvPr/>
          </p:nvCxnSpPr>
          <p:spPr>
            <a:xfrm>
              <a:off x="8357248" y="2673206"/>
              <a:ext cx="720107" cy="4596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FBD7A6D0-17B8-7C96-C999-0240CA77730D}"/>
                </a:ext>
              </a:extLst>
            </p:cNvPr>
            <p:cNvCxnSpPr>
              <a:endCxn id="87" idx="0"/>
            </p:cNvCxnSpPr>
            <p:nvPr/>
          </p:nvCxnSpPr>
          <p:spPr>
            <a:xfrm>
              <a:off x="7246092" y="3733679"/>
              <a:ext cx="0" cy="77544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2F753246-A4FB-4CC8-2CB9-F5DE0EC5A3C0}"/>
                </a:ext>
              </a:extLst>
            </p:cNvPr>
            <p:cNvCxnSpPr>
              <a:endCxn id="86" idx="0"/>
            </p:cNvCxnSpPr>
            <p:nvPr/>
          </p:nvCxnSpPr>
          <p:spPr>
            <a:xfrm>
              <a:off x="7813570" y="3854206"/>
              <a:ext cx="0" cy="137499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B4F6EEDF-16E8-0F6B-BFFB-BD16102FE69B}"/>
                </a:ext>
              </a:extLst>
            </p:cNvPr>
            <p:cNvSpPr txBox="1"/>
            <p:nvPr/>
          </p:nvSpPr>
          <p:spPr>
            <a:xfrm>
              <a:off x="6880098" y="397485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DC928D79-7D52-268F-70A8-ED76AF2DC7CE}"/>
                </a:ext>
              </a:extLst>
            </p:cNvPr>
            <p:cNvSpPr txBox="1"/>
            <p:nvPr/>
          </p:nvSpPr>
          <p:spPr>
            <a:xfrm>
              <a:off x="7787574" y="443711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E0EF0D1E-467E-AE91-D931-9B072EAD0B78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 flipH="1">
              <a:off x="9069729" y="3933056"/>
              <a:ext cx="7627" cy="57606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BF2949B8-7F86-F207-FCAC-B1709268E57D}"/>
                </a:ext>
              </a:extLst>
            </p:cNvPr>
            <p:cNvSpPr txBox="1"/>
            <p:nvPr/>
          </p:nvSpPr>
          <p:spPr>
            <a:xfrm>
              <a:off x="8595036" y="397544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3" name="Gewinkelte Verbindung 200">
              <a:extLst>
                <a:ext uri="{FF2B5EF4-FFF2-40B4-BE49-F238E27FC236}">
                  <a16:creationId xmlns:a16="http://schemas.microsoft.com/office/drawing/2014/main" id="{06EA6A26-DA26-E9B3-3886-00A93DC0519E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rot="5400000">
              <a:off x="8435457" y="4890073"/>
              <a:ext cx="2453210" cy="139064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34" name="Gewinkelte Verbindung 209">
              <a:extLst>
                <a:ext uri="{FF2B5EF4-FFF2-40B4-BE49-F238E27FC236}">
                  <a16:creationId xmlns:a16="http://schemas.microsoft.com/office/drawing/2014/main" id="{52058C5E-AB4A-8C10-C2CC-0D236722E955}"/>
                </a:ext>
              </a:extLst>
            </p:cNvPr>
            <p:cNvCxnSpPr>
              <a:stCxn id="143" idx="1"/>
              <a:endCxn id="111" idx="0"/>
            </p:cNvCxnSpPr>
            <p:nvPr/>
          </p:nvCxnSpPr>
          <p:spPr>
            <a:xfrm rot="10800000" flipH="1" flipV="1">
              <a:off x="3445626" y="2713187"/>
              <a:ext cx="898814" cy="2514995"/>
            </a:xfrm>
            <a:prstGeom prst="bentConnector4">
              <a:avLst>
                <a:gd name="adj1" fmla="val -25434"/>
                <a:gd name="adj2" fmla="val 53977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681F1049-1F38-4924-F3C5-6BFD4BF83128}"/>
                </a:ext>
              </a:extLst>
            </p:cNvPr>
            <p:cNvSpPr txBox="1"/>
            <p:nvPr/>
          </p:nvSpPr>
          <p:spPr>
            <a:xfrm>
              <a:off x="3603772" y="2831439"/>
              <a:ext cx="381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9D6A16AA-1E0E-9345-AA33-9C623F753D0D}"/>
                </a:ext>
              </a:extLst>
            </p:cNvPr>
            <p:cNvSpPr txBox="1"/>
            <p:nvPr/>
          </p:nvSpPr>
          <p:spPr>
            <a:xfrm>
              <a:off x="3561678" y="400506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D572A484-A811-6784-FEBC-4E56575D0BE4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8357247" y="1988840"/>
              <a:ext cx="1" cy="37658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30A2056C-C052-C421-7297-E21AC1E3C7FB}"/>
                </a:ext>
              </a:extLst>
            </p:cNvPr>
            <p:cNvSpPr txBox="1"/>
            <p:nvPr/>
          </p:nvSpPr>
          <p:spPr>
            <a:xfrm>
              <a:off x="7931590" y="123914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9" name="Text Box 11">
              <a:extLst>
                <a:ext uri="{FF2B5EF4-FFF2-40B4-BE49-F238E27FC236}">
                  <a16:creationId xmlns:a16="http://schemas.microsoft.com/office/drawing/2014/main" id="{FA4CA0C2-423E-4F6F-3431-F28C72E75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0619" y="942595"/>
              <a:ext cx="1353256" cy="246221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b="1" kern="0" dirty="0">
                  <a:solidFill>
                    <a:prstClr val="white"/>
                  </a:solidFill>
                  <a:latin typeface="Calibri"/>
                </a:rPr>
                <a:t>Normally distributed?</a:t>
              </a:r>
            </a:p>
          </p:txBody>
        </p:sp>
        <p:sp>
          <p:nvSpPr>
            <p:cNvPr id="140" name="Text Box 32">
              <a:extLst>
                <a:ext uri="{FF2B5EF4-FFF2-40B4-BE49-F238E27FC236}">
                  <a16:creationId xmlns:a16="http://schemas.microsoft.com/office/drawing/2014/main" id="{27FFB987-1ED7-5D48-254B-FB7A55B0F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1728" y="3532946"/>
              <a:ext cx="3168768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Variances homogeneous? </a:t>
              </a:r>
              <a:br>
                <a:rPr lang="en-US" altLang="de-DE" kern="0" dirty="0">
                  <a:solidFill>
                    <a:prstClr val="white"/>
                  </a:solidFill>
                  <a:latin typeface="Calibri"/>
                </a:rPr>
              </a:b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Levene's test</a:t>
              </a:r>
            </a:p>
          </p:txBody>
        </p:sp>
        <p:sp>
          <p:nvSpPr>
            <p:cNvPr id="141" name="Text Box 40">
              <a:extLst>
                <a:ext uri="{FF2B5EF4-FFF2-40B4-BE49-F238E27FC236}">
                  <a16:creationId xmlns:a16="http://schemas.microsoft.com/office/drawing/2014/main" id="{99F34046-0753-1AEB-985B-3BA042878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894" y="2513133"/>
              <a:ext cx="1072731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de-DE" altLang="de-DE" kern="0" dirty="0">
                  <a:solidFill>
                    <a:prstClr val="white"/>
                  </a:solidFill>
                  <a:latin typeface="Calibri"/>
                </a:rPr>
                <a:t>Independent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metric? </a:t>
              </a:r>
            </a:p>
          </p:txBody>
        </p:sp>
        <p:sp>
          <p:nvSpPr>
            <p:cNvPr id="142" name="Text Box 41">
              <a:extLst>
                <a:ext uri="{FF2B5EF4-FFF2-40B4-BE49-F238E27FC236}">
                  <a16:creationId xmlns:a16="http://schemas.microsoft.com/office/drawing/2014/main" id="{99C84AE2-C90F-C525-4C5D-2CDC9A472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046" y="3265608"/>
              <a:ext cx="912429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relationship? </a:t>
              </a: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12F53824-4BE4-C2ED-7469-2A51481E7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5626" y="2513133"/>
              <a:ext cx="1107996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Independent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ordinal? 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F2E25E0C-2692-F3EA-8B62-4757F7B29AC3}"/>
                </a:ext>
              </a:extLst>
            </p:cNvPr>
            <p:cNvSpPr txBox="1"/>
            <p:nvPr/>
          </p:nvSpPr>
          <p:spPr>
            <a:xfrm>
              <a:off x="4783334" y="2597156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6A02855E-5281-FA5A-9971-3DDE81A5349B}"/>
                </a:ext>
              </a:extLst>
            </p:cNvPr>
            <p:cNvSpPr txBox="1"/>
            <p:nvPr/>
          </p:nvSpPr>
          <p:spPr>
            <a:xfrm>
              <a:off x="9768000" y="472514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46" name="Gewinkelte Verbindung 254">
              <a:extLst>
                <a:ext uri="{FF2B5EF4-FFF2-40B4-BE49-F238E27FC236}">
                  <a16:creationId xmlns:a16="http://schemas.microsoft.com/office/drawing/2014/main" id="{6DA8C72D-7801-D4E8-6818-6880A3DE9B75}"/>
                </a:ext>
              </a:extLst>
            </p:cNvPr>
            <p:cNvCxnSpPr>
              <a:stCxn id="148" idx="0"/>
              <a:endCxn id="112" idx="1"/>
            </p:cNvCxnSpPr>
            <p:nvPr/>
          </p:nvCxnSpPr>
          <p:spPr>
            <a:xfrm rot="5400000" flipH="1" flipV="1">
              <a:off x="1901049" y="5189598"/>
              <a:ext cx="164535" cy="81878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47" name="Gewinkelte Verbindung 256">
              <a:extLst>
                <a:ext uri="{FF2B5EF4-FFF2-40B4-BE49-F238E27FC236}">
                  <a16:creationId xmlns:a16="http://schemas.microsoft.com/office/drawing/2014/main" id="{04610E4A-DECB-0CE0-CCC3-8F4CD4102121}"/>
                </a:ext>
              </a:extLst>
            </p:cNvPr>
            <p:cNvCxnSpPr>
              <a:stCxn id="148" idx="2"/>
              <a:endCxn id="114" idx="1"/>
            </p:cNvCxnSpPr>
            <p:nvPr/>
          </p:nvCxnSpPr>
          <p:spPr>
            <a:xfrm rot="16200000" flipH="1">
              <a:off x="1859897" y="5703061"/>
              <a:ext cx="202690" cy="774640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48" name="Text Box 4">
              <a:extLst>
                <a:ext uri="{FF2B5EF4-FFF2-40B4-BE49-F238E27FC236}">
                  <a16:creationId xmlns:a16="http://schemas.microsoft.com/office/drawing/2014/main" id="{E25549AA-E6F6-3840-4AD8-1DBEE54BA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287" y="5681259"/>
              <a:ext cx="933269" cy="307777"/>
            </a:xfrm>
            <a:prstGeom prst="rect">
              <a:avLst/>
            </a:prstGeom>
            <a:solidFill>
              <a:srgbClr val="F79646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NOMINAL</a:t>
              </a:r>
            </a:p>
          </p:txBody>
        </p:sp>
        <p:sp>
          <p:nvSpPr>
            <p:cNvPr id="149" name="Text Box 4">
              <a:extLst>
                <a:ext uri="{FF2B5EF4-FFF2-40B4-BE49-F238E27FC236}">
                  <a16:creationId xmlns:a16="http://schemas.microsoft.com/office/drawing/2014/main" id="{ED7C5DCB-3EB5-36EC-7DB2-D798CD35A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4352" y="259795"/>
              <a:ext cx="740908" cy="307777"/>
            </a:xfrm>
            <a:prstGeom prst="rect">
              <a:avLst/>
            </a:prstGeom>
            <a:solidFill>
              <a:srgbClr val="4F81BD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Ordinal</a:t>
              </a:r>
            </a:p>
          </p:txBody>
        </p:sp>
        <p:sp>
          <p:nvSpPr>
            <p:cNvPr id="150" name="Text Box 5">
              <a:extLst>
                <a:ext uri="{FF2B5EF4-FFF2-40B4-BE49-F238E27FC236}">
                  <a16:creationId xmlns:a16="http://schemas.microsoft.com/office/drawing/2014/main" id="{9A9E0456-351F-FA6B-4FFF-B822D8B0B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053" y="259795"/>
              <a:ext cx="678391" cy="307777"/>
            </a:xfrm>
            <a:prstGeom prst="rect">
              <a:avLst/>
            </a:prstGeom>
            <a:solidFill>
              <a:srgbClr val="9BBB59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Metric</a:t>
              </a:r>
            </a:p>
          </p:txBody>
        </p: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32DF40DC-D01C-14AA-94AC-2C9E51865E0C}"/>
                </a:ext>
              </a:extLst>
            </p:cNvPr>
            <p:cNvCxnSpPr/>
            <p:nvPr/>
          </p:nvCxnSpPr>
          <p:spPr>
            <a:xfrm>
              <a:off x="3451013" y="6186210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82266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C2068B4-F6F4-1C17-786C-719B25B9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18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C998C1B-2D8B-517F-EC12-77502561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752049-F883-8CEF-A0E7-0D4316F5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197000"/>
            <a:ext cx="8352676" cy="4823264"/>
          </a:xfrm>
        </p:spPr>
        <p:txBody>
          <a:bodyPr anchor="t"/>
          <a:lstStyle/>
          <a:p>
            <a:r>
              <a:rPr lang="en-GB" dirty="0"/>
              <a:t>An Old-School-Example:</a:t>
            </a:r>
          </a:p>
          <a:p>
            <a:pPr lvl="1"/>
            <a:r>
              <a:rPr lang="en-GB" dirty="0">
                <a:hlinkClick r:id="rId2"/>
              </a:rPr>
              <a:t>GESIS-Suche: LebensRäume - Bevölkerungsumfrage des BBSR 2012</a:t>
            </a:r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D8F4F2-603E-DE24-BF62-7CB8CD96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(BBR, 2012)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956FE0-9782-2BFD-2AA3-037F885A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22" name="Picture 21">
            <a:hlinkClick r:id="rId3"/>
            <a:extLst>
              <a:ext uri="{FF2B5EF4-FFF2-40B4-BE49-F238E27FC236}">
                <a16:creationId xmlns:a16="http://schemas.microsoft.com/office/drawing/2014/main" id="{4EC98D76-7484-CE5A-7FC4-4FA68B258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600">
            <a:off x="3233233" y="2708667"/>
            <a:ext cx="3639971" cy="51570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125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B6E6-B88B-C254-997B-E6D72A42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2F5C729-8531-D1C8-C7CD-14BCC1AC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19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D2EA70-091E-DFE1-6D98-7FF42533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59036D-7EE7-2477-9ECE-0DFFD0233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197000"/>
            <a:ext cx="7560675" cy="4823264"/>
          </a:xfrm>
        </p:spPr>
        <p:txBody>
          <a:bodyPr anchor="t"/>
          <a:lstStyle/>
          <a:p>
            <a:r>
              <a:rPr lang="en-GB" dirty="0"/>
              <a:t>Before we begin: Some descriptives …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CBD49A-A407-8F8D-C09A-A05F0FC0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CD6958-6AF7-41B3-4B8E-AD3731D7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5370E2-6530-3F76-9B9D-6525A5053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000" y="3141000"/>
            <a:ext cx="4153260" cy="13336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740D5C7-146A-DBB1-1802-5389D154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087" y="2072626"/>
            <a:ext cx="2465022" cy="361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64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6C34-7ED9-CE5A-EC22-BCA3FD0F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AA9743C-DEDE-3D07-446C-FC635C71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20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1556D2C-70CE-2CDA-225D-ADE917B0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88D2CB-471D-579E-7292-91A6EF92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97000"/>
            <a:ext cx="5472676" cy="4823264"/>
          </a:xfrm>
        </p:spPr>
        <p:txBody>
          <a:bodyPr anchor="t"/>
          <a:lstStyle/>
          <a:p>
            <a:r>
              <a:rPr lang="en-GB" dirty="0"/>
              <a:t>Is the flat size (Q29S) normally distributed in each region (</a:t>
            </a:r>
            <a:r>
              <a:rPr lang="en-GB" dirty="0" err="1"/>
              <a:t>sgtyp</a:t>
            </a:r>
            <a:r>
              <a:rPr lang="en-GB" dirty="0"/>
              <a:t>)?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3AE99A-379D-D6C4-43EE-9C64CF613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D3E9A5-0D5E-FF8B-147F-0E6E15E2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16FDAE8-E7F0-664E-F5E1-B37ABF62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0" y="2319188"/>
            <a:ext cx="2211040" cy="3167653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022F49A-BD16-50BC-FABA-BB47C6CEF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71" y="2343571"/>
            <a:ext cx="3744001" cy="367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CFA2CF4-D08A-5D49-BEAC-FB5D398DC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000" y="1231856"/>
            <a:ext cx="3195222" cy="478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03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D157-D042-F9C3-248D-68F77BF2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9BFB294-1687-DA0B-1038-4171D9EA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21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D2B1C77-CCD5-C394-AA3A-B68A3E5F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95F278-8B96-0B77-621C-2BBCDB97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97000"/>
            <a:ext cx="4968676" cy="4823264"/>
          </a:xfrm>
        </p:spPr>
        <p:txBody>
          <a:bodyPr anchor="t"/>
          <a:lstStyle/>
          <a:p>
            <a:r>
              <a:rPr lang="en-GB" b="1" dirty="0"/>
              <a:t>BSP: </a:t>
            </a:r>
            <a:br>
              <a:rPr lang="en-GB" b="1" dirty="0"/>
            </a:br>
            <a:r>
              <a:rPr lang="en-GB" dirty="0"/>
              <a:t>BBSR LebensRäume 2012</a:t>
            </a:r>
            <a:br>
              <a:rPr lang="en-GB" dirty="0"/>
            </a:br>
            <a:r>
              <a:rPr lang="en-GB" dirty="0"/>
              <a:t>Differences in average flat size(Q29S) depending on the regional location (sgtyp)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58F9D0-D7F0-8F0F-668E-6CB84EB6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3EAA18-B8FF-1C70-D1C5-83C34B0B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A9AC462-946D-035A-6E89-FAB89218C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3605529"/>
            <a:ext cx="2926334" cy="281202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5C4091C-48CF-963F-5A8E-5C60559DC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6" y="1989000"/>
            <a:ext cx="6535441" cy="365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992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1EC6-BE49-F5A6-7579-B52006ED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2F3CA8E-8711-1124-EBD3-DEC1AB654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645"/>
          <a:stretch>
            <a:fillRect/>
          </a:stretch>
        </p:blipFill>
        <p:spPr>
          <a:xfrm>
            <a:off x="631988" y="2565000"/>
            <a:ext cx="6544012" cy="150209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DA238B8-93B9-30C9-8E8D-0E40D147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22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5DB1D54-17D0-B998-5ACF-A8317BB9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756133-F36A-C64A-A206-9DA9C090D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17129"/>
            <a:ext cx="5399999" cy="4947136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Interpretation:</a:t>
            </a:r>
          </a:p>
          <a:p>
            <a:r>
              <a:rPr lang="en-GB" b="1" dirty="0"/>
              <a:t>H0: The average flat size is the same for each location type</a:t>
            </a:r>
            <a:br>
              <a:rPr lang="en-GB" dirty="0"/>
            </a:br>
            <a:r>
              <a:rPr lang="en-GB" dirty="0"/>
              <a:t> 👉 “The mean homogeneity hypothesis”</a:t>
            </a:r>
          </a:p>
          <a:p>
            <a:r>
              <a:rPr lang="en-GB" b="1" dirty="0"/>
              <a:t>H1:</a:t>
            </a:r>
            <a:r>
              <a:rPr lang="en-GB" dirty="0"/>
              <a:t> … vary in size</a:t>
            </a:r>
            <a:br>
              <a:rPr lang="en-GB" dirty="0"/>
            </a:br>
            <a:endParaRPr lang="en-GB" sz="1100" b="1" dirty="0"/>
          </a:p>
          <a:p>
            <a:pPr marL="0" indent="0">
              <a:buNone/>
            </a:pPr>
            <a:r>
              <a:rPr lang="en-GB" sz="2800" dirty="0">
                <a:solidFill>
                  <a:srgbClr val="E37823"/>
                </a:solidFill>
              </a:rPr>
              <a:t>p = 0.000 &lt; α = 0,05</a:t>
            </a:r>
          </a:p>
          <a:p>
            <a:pPr marL="0" indent="0">
              <a:buNone/>
            </a:pPr>
            <a:r>
              <a:rPr lang="en-GB" dirty="0"/>
              <a:t>H0 is rejected (at a significance level of α = 0.05)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tx2"/>
                </a:solidFill>
              </a:rPr>
              <a:t>👉 significant differences in average flat sizes between regions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2B1B36-F4AB-4EF1-AD74-D4967CE0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1D7CF1-0244-72F4-76E6-55480ECC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534307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5E57-FE34-D048-EEB7-4FB5F81A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0723F1F-132A-75BC-738B-CE7476CE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23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8D8095-1F96-9735-5073-8427D112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BB5E4F-8AE2-00BB-D8A8-CE762B3BA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17129"/>
            <a:ext cx="5399999" cy="4947136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Interpretation:</a:t>
            </a:r>
          </a:p>
          <a:p>
            <a:r>
              <a:rPr lang="en-GB" b="1" dirty="0"/>
              <a:t>H0: The average flat size is the same for each location type</a:t>
            </a:r>
            <a:br>
              <a:rPr lang="en-GB" dirty="0"/>
            </a:br>
            <a:r>
              <a:rPr lang="en-GB" dirty="0"/>
              <a:t> 👉 “The mean homogeneity hypothesis”</a:t>
            </a:r>
          </a:p>
          <a:p>
            <a:r>
              <a:rPr lang="en-GB" b="1" dirty="0"/>
              <a:t>H1:</a:t>
            </a:r>
            <a:r>
              <a:rPr lang="en-GB" dirty="0"/>
              <a:t> … vary in size</a:t>
            </a:r>
            <a:br>
              <a:rPr lang="en-GB" dirty="0"/>
            </a:br>
            <a:endParaRPr lang="en-GB" sz="1100" b="1" dirty="0"/>
          </a:p>
          <a:p>
            <a:pPr marL="0" indent="0">
              <a:buNone/>
            </a:pPr>
            <a:r>
              <a:rPr lang="en-GB" sz="2800" dirty="0">
                <a:solidFill>
                  <a:srgbClr val="E37823"/>
                </a:solidFill>
              </a:rPr>
              <a:t>p = 0.000 &lt; α = 0,05</a:t>
            </a:r>
          </a:p>
          <a:p>
            <a:pPr marL="0" indent="0">
              <a:buNone/>
            </a:pPr>
            <a:r>
              <a:rPr lang="en-GB" dirty="0"/>
              <a:t>H0 is rejected (at a significance level of α = 0.05)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2"/>
                </a:solidFill>
              </a:rPr>
              <a:t>👉 significant differences in average flat sizes between regions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b="1" dirty="0">
                <a:solidFill>
                  <a:schemeClr val="tx2"/>
                </a:solidFill>
              </a:rPr>
              <a:t> 👉 Post-Hoc Test: Pairwise Comparisons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777F99-432A-98CC-4426-3CBAEA2FE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DB3285-0B2C-F547-DCE9-D079965A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23530A1-55E7-6FE5-2FB8-DEAFF6B57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33" y="1174522"/>
            <a:ext cx="4489367" cy="506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97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47E0-B44F-E686-82A5-12F9B10B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EB9C024-1832-FA1E-80B8-3397BFF8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One-way analysis of variance</a:t>
            </a:r>
            <a:br>
              <a:rPr lang="en-GB" dirty="0"/>
            </a:br>
            <a:r>
              <a:rPr lang="en-GB" dirty="0"/>
              <a:t>(ANOVA)</a:t>
            </a:r>
          </a:p>
        </p:txBody>
      </p:sp>
    </p:spTree>
    <p:extLst>
      <p:ext uri="{BB962C8B-B14F-4D97-AF65-F5344CB8AC3E}">
        <p14:creationId xmlns:p14="http://schemas.microsoft.com/office/powerpoint/2010/main" val="4102852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3358-29BD-E34C-0C63-EEA95B0E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EA5C592-6E89-BF00-464F-6EFE883D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25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4F1D31-D599-ABFE-F075-1A829959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2442558" cy="792000"/>
          </a:xfrm>
        </p:spPr>
        <p:txBody>
          <a:bodyPr/>
          <a:lstStyle/>
          <a:p>
            <a:r>
              <a:rPr lang="en-GB" dirty="0"/>
              <a:t>Sometimes Association </a:t>
            </a:r>
            <a:br>
              <a:rPr lang="en-GB" dirty="0"/>
            </a:br>
            <a:r>
              <a:rPr lang="en-GB" dirty="0"/>
              <a:t>is not Enough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93CA0E-3D7A-3E60-770E-9EF486856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628999"/>
            <a:ext cx="237461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  <a:t>BASIC ASSUMPTIONS: </a:t>
            </a:r>
            <a:br>
              <a:rPr lang="en-GB" sz="1600" b="1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1. Independent samples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2. Introduction: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Scale level </a:t>
            </a:r>
            <a:b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</a:br>
            <a:r>
              <a:rPr lang="en-GB" sz="1600" dirty="0">
                <a:solidFill>
                  <a:prstClr val="black"/>
                </a:solidFill>
                <a:ea typeface="ＭＳ Ｐゴシック" pitchFamily="-104" charset="-128"/>
              </a:rPr>
              <a:t>dependent variable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1DD6CD-DB07-BFAF-7741-CF9E3E8B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(own adaptation 2016 from: Hager, 2011)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268CC3-E350-F6D0-EA7B-E88BF8A0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53" name="Grafik 152">
            <a:extLst>
              <a:ext uri="{FF2B5EF4-FFF2-40B4-BE49-F238E27FC236}">
                <a16:creationId xmlns:a16="http://schemas.microsoft.com/office/drawing/2014/main" id="{0B3C9A12-4BEA-AD08-B496-5889219C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000" y="369342"/>
            <a:ext cx="746825" cy="693480"/>
          </a:xfrm>
          <a:prstGeom prst="rect">
            <a:avLst/>
          </a:prstGeom>
        </p:spPr>
      </p:pic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26F7395A-DB79-6A59-59DB-6B4B0A339274}"/>
              </a:ext>
            </a:extLst>
          </p:cNvPr>
          <p:cNvGrpSpPr/>
          <p:nvPr/>
        </p:nvGrpSpPr>
        <p:grpSpPr>
          <a:xfrm>
            <a:off x="2856000" y="174804"/>
            <a:ext cx="9079813" cy="6264696"/>
            <a:chOff x="1107287" y="188640"/>
            <a:chExt cx="9079813" cy="6264696"/>
          </a:xfrm>
        </p:grpSpPr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id="{FEE3A3A0-F841-9AFD-5615-BD07257CD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964" y="188640"/>
              <a:ext cx="1440160" cy="507831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1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Histogram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Skewness/Kurtosis</a:t>
              </a:r>
              <a:b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</a:br>
              <a:r>
                <a:rPr lang="en-GB" altLang="de-DE" sz="900" b="0" kern="0" dirty="0">
                  <a:solidFill>
                    <a:prstClr val="white"/>
                  </a:solidFill>
                  <a:latin typeface="Calibri"/>
                </a:rPr>
                <a:t>Shapiro-Wilk test</a:t>
              </a:r>
            </a:p>
          </p:txBody>
        </p:sp>
        <p:sp>
          <p:nvSpPr>
            <p:cNvPr id="81" name="Text Box 16">
              <a:extLst>
                <a:ext uri="{FF2B5EF4-FFF2-40B4-BE49-F238E27FC236}">
                  <a16:creationId xmlns:a16="http://schemas.microsoft.com/office/drawing/2014/main" id="{CEE2D372-24CB-B2D3-CBA1-09840FB1F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0861" y="1681063"/>
              <a:ext cx="1692771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Parametric methods</a:t>
              </a:r>
            </a:p>
          </p:txBody>
        </p:sp>
        <p:sp>
          <p:nvSpPr>
            <p:cNvPr id="82" name="Text Box 17">
              <a:extLst>
                <a:ext uri="{FF2B5EF4-FFF2-40B4-BE49-F238E27FC236}">
                  <a16:creationId xmlns:a16="http://schemas.microsoft.com/office/drawing/2014/main" id="{416A67E5-4995-BDDF-138C-8B9F9F21E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889" y="2365429"/>
              <a:ext cx="16387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 </a:t>
              </a:r>
            </a:p>
          </p:txBody>
        </p:sp>
        <p:sp>
          <p:nvSpPr>
            <p:cNvPr id="83" name="Text Box 19">
              <a:extLst>
                <a:ext uri="{FF2B5EF4-FFF2-40B4-BE49-F238E27FC236}">
                  <a16:creationId xmlns:a16="http://schemas.microsoft.com/office/drawing/2014/main" id="{F4875057-57A0-4986-9D57-D4C50F37E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1723" y="3286725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A7984607-AF0F-7439-23A5-B6EA4B0B0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4916" y="31328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85" name="Text Box 30">
              <a:extLst>
                <a:ext uri="{FF2B5EF4-FFF2-40B4-BE49-F238E27FC236}">
                  <a16:creationId xmlns:a16="http://schemas.microsoft.com/office/drawing/2014/main" id="{001BEA98-868A-356C-1773-D720849A3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4429" y="4509120"/>
              <a:ext cx="990600" cy="938719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One-way analysis of variance</a:t>
              </a:r>
              <a:b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</a:br>
              <a:r>
                <a:rPr lang="en-GB" altLang="de-DE" sz="1000" b="1" kern="0" dirty="0">
                  <a:solidFill>
                    <a:prstClr val="black"/>
                  </a:solidFill>
                  <a:latin typeface="Calibri"/>
                </a:rPr>
                <a:t>(</a:t>
              </a: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ANOVA)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F047E069-3B1F-7C20-FE49-60FBDAB5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2570" y="522920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 Wilk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(non-hom. Variances)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1BE3978A-0D22-9B06-576F-CAFBC963D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5092" y="4509120"/>
              <a:ext cx="762000" cy="553998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t-Test</a:t>
              </a:r>
              <a:b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(homogen.  Variances)</a:t>
              </a:r>
            </a:p>
          </p:txBody>
        </p:sp>
        <p:sp>
          <p:nvSpPr>
            <p:cNvPr id="88" name="Text Box 38">
              <a:extLst>
                <a:ext uri="{FF2B5EF4-FFF2-40B4-BE49-F238E27FC236}">
                  <a16:creationId xmlns:a16="http://schemas.microsoft.com/office/drawing/2014/main" id="{1792A443-7843-64DE-9545-3F70FE57E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548" y="6063099"/>
              <a:ext cx="1527982" cy="246221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ysDot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Non-parametric methods</a:t>
              </a:r>
            </a:p>
          </p:txBody>
        </p:sp>
        <p:sp>
          <p:nvSpPr>
            <p:cNvPr id="89" name="Text Box 39">
              <a:extLst>
                <a:ext uri="{FF2B5EF4-FFF2-40B4-BE49-F238E27FC236}">
                  <a16:creationId xmlns:a16="http://schemas.microsoft.com/office/drawing/2014/main" id="{E4FCA053-567A-26A4-1764-18E5F5991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726" y="2024554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0" name="Text Box 42">
              <a:extLst>
                <a:ext uri="{FF2B5EF4-FFF2-40B4-BE49-F238E27FC236}">
                  <a16:creationId xmlns:a16="http://schemas.microsoft.com/office/drawing/2014/main" id="{BB6286A2-8B64-963F-5AE5-94CE5BC8D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659" y="4509120"/>
              <a:ext cx="1219200" cy="477054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Pearsons r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regression</a:t>
              </a:r>
            </a:p>
          </p:txBody>
        </p:sp>
        <p:sp>
          <p:nvSpPr>
            <p:cNvPr id="91" name="Text Box 43">
              <a:extLst>
                <a:ext uri="{FF2B5EF4-FFF2-40B4-BE49-F238E27FC236}">
                  <a16:creationId xmlns:a16="http://schemas.microsoft.com/office/drawing/2014/main" id="{E081E948-D57A-701D-01A9-09FB63A04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1212" y="911818"/>
              <a:ext cx="2069477" cy="3077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b="1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Non-Parametric methods</a:t>
              </a:r>
            </a:p>
          </p:txBody>
        </p:sp>
        <p:sp>
          <p:nvSpPr>
            <p:cNvPr id="92" name="Text Box 44">
              <a:extLst>
                <a:ext uri="{FF2B5EF4-FFF2-40B4-BE49-F238E27FC236}">
                  <a16:creationId xmlns:a16="http://schemas.microsoft.com/office/drawing/2014/main" id="{7E2F2E16-158B-DAD2-BF79-AEED48346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092" y="1944842"/>
              <a:ext cx="103906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Correlation </a:t>
              </a:r>
            </a:p>
          </p:txBody>
        </p:sp>
        <p:sp>
          <p:nvSpPr>
            <p:cNvPr id="93" name="Text Box 45">
              <a:extLst>
                <a:ext uri="{FF2B5EF4-FFF2-40B4-BE49-F238E27FC236}">
                  <a16:creationId xmlns:a16="http://schemas.microsoft.com/office/drawing/2014/main" id="{FFA7BDC9-BBB2-F6EB-5A53-CFD229FC5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413" y="1944841"/>
              <a:ext cx="16387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sz="1400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comparisons</a:t>
              </a:r>
            </a:p>
          </p:txBody>
        </p:sp>
        <p:sp>
          <p:nvSpPr>
            <p:cNvPr id="94" name="Text Box 47">
              <a:extLst>
                <a:ext uri="{FF2B5EF4-FFF2-40B4-BE49-F238E27FC236}">
                  <a16:creationId xmlns:a16="http://schemas.microsoft.com/office/drawing/2014/main" id="{2587303B-406D-464E-8AAF-C1077B3C9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540" y="3265608"/>
              <a:ext cx="950168" cy="40011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Spearmans Rho</a:t>
              </a:r>
            </a:p>
          </p:txBody>
        </p:sp>
        <p:sp>
          <p:nvSpPr>
            <p:cNvPr id="95" name="Text Box 48">
              <a:extLst>
                <a:ext uri="{FF2B5EF4-FFF2-40B4-BE49-F238E27FC236}">
                  <a16:creationId xmlns:a16="http://schemas.microsoft.com/office/drawing/2014/main" id="{DF62B87C-66F9-2499-64E2-E93F69994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637" y="2929136"/>
              <a:ext cx="6351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6" name="Text Box 49">
              <a:extLst>
                <a:ext uri="{FF2B5EF4-FFF2-40B4-BE49-F238E27FC236}">
                  <a16:creationId xmlns:a16="http://schemas.microsoft.com/office/drawing/2014/main" id="{C2DF3FAF-89CC-463F-A655-04D5B1747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117" y="2852936"/>
              <a:ext cx="7248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more than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2 groups</a:t>
              </a:r>
            </a:p>
          </p:txBody>
        </p:sp>
        <p:sp>
          <p:nvSpPr>
            <p:cNvPr id="97" name="Text Box 50">
              <a:extLst>
                <a:ext uri="{FF2B5EF4-FFF2-40B4-BE49-F238E27FC236}">
                  <a16:creationId xmlns:a16="http://schemas.microsoft.com/office/drawing/2014/main" id="{B0026642-99CA-9FE6-78A6-40822D717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291" y="3261761"/>
              <a:ext cx="685800" cy="55399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Mann-Whitney U-Test</a:t>
              </a:r>
            </a:p>
          </p:txBody>
        </p:sp>
        <p:sp>
          <p:nvSpPr>
            <p:cNvPr id="98" name="Text Box 51">
              <a:extLst>
                <a:ext uri="{FF2B5EF4-FFF2-40B4-BE49-F238E27FC236}">
                  <a16:creationId xmlns:a16="http://schemas.microsoft.com/office/drawing/2014/main" id="{9AB36A78-3A0A-5BB2-C699-6714D5473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491" y="3269431"/>
              <a:ext cx="762000" cy="78483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Kruskal Wallis Test</a:t>
              </a: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Post Hoc Tests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54C6224E-4C37-9F47-17AF-15A62E1272A0}"/>
                </a:ext>
              </a:extLst>
            </p:cNvPr>
            <p:cNvCxnSpPr>
              <a:stCxn id="139" idx="1"/>
              <a:endCxn id="91" idx="3"/>
            </p:cNvCxnSpPr>
            <p:nvPr/>
          </p:nvCxnSpPr>
          <p:spPr>
            <a:xfrm flipH="1">
              <a:off x="4170689" y="1065706"/>
              <a:ext cx="3509930" cy="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0" name="Gerade Verbindung 103">
              <a:extLst>
                <a:ext uri="{FF2B5EF4-FFF2-40B4-BE49-F238E27FC236}">
                  <a16:creationId xmlns:a16="http://schemas.microsoft.com/office/drawing/2014/main" id="{56F698E6-2C6B-BB15-9993-FA391B607F47}"/>
                </a:ext>
              </a:extLst>
            </p:cNvPr>
            <p:cNvCxnSpPr>
              <a:stCxn id="150" idx="2"/>
              <a:endCxn id="139" idx="0"/>
            </p:cNvCxnSpPr>
            <p:nvPr/>
          </p:nvCxnSpPr>
          <p:spPr>
            <a:xfrm flipH="1">
              <a:off x="8357247" y="567572"/>
              <a:ext cx="2" cy="37502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D55A1030-4359-67D8-0249-62537F292760}"/>
                </a:ext>
              </a:extLst>
            </p:cNvPr>
            <p:cNvCxnSpPr>
              <a:stCxn id="80" idx="3"/>
            </p:cNvCxnSpPr>
            <p:nvPr/>
          </p:nvCxnSpPr>
          <p:spPr>
            <a:xfrm>
              <a:off x="7153124" y="442556"/>
              <a:ext cx="634450" cy="42309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709E8F76-B262-4A30-4DD9-7D0E220E7813}"/>
                </a:ext>
              </a:extLst>
            </p:cNvPr>
            <p:cNvCxnSpPr>
              <a:stCxn id="149" idx="2"/>
              <a:endCxn id="91" idx="0"/>
            </p:cNvCxnSpPr>
            <p:nvPr/>
          </p:nvCxnSpPr>
          <p:spPr>
            <a:xfrm>
              <a:off x="3124806" y="567572"/>
              <a:ext cx="11145" cy="344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DF04CF98-31DB-E740-E3F5-5346F878E77A}"/>
                </a:ext>
              </a:extLst>
            </p:cNvPr>
            <p:cNvCxnSpPr>
              <a:stCxn id="91" idx="2"/>
              <a:endCxn id="93" idx="0"/>
            </p:cNvCxnSpPr>
            <p:nvPr/>
          </p:nvCxnSpPr>
          <p:spPr>
            <a:xfrm flipH="1">
              <a:off x="2129772" y="1219595"/>
              <a:ext cx="1006179" cy="72524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A21D4150-78BF-5E43-2B86-3764A1F08E04}"/>
                </a:ext>
              </a:extLst>
            </p:cNvPr>
            <p:cNvCxnSpPr>
              <a:stCxn id="91" idx="2"/>
              <a:endCxn id="92" idx="0"/>
            </p:cNvCxnSpPr>
            <p:nvPr/>
          </p:nvCxnSpPr>
          <p:spPr>
            <a:xfrm>
              <a:off x="3135951" y="1219595"/>
              <a:ext cx="863675" cy="725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D97F0687-0B51-4773-6587-C4780FB14CC6}"/>
                </a:ext>
              </a:extLst>
            </p:cNvPr>
            <p:cNvCxnSpPr>
              <a:stCxn id="92" idx="2"/>
              <a:endCxn id="143" idx="0"/>
            </p:cNvCxnSpPr>
            <p:nvPr/>
          </p:nvCxnSpPr>
          <p:spPr>
            <a:xfrm flipH="1">
              <a:off x="3999624" y="2252619"/>
              <a:ext cx="2" cy="26051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32928D56-3B90-D64F-64D1-472433A5F878}"/>
                </a:ext>
              </a:extLst>
            </p:cNvPr>
            <p:cNvCxnSpPr>
              <a:stCxn id="143" idx="2"/>
              <a:endCxn id="94" idx="0"/>
            </p:cNvCxnSpPr>
            <p:nvPr/>
          </p:nvCxnSpPr>
          <p:spPr>
            <a:xfrm>
              <a:off x="3999624" y="2913243"/>
              <a:ext cx="0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FB65C7C9-B2AE-470B-DC44-44B95252A556}"/>
                </a:ext>
              </a:extLst>
            </p:cNvPr>
            <p:cNvSpPr txBox="1"/>
            <p:nvPr/>
          </p:nvSpPr>
          <p:spPr>
            <a:xfrm>
              <a:off x="5856980" y="951111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A9103F15-C55F-CB63-72BD-9E66713F9458}"/>
                </a:ext>
              </a:extLst>
            </p:cNvPr>
            <p:cNvSpPr txBox="1"/>
            <p:nvPr/>
          </p:nvSpPr>
          <p:spPr>
            <a:xfrm>
              <a:off x="5503414" y="286882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C63F9482-4298-1A53-65BE-B681B06EB198}"/>
                </a:ext>
              </a:extLst>
            </p:cNvPr>
            <p:cNvCxnSpPr>
              <a:stCxn id="93" idx="2"/>
              <a:endCxn id="95" idx="0"/>
            </p:cNvCxnSpPr>
            <p:nvPr/>
          </p:nvCxnSpPr>
          <p:spPr>
            <a:xfrm flipH="1">
              <a:off x="1619192" y="2252618"/>
              <a:ext cx="510580" cy="6765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20E05083-B73A-CAC4-961B-73266F61B0E7}"/>
                </a:ext>
              </a:extLst>
            </p:cNvPr>
            <p:cNvCxnSpPr>
              <a:stCxn id="93" idx="2"/>
              <a:endCxn id="96" idx="0"/>
            </p:cNvCxnSpPr>
            <p:nvPr/>
          </p:nvCxnSpPr>
          <p:spPr>
            <a:xfrm>
              <a:off x="2129772" y="2252618"/>
              <a:ext cx="382784" cy="60031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1" name="Text Box 54">
              <a:extLst>
                <a:ext uri="{FF2B5EF4-FFF2-40B4-BE49-F238E27FC236}">
                  <a16:creationId xmlns:a16="http://schemas.microsoft.com/office/drawing/2014/main" id="{84A2CDAA-06AC-8347-9B0D-99A9D20B6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5228183"/>
              <a:ext cx="1295400" cy="577081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kern="0" dirty="0">
                  <a:solidFill>
                    <a:prstClr val="black"/>
                  </a:solidFill>
                  <a:latin typeface="Arial" charset="0"/>
                </a:rPr>
                <a:t>Contingency coefficient</a:t>
              </a:r>
              <a:r>
                <a:rPr kumimoji="0" lang="de-DE" altLang="de-D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Phi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Cramer‘s V</a:t>
              </a:r>
            </a:p>
          </p:txBody>
        </p:sp>
        <p:sp>
          <p:nvSpPr>
            <p:cNvPr id="112" name="Text Box 44">
              <a:extLst>
                <a:ext uri="{FF2B5EF4-FFF2-40B4-BE49-F238E27FC236}">
                  <a16:creationId xmlns:a16="http://schemas.microsoft.com/office/drawing/2014/main" id="{7D339151-4CB8-FDF8-9182-1CC1857BF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710" y="5362835"/>
              <a:ext cx="105830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de-DE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Association </a:t>
              </a:r>
            </a:p>
          </p:txBody>
        </p: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7A467143-92ED-301B-992A-654528DF0CFE}"/>
                </a:ext>
              </a:extLst>
            </p:cNvPr>
            <p:cNvCxnSpPr>
              <a:stCxn id="112" idx="3"/>
              <a:endCxn id="111" idx="1"/>
            </p:cNvCxnSpPr>
            <p:nvPr/>
          </p:nvCxnSpPr>
          <p:spPr>
            <a:xfrm>
              <a:off x="3451013" y="5516724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4" name="Text Box 45">
              <a:extLst>
                <a:ext uri="{FF2B5EF4-FFF2-40B4-BE49-F238E27FC236}">
                  <a16:creationId xmlns:a16="http://schemas.microsoft.com/office/drawing/2014/main" id="{6229E936-1A1F-6108-5E43-BB4AD5103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562" y="5930116"/>
              <a:ext cx="11465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400" i="1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defTabSz="457200" fontAlgn="base">
                <a:spcAft>
                  <a:spcPct val="0"/>
                </a:spcAft>
              </a:pP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Group </a:t>
              </a:r>
              <a:b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</a:br>
              <a:r>
                <a:rPr lang="en-GB" altLang="de-DE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comparisons </a:t>
              </a:r>
            </a:p>
          </p:txBody>
        </p:sp>
        <p:sp>
          <p:nvSpPr>
            <p:cNvPr id="115" name="Text Box 9">
              <a:extLst>
                <a:ext uri="{FF2B5EF4-FFF2-40B4-BE49-F238E27FC236}">
                  <a16:creationId xmlns:a16="http://schemas.microsoft.com/office/drawing/2014/main" id="{84B5AE10-8D17-8835-8793-9C7B9B017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740" y="6084569"/>
              <a:ext cx="1295400" cy="230832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solidFill>
                <a:srgbClr val="F79646">
                  <a:shade val="50000"/>
                </a:srgbClr>
              </a:solidFill>
              <a:prstDash val="soli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lvl="0" defTabSz="457200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de-DE" sz="900" b="1" kern="0" dirty="0">
                  <a:solidFill>
                    <a:prstClr val="black"/>
                  </a:solidFill>
                  <a:latin typeface="Arial" charset="0"/>
                </a:rPr>
                <a:t>Chi-square test</a:t>
              </a:r>
            </a:p>
          </p:txBody>
        </p: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CB322E6D-903F-FDF5-3444-37F0911FCF25}"/>
                </a:ext>
              </a:extLst>
            </p:cNvPr>
            <p:cNvCxnSpPr>
              <a:stCxn id="139" idx="2"/>
              <a:endCxn id="81" idx="0"/>
            </p:cNvCxnSpPr>
            <p:nvPr/>
          </p:nvCxnSpPr>
          <p:spPr>
            <a:xfrm>
              <a:off x="8357247" y="1188816"/>
              <a:ext cx="0" cy="4922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7" name="Gewinkelte Verbindung 162">
              <a:extLst>
                <a:ext uri="{FF2B5EF4-FFF2-40B4-BE49-F238E27FC236}">
                  <a16:creationId xmlns:a16="http://schemas.microsoft.com/office/drawing/2014/main" id="{0F85BF44-6362-176E-94A3-2B4B11CC9148}"/>
                </a:ext>
              </a:extLst>
            </p:cNvPr>
            <p:cNvCxnSpPr>
              <a:stCxn id="81" idx="1"/>
              <a:endCxn id="89" idx="0"/>
            </p:cNvCxnSpPr>
            <p:nvPr/>
          </p:nvCxnSpPr>
          <p:spPr>
            <a:xfrm rot="10800000" flipV="1">
              <a:off x="5951261" y="1834952"/>
              <a:ext cx="1559601" cy="189602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D19305D9-BC04-071F-55D8-D1685B2FDC9A}"/>
                </a:ext>
              </a:extLst>
            </p:cNvPr>
            <p:cNvCxnSpPr>
              <a:stCxn id="89" idx="2"/>
              <a:endCxn id="141" idx="0"/>
            </p:cNvCxnSpPr>
            <p:nvPr/>
          </p:nvCxnSpPr>
          <p:spPr>
            <a:xfrm>
              <a:off x="5951260" y="2332331"/>
              <a:ext cx="0" cy="1808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C61ED3F1-887A-141F-AA5B-F9AD1907E27B}"/>
                </a:ext>
              </a:extLst>
            </p:cNvPr>
            <p:cNvCxnSpPr>
              <a:stCxn id="141" idx="1"/>
              <a:endCxn id="143" idx="3"/>
            </p:cNvCxnSpPr>
            <p:nvPr/>
          </p:nvCxnSpPr>
          <p:spPr>
            <a:xfrm flipH="1">
              <a:off x="4553622" y="2713188"/>
              <a:ext cx="861272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CB4B5521-E65D-EDA0-E14D-6A25BA1EF08B}"/>
                </a:ext>
              </a:extLst>
            </p:cNvPr>
            <p:cNvCxnSpPr>
              <a:stCxn id="141" idx="2"/>
              <a:endCxn id="142" idx="0"/>
            </p:cNvCxnSpPr>
            <p:nvPr/>
          </p:nvCxnSpPr>
          <p:spPr>
            <a:xfrm>
              <a:off x="5951260" y="2913243"/>
              <a:ext cx="1" cy="35236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4F292F5-AB23-921E-B874-A6B17B9DA6E7}"/>
                </a:ext>
              </a:extLst>
            </p:cNvPr>
            <p:cNvCxnSpPr>
              <a:stCxn id="142" idx="1"/>
              <a:endCxn id="94" idx="3"/>
            </p:cNvCxnSpPr>
            <p:nvPr/>
          </p:nvCxnSpPr>
          <p:spPr>
            <a:xfrm flipH="1">
              <a:off x="4474708" y="3465663"/>
              <a:ext cx="1020338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F7843EE2-A7B5-FB13-F66E-BA865B686DC0}"/>
                </a:ext>
              </a:extLst>
            </p:cNvPr>
            <p:cNvSpPr txBox="1"/>
            <p:nvPr/>
          </p:nvSpPr>
          <p:spPr>
            <a:xfrm>
              <a:off x="4783334" y="335699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83A930D8-873B-6A74-85E0-E75E39C40479}"/>
                </a:ext>
              </a:extLst>
            </p:cNvPr>
            <p:cNvCxnSpPr>
              <a:stCxn id="142" idx="2"/>
              <a:endCxn id="90" idx="0"/>
            </p:cNvCxnSpPr>
            <p:nvPr/>
          </p:nvCxnSpPr>
          <p:spPr>
            <a:xfrm flipH="1">
              <a:off x="5951259" y="3665718"/>
              <a:ext cx="2" cy="84340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DB7AEA1F-3046-FD51-0997-64E04696EB6F}"/>
                </a:ext>
              </a:extLst>
            </p:cNvPr>
            <p:cNvSpPr txBox="1"/>
            <p:nvPr/>
          </p:nvSpPr>
          <p:spPr>
            <a:xfrm>
              <a:off x="5503414" y="3861048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65DE1F26-CF9F-BBAA-EA95-8503FD654833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 flipH="1">
              <a:off x="7519278" y="2673206"/>
              <a:ext cx="837970" cy="6135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62B7E874-9940-D95E-59F5-28CB64F86DB0}"/>
                </a:ext>
              </a:extLst>
            </p:cNvPr>
            <p:cNvCxnSpPr>
              <a:stCxn id="82" idx="2"/>
              <a:endCxn id="84" idx="0"/>
            </p:cNvCxnSpPr>
            <p:nvPr/>
          </p:nvCxnSpPr>
          <p:spPr>
            <a:xfrm>
              <a:off x="8357248" y="2673206"/>
              <a:ext cx="720107" cy="4596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488E7E14-612D-ACF6-A6C0-BCB45CCAD707}"/>
                </a:ext>
              </a:extLst>
            </p:cNvPr>
            <p:cNvCxnSpPr>
              <a:endCxn id="87" idx="0"/>
            </p:cNvCxnSpPr>
            <p:nvPr/>
          </p:nvCxnSpPr>
          <p:spPr>
            <a:xfrm>
              <a:off x="7246092" y="3733679"/>
              <a:ext cx="0" cy="775441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FB6C7A35-B316-6C78-9412-09776C8B505A}"/>
                </a:ext>
              </a:extLst>
            </p:cNvPr>
            <p:cNvCxnSpPr>
              <a:endCxn id="86" idx="0"/>
            </p:cNvCxnSpPr>
            <p:nvPr/>
          </p:nvCxnSpPr>
          <p:spPr>
            <a:xfrm>
              <a:off x="7813570" y="3854206"/>
              <a:ext cx="0" cy="137499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7B78635D-61DE-A5DC-0A4B-5DAA1A653E18}"/>
                </a:ext>
              </a:extLst>
            </p:cNvPr>
            <p:cNvSpPr txBox="1"/>
            <p:nvPr/>
          </p:nvSpPr>
          <p:spPr>
            <a:xfrm>
              <a:off x="6880098" y="397485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61C96348-0350-9832-BBDB-B02B140A02A5}"/>
                </a:ext>
              </a:extLst>
            </p:cNvPr>
            <p:cNvSpPr txBox="1"/>
            <p:nvPr/>
          </p:nvSpPr>
          <p:spPr>
            <a:xfrm>
              <a:off x="7787574" y="4437112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D2CD11F9-3B43-050E-8DB0-AA94B8E882CD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 flipH="1">
              <a:off x="9069729" y="3933056"/>
              <a:ext cx="7627" cy="57606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C997530-C92D-7335-D795-36D2F8AD4ED8}"/>
                </a:ext>
              </a:extLst>
            </p:cNvPr>
            <p:cNvSpPr txBox="1"/>
            <p:nvPr/>
          </p:nvSpPr>
          <p:spPr>
            <a:xfrm>
              <a:off x="8595036" y="3975447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3" name="Gewinkelte Verbindung 200">
              <a:extLst>
                <a:ext uri="{FF2B5EF4-FFF2-40B4-BE49-F238E27FC236}">
                  <a16:creationId xmlns:a16="http://schemas.microsoft.com/office/drawing/2014/main" id="{CDF67806-1031-6465-DEFE-5A9204E4B691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rot="5400000">
              <a:off x="8435457" y="4890073"/>
              <a:ext cx="2453210" cy="139064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34" name="Gewinkelte Verbindung 209">
              <a:extLst>
                <a:ext uri="{FF2B5EF4-FFF2-40B4-BE49-F238E27FC236}">
                  <a16:creationId xmlns:a16="http://schemas.microsoft.com/office/drawing/2014/main" id="{4C2F484C-94E4-DE53-514A-05F02C8B975F}"/>
                </a:ext>
              </a:extLst>
            </p:cNvPr>
            <p:cNvCxnSpPr>
              <a:stCxn id="143" idx="1"/>
              <a:endCxn id="111" idx="0"/>
            </p:cNvCxnSpPr>
            <p:nvPr/>
          </p:nvCxnSpPr>
          <p:spPr>
            <a:xfrm rot="10800000" flipH="1" flipV="1">
              <a:off x="3445626" y="2713187"/>
              <a:ext cx="898814" cy="2514995"/>
            </a:xfrm>
            <a:prstGeom prst="bentConnector4">
              <a:avLst>
                <a:gd name="adj1" fmla="val -25434"/>
                <a:gd name="adj2" fmla="val 53977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19BAB2E-B84B-0ACC-BA56-2DA792300E84}"/>
                </a:ext>
              </a:extLst>
            </p:cNvPr>
            <p:cNvSpPr txBox="1"/>
            <p:nvPr/>
          </p:nvSpPr>
          <p:spPr>
            <a:xfrm>
              <a:off x="3603772" y="2831439"/>
              <a:ext cx="381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2ABAF7CA-6613-A7FB-B093-B3CE515C1A1B}"/>
                </a:ext>
              </a:extLst>
            </p:cNvPr>
            <p:cNvSpPr txBox="1"/>
            <p:nvPr/>
          </p:nvSpPr>
          <p:spPr>
            <a:xfrm>
              <a:off x="3561678" y="400506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8C1E7FA9-3B71-7890-B707-8D775276A5D1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8357247" y="1988840"/>
              <a:ext cx="1" cy="37658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EE6FE635-5BD9-9106-BBD0-BD174F554928}"/>
                </a:ext>
              </a:extLst>
            </p:cNvPr>
            <p:cNvSpPr txBox="1"/>
            <p:nvPr/>
          </p:nvSpPr>
          <p:spPr>
            <a:xfrm>
              <a:off x="7931590" y="1239143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+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39" name="Text Box 11">
              <a:extLst>
                <a:ext uri="{FF2B5EF4-FFF2-40B4-BE49-F238E27FC236}">
                  <a16:creationId xmlns:a16="http://schemas.microsoft.com/office/drawing/2014/main" id="{600282E7-FABD-93D4-CBE0-DFD803197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0619" y="942595"/>
              <a:ext cx="1353256" cy="246221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>
                  <a:latin typeface="+mj-lt"/>
                </a:defRPr>
              </a:lvl1pPr>
              <a:lvl2pPr marL="742950" indent="-285750" eaLnBrk="0" hangingPunct="0">
                <a:defRPr sz="2400"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pitchFamily="18" charset="0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b="1" kern="0" dirty="0">
                  <a:solidFill>
                    <a:prstClr val="white"/>
                  </a:solidFill>
                  <a:latin typeface="Calibri"/>
                </a:rPr>
                <a:t>Normally distributed?</a:t>
              </a:r>
            </a:p>
          </p:txBody>
        </p:sp>
        <p:sp>
          <p:nvSpPr>
            <p:cNvPr id="140" name="Text Box 32">
              <a:extLst>
                <a:ext uri="{FF2B5EF4-FFF2-40B4-BE49-F238E27FC236}">
                  <a16:creationId xmlns:a16="http://schemas.microsoft.com/office/drawing/2014/main" id="{77A376E2-1177-22F2-18E5-D0EEEB953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1728" y="3532946"/>
              <a:ext cx="3168768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Variances homogeneous? </a:t>
              </a:r>
              <a:br>
                <a:rPr lang="en-US" altLang="de-DE" kern="0" dirty="0">
                  <a:solidFill>
                    <a:prstClr val="white"/>
                  </a:solidFill>
                  <a:latin typeface="Calibri"/>
                </a:rPr>
              </a:br>
              <a:r>
                <a:rPr lang="en-US" altLang="de-DE" kern="0" dirty="0">
                  <a:solidFill>
                    <a:prstClr val="white"/>
                  </a:solidFill>
                  <a:latin typeface="Calibri"/>
                </a:rPr>
                <a:t>Levene's test</a:t>
              </a:r>
            </a:p>
          </p:txBody>
        </p:sp>
        <p:sp>
          <p:nvSpPr>
            <p:cNvPr id="141" name="Text Box 40">
              <a:extLst>
                <a:ext uri="{FF2B5EF4-FFF2-40B4-BE49-F238E27FC236}">
                  <a16:creationId xmlns:a16="http://schemas.microsoft.com/office/drawing/2014/main" id="{5557FB98-1EA5-81F2-7DD0-40D3A987C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894" y="2513133"/>
              <a:ext cx="1072731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lvl="0" defTabSz="457200" fontAlgn="base">
                <a:spcAft>
                  <a:spcPct val="0"/>
                </a:spcAft>
              </a:pPr>
              <a:r>
                <a:rPr lang="de-DE" altLang="de-DE" kern="0" dirty="0">
                  <a:solidFill>
                    <a:prstClr val="white"/>
                  </a:solidFill>
                  <a:latin typeface="Calibri"/>
                </a:rPr>
                <a:t>Independent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metric? </a:t>
              </a:r>
            </a:p>
          </p:txBody>
        </p:sp>
        <p:sp>
          <p:nvSpPr>
            <p:cNvPr id="142" name="Text Box 41">
              <a:extLst>
                <a:ext uri="{FF2B5EF4-FFF2-40B4-BE49-F238E27FC236}">
                  <a16:creationId xmlns:a16="http://schemas.microsoft.com/office/drawing/2014/main" id="{E1875CC4-5BDA-3D12-9BE6-3C080B35B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046" y="3265608"/>
              <a:ext cx="912429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Linear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relationship? </a:t>
              </a: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A4F5BF88-F31F-F67D-E6F8-BAE29DDF4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5626" y="2513133"/>
              <a:ext cx="1107996" cy="400110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" lastClr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de-DE"/>
              </a:defPPr>
              <a:lvl1pPr algn="ctr" eaLnBrk="1" hangingPunct="1">
                <a:spcBef>
                  <a:spcPct val="50000"/>
                </a:spcBef>
                <a:defRPr sz="1000" b="1">
                  <a:solidFill>
                    <a:schemeClr val="lt1"/>
                  </a:solidFill>
                  <a:latin typeface="+mj-lt"/>
                  <a:ea typeface="+mn-ea"/>
                </a:defRPr>
              </a:lvl1pPr>
              <a:lvl2pPr marL="742950" indent="-28575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2pPr>
              <a:lvl3pPr marL="11430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3pPr>
              <a:lvl4pPr marL="16002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4pPr>
              <a:lvl5pPr marL="2057400" indent="-228600" eaLnBrk="0" hangingPunct="0"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lt1"/>
                  </a:solidFill>
                  <a:latin typeface="Times New Roman" pitchFamily="18" charset="0"/>
                  <a:ea typeface="+mn-ea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Independent </a:t>
              </a:r>
              <a:b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de-DE" altLang="de-DE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variable ordinal? 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860E7D32-BE8C-8958-030B-12C94AA8C0E2}"/>
                </a:ext>
              </a:extLst>
            </p:cNvPr>
            <p:cNvSpPr txBox="1"/>
            <p:nvPr/>
          </p:nvSpPr>
          <p:spPr>
            <a:xfrm>
              <a:off x="4783334" y="2597156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BAC8F0CA-D258-804E-64F3-2191F53E3694}"/>
                </a:ext>
              </a:extLst>
            </p:cNvPr>
            <p:cNvSpPr txBox="1"/>
            <p:nvPr/>
          </p:nvSpPr>
          <p:spPr>
            <a:xfrm>
              <a:off x="9768000" y="4725144"/>
              <a:ext cx="4191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sz="2400" b="1" dirty="0">
                  <a:solidFill>
                    <a:prstClr val="black"/>
                  </a:solidFill>
                  <a:ea typeface="ＭＳ Ｐゴシック" pitchFamily="-104" charset="-128"/>
                </a:rPr>
                <a:t>–</a:t>
              </a:r>
              <a:endParaRPr lang="de-AT" b="1" dirty="0">
                <a:solidFill>
                  <a:prstClr val="black"/>
                </a:solidFill>
                <a:ea typeface="ＭＳ Ｐゴシック" pitchFamily="-104" charset="-128"/>
              </a:endParaRPr>
            </a:p>
          </p:txBody>
        </p:sp>
        <p:cxnSp>
          <p:nvCxnSpPr>
            <p:cNvPr id="146" name="Gewinkelte Verbindung 254">
              <a:extLst>
                <a:ext uri="{FF2B5EF4-FFF2-40B4-BE49-F238E27FC236}">
                  <a16:creationId xmlns:a16="http://schemas.microsoft.com/office/drawing/2014/main" id="{92B38B6B-0F1B-B5BE-07C0-21927A262AD1}"/>
                </a:ext>
              </a:extLst>
            </p:cNvPr>
            <p:cNvCxnSpPr>
              <a:stCxn id="148" idx="0"/>
              <a:endCxn id="112" idx="1"/>
            </p:cNvCxnSpPr>
            <p:nvPr/>
          </p:nvCxnSpPr>
          <p:spPr>
            <a:xfrm rot="5400000" flipH="1" flipV="1">
              <a:off x="1901049" y="5189598"/>
              <a:ext cx="164535" cy="81878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47" name="Gewinkelte Verbindung 256">
              <a:extLst>
                <a:ext uri="{FF2B5EF4-FFF2-40B4-BE49-F238E27FC236}">
                  <a16:creationId xmlns:a16="http://schemas.microsoft.com/office/drawing/2014/main" id="{0B886741-F4E1-EA08-B84C-64FBE74A4278}"/>
                </a:ext>
              </a:extLst>
            </p:cNvPr>
            <p:cNvCxnSpPr>
              <a:stCxn id="148" idx="2"/>
              <a:endCxn id="114" idx="1"/>
            </p:cNvCxnSpPr>
            <p:nvPr/>
          </p:nvCxnSpPr>
          <p:spPr>
            <a:xfrm rot="16200000" flipH="1">
              <a:off x="1859897" y="5703061"/>
              <a:ext cx="202690" cy="774640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48" name="Text Box 4">
              <a:extLst>
                <a:ext uri="{FF2B5EF4-FFF2-40B4-BE49-F238E27FC236}">
                  <a16:creationId xmlns:a16="http://schemas.microsoft.com/office/drawing/2014/main" id="{B2495731-2EF2-76C5-26E6-38392115F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287" y="5681259"/>
              <a:ext cx="933269" cy="307777"/>
            </a:xfrm>
            <a:prstGeom prst="rect">
              <a:avLst/>
            </a:prstGeom>
            <a:solidFill>
              <a:srgbClr val="F79646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NOMINAL</a:t>
              </a:r>
            </a:p>
          </p:txBody>
        </p:sp>
        <p:sp>
          <p:nvSpPr>
            <p:cNvPr id="149" name="Text Box 4">
              <a:extLst>
                <a:ext uri="{FF2B5EF4-FFF2-40B4-BE49-F238E27FC236}">
                  <a16:creationId xmlns:a16="http://schemas.microsoft.com/office/drawing/2014/main" id="{C0B4F17E-6D1C-466F-F360-6354D7EEC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4352" y="259795"/>
              <a:ext cx="740908" cy="307777"/>
            </a:xfrm>
            <a:prstGeom prst="rect">
              <a:avLst/>
            </a:prstGeom>
            <a:solidFill>
              <a:srgbClr val="4F81BD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Ordinal</a:t>
              </a:r>
            </a:p>
          </p:txBody>
        </p:sp>
        <p:sp>
          <p:nvSpPr>
            <p:cNvPr id="150" name="Text Box 5">
              <a:extLst>
                <a:ext uri="{FF2B5EF4-FFF2-40B4-BE49-F238E27FC236}">
                  <a16:creationId xmlns:a16="http://schemas.microsoft.com/office/drawing/2014/main" id="{CCAF95DF-59A6-8321-11F9-77DC59A31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053" y="259795"/>
              <a:ext cx="678391" cy="307777"/>
            </a:xfrm>
            <a:prstGeom prst="rect">
              <a:avLst/>
            </a:prstGeom>
            <a:solidFill>
              <a:srgbClr val="9BBB59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de-DE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Metric</a:t>
              </a:r>
            </a:p>
          </p:txBody>
        </p: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47A0AE6C-0D8F-3854-B70D-1816D09E0D91}"/>
                </a:ext>
              </a:extLst>
            </p:cNvPr>
            <p:cNvCxnSpPr/>
            <p:nvPr/>
          </p:nvCxnSpPr>
          <p:spPr>
            <a:xfrm>
              <a:off x="3451013" y="6186210"/>
              <a:ext cx="245727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153427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6E7A16B-6FF7-DCF7-0EF6-74574B11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26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692B4C3-1109-6812-0BC6-F2636F48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Again: Comparing Group Differences II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C644C1-8124-D11A-D34D-CC5B994D2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Often: </a:t>
            </a:r>
            <a:r>
              <a:rPr lang="en-GB" dirty="0"/>
              <a:t>dependent variable not normally distributed in its groups</a:t>
            </a:r>
          </a:p>
          <a:p>
            <a:r>
              <a:rPr lang="en-GB" dirty="0"/>
              <a:t>An example: </a:t>
            </a:r>
          </a:p>
          <a:p>
            <a:pPr lvl="1"/>
            <a:r>
              <a:rPr lang="en-GB" dirty="0"/>
              <a:t>eh4_flat_size_dataset.csv 👉 on Teams (Folder: “Data”)</a:t>
            </a:r>
          </a:p>
          <a:p>
            <a:pPr lvl="2"/>
            <a:r>
              <a:rPr lang="en-GB" dirty="0"/>
              <a:t>sgtyp: ordinally scaled regional location of a flat</a:t>
            </a:r>
          </a:p>
          <a:p>
            <a:pPr lvl="2"/>
            <a:r>
              <a:rPr lang="en-GB" dirty="0"/>
              <a:t>flat_size: in m²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60DA2-4E56-2BFC-7ECA-4F29BBBE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45999C-12AD-F156-0637-5EE7B553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E870B-F206-2AC5-F520-EDE1C692433E}"/>
              </a:ext>
            </a:extLst>
          </p:cNvPr>
          <p:cNvSpPr txBox="1"/>
          <p:nvPr/>
        </p:nvSpPr>
        <p:spPr>
          <a:xfrm>
            <a:off x="9127180" y="1613056"/>
            <a:ext cx="6177642" cy="854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sgtyp;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flat_size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62.5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52.9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64.7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77.8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51.5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51.5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78.7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66.5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48.0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63.1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48.0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48.0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58.6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26.3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29.1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46.6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39.8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59.7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41.4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33.8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77.0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51.6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56.0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33.6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46.8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56.7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37.7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46.0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46.0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82.8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54.8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39.1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67.3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36.7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58.1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35.1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58.0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66.1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57.6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53.3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50.5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32.8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Großstadt;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44.2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691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8F5E1A-4E15-1EF5-2715-4FC1A43A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27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E2F9547-2212-8AB3-F2F6-F3436F92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 II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DB84AF-2E39-D79B-280F-8193DF57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D5AC29-59E8-202E-3843-EAC4FEA0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DECE427-9757-DB4C-2079-8DBAB67C0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000" y="1987278"/>
            <a:ext cx="2880000" cy="38579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FFA226B-4667-9ED4-8143-1F4F5D894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386" y="2387937"/>
            <a:ext cx="5904000" cy="3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417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9E04D5-D409-F576-B275-3D90DE5D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28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855EF7-8BBF-A60C-D397-28E0C582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 II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61AB12-D386-1015-9EBE-EB7A02B0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A93D35-9627-147E-EA96-3E2D3F76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5A317430-0E48-6483-C425-8B4D07C96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8001" y="1197000"/>
            <a:ext cx="5543999" cy="453526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Levene Test for homogeneity of variance</a:t>
            </a:r>
          </a:p>
          <a:p>
            <a:r>
              <a:rPr lang="en-GB" b="1" dirty="0"/>
              <a:t>H0: </a:t>
            </a:r>
            <a:r>
              <a:rPr lang="en-GB" dirty="0"/>
              <a:t>All groups have equal variances.</a:t>
            </a:r>
          </a:p>
          <a:p>
            <a:r>
              <a:rPr lang="en-GB" b="1" dirty="0"/>
              <a:t>H1: </a:t>
            </a:r>
            <a:r>
              <a:rPr lang="en-GB" dirty="0"/>
              <a:t>At least two groups differ in their variance</a:t>
            </a:r>
            <a:br>
              <a:rPr lang="en-GB" dirty="0"/>
            </a:br>
            <a:endParaRPr lang="en-GB" dirty="0"/>
          </a:p>
          <a:p>
            <a:r>
              <a:rPr lang="en-GB" dirty="0">
                <a:solidFill>
                  <a:srgbClr val="E37823"/>
                </a:solidFill>
              </a:rPr>
              <a:t>If p ≤ α </a:t>
            </a:r>
            <a:br>
              <a:rPr lang="en-GB" dirty="0">
                <a:solidFill>
                  <a:srgbClr val="E37823"/>
                </a:solidFill>
              </a:rPr>
            </a:br>
            <a:r>
              <a:rPr lang="en-GB" dirty="0">
                <a:solidFill>
                  <a:srgbClr val="E37823"/>
                </a:solidFill>
              </a:rPr>
              <a:t>👉 H0 is rejected </a:t>
            </a:r>
            <a:br>
              <a:rPr lang="en-GB" dirty="0">
                <a:solidFill>
                  <a:srgbClr val="E37823"/>
                </a:solidFill>
              </a:rPr>
            </a:br>
            <a:r>
              <a:rPr lang="en-GB" dirty="0">
                <a:solidFill>
                  <a:srgbClr val="E37823"/>
                </a:solidFill>
              </a:rPr>
              <a:t>👉 no homogeneity of variance</a:t>
            </a:r>
            <a:br>
              <a:rPr lang="en-GB" dirty="0">
                <a:solidFill>
                  <a:srgbClr val="E37823"/>
                </a:solidFill>
              </a:rPr>
            </a:br>
            <a:r>
              <a:rPr lang="en-GB" dirty="0">
                <a:solidFill>
                  <a:srgbClr val="E37823"/>
                </a:solidFill>
              </a:rPr>
              <a:t>👉 </a:t>
            </a:r>
          </a:p>
        </p:txBody>
      </p:sp>
      <p:pic>
        <p:nvPicPr>
          <p:cNvPr id="13" name="Inhaltsplatzhalter 7">
            <a:extLst>
              <a:ext uri="{FF2B5EF4-FFF2-40B4-BE49-F238E27FC236}">
                <a16:creationId xmlns:a16="http://schemas.microsoft.com/office/drawing/2014/main" id="{9B12FC0D-09C8-DA93-1904-D44701F0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695324" y="1325172"/>
            <a:ext cx="4899872" cy="473922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B681506-138E-47A1-C732-018AECD418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1830" y="5177072"/>
            <a:ext cx="2755596" cy="9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06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173EDD7-FB28-4D70-E57A-CA416C2E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29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774DB58-BC2D-C0DE-0A89-18B76A39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Group Differences II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EDB380C-F0A2-AEAC-D053-A4E77DF23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2423999" y="1629000"/>
            <a:ext cx="6768000" cy="3992920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66E306-490F-CC75-5582-65029B88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5B4096-0C2E-A5B7-306A-278209CF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869173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D8AF-C330-3BD7-DCD0-01EE5D45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9422E10-BF70-6DFE-D9BB-B7E07907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Welcome …</a:t>
            </a:r>
          </a:p>
        </p:txBody>
      </p:sp>
    </p:spTree>
    <p:extLst>
      <p:ext uri="{BB962C8B-B14F-4D97-AF65-F5344CB8AC3E}">
        <p14:creationId xmlns:p14="http://schemas.microsoft.com/office/powerpoint/2010/main" val="1221086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A33CB5-CF5D-7509-8084-84EBA36E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 to the Ultimate: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8EA455-7044-22E5-5F05-0145177C9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4" t="9667" r="20455" b="21015"/>
          <a:stretch>
            <a:fillRect/>
          </a:stretch>
        </p:blipFill>
        <p:spPr bwMode="gray">
          <a:xfrm>
            <a:off x="2712000" y="1270757"/>
            <a:ext cx="6480000" cy="482048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34D4A-F136-1E48-7143-9B6DF27C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5F0F2-69C8-8727-0364-F90D4E2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CC36A-E8A0-7895-CCCE-7D6ACDFC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004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10F09-4B5C-1274-69A0-A2F46FF9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32</a:t>
            </a:fld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9A6CA7-7327-8C84-C402-FDDDDD2BD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9" t="4768" r="21425" b="9508"/>
          <a:stretch>
            <a:fillRect/>
          </a:stretch>
        </p:blipFill>
        <p:spPr bwMode="gray">
          <a:xfrm>
            <a:off x="3183999" y="667629"/>
            <a:ext cx="5824001" cy="5616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596D4-8D31-BD0A-632A-5D9C3D29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E3D65-A46B-4ECB-344F-E06E065D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2E990B5-97B6-FF27-8A3B-9C847004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818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12C73-C430-91AE-C662-811BF05D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CB01D-F299-5D03-3A2A-AE435185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33</a:t>
            </a:fld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458CBF-6941-CEEA-9AA0-C77D7211C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9" t="4768" r="21425" b="9508"/>
          <a:stretch>
            <a:fillRect/>
          </a:stretch>
        </p:blipFill>
        <p:spPr bwMode="gray">
          <a:xfrm>
            <a:off x="3183999" y="667629"/>
            <a:ext cx="5824001" cy="5616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F722-F9FB-FED2-2786-3369F3F3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2A6DF-22E5-BEDD-805A-D6DE5CB92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CC859B-F81F-2F52-F972-EB3EDE23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83AAC-1255-24C7-325B-954B99DFD8B9}"/>
              </a:ext>
            </a:extLst>
          </p:cNvPr>
          <p:cNvSpPr txBox="1"/>
          <p:nvPr/>
        </p:nvSpPr>
        <p:spPr>
          <a:xfrm rot="20560672">
            <a:off x="9637005" y="4926777"/>
            <a:ext cx="2016676" cy="1297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n-GB" sz="2400" b="1" dirty="0">
                <a:solidFill>
                  <a:schemeClr val="accent5"/>
                </a:solidFill>
              </a:rPr>
              <a:t>I know:</a:t>
            </a:r>
            <a:br>
              <a:rPr lang="en-GB" sz="2400" b="1" dirty="0">
                <a:solidFill>
                  <a:schemeClr val="accent5"/>
                </a:solidFill>
              </a:rPr>
            </a:br>
            <a:r>
              <a:rPr lang="en-GB" sz="2400" b="1" dirty="0">
                <a:solidFill>
                  <a:schemeClr val="accent5"/>
                </a:solidFill>
              </a:rPr>
              <a:t>Sad but True 😉</a:t>
            </a:r>
          </a:p>
        </p:txBody>
      </p:sp>
    </p:spTree>
    <p:extLst>
      <p:ext uri="{BB962C8B-B14F-4D97-AF65-F5344CB8AC3E}">
        <p14:creationId xmlns:p14="http://schemas.microsoft.com/office/powerpoint/2010/main" val="171435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1DBDA1-E30A-2212-D3AA-4EBAB231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EB4535-1F30-EB5D-9ED1-D4AD835C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Heavy Metal?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D96DB-966B-3BA7-6B4E-CBA30E70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(Jakub Marian, n.d.; Getty Images, n.d.)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1BBF3-8E03-BA88-A1B4-204BE345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4" name="Picture 2">
            <a:hlinkClick r:id="rId2"/>
            <a:extLst>
              <a:ext uri="{FF2B5EF4-FFF2-40B4-BE49-F238E27FC236}">
                <a16:creationId xmlns:a16="http://schemas.microsoft.com/office/drawing/2014/main" id="{98C48A82-3BFD-B5CC-E599-C3C03B692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000" y="405000"/>
            <a:ext cx="5760000" cy="576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796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830C-265F-D5FA-BC77-06B1491F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71225F-BAE0-3778-7AB6-E79AAD4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B99688-CFB2-37AB-B46A-B5551218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Heavy Metal?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4A12-4413-77D3-2676-EE6AAD05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(Jakub Marian, n.d.; Getty Images, n.d.)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EB5A2-C9A6-735E-5FEE-6D04E022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DDCC9BC0-AE45-CA72-9253-8ECBDA1010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000" y="405000"/>
            <a:ext cx="5760000" cy="576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hlinkClick r:id="rId4"/>
            <a:extLst>
              <a:ext uri="{FF2B5EF4-FFF2-40B4-BE49-F238E27FC236}">
                <a16:creationId xmlns:a16="http://schemas.microsoft.com/office/drawing/2014/main" id="{C07850CE-25FA-62EB-E881-D613F94CC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4000" y="1774646"/>
            <a:ext cx="2702922" cy="1978354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8A2BF60-FD87-98D5-4F31-C683C7B219C7}"/>
              </a:ext>
            </a:extLst>
          </p:cNvPr>
          <p:cNvSpPr/>
          <p:nvPr/>
        </p:nvSpPr>
        <p:spPr>
          <a:xfrm rot="1213286">
            <a:off x="8370755" y="1715158"/>
            <a:ext cx="717874" cy="79200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033C05A-B108-30D9-81D2-F06BD1F35438}"/>
              </a:ext>
            </a:extLst>
          </p:cNvPr>
          <p:cNvSpPr txBox="1">
            <a:spLocks/>
          </p:cNvSpPr>
          <p:nvPr/>
        </p:nvSpPr>
        <p:spPr bwMode="gray">
          <a:xfrm>
            <a:off x="695324" y="1413000"/>
            <a:ext cx="3384675" cy="4535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en-US" sz="2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65113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53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179388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lang="de-D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79388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Symbol" panose="05050102010706020507" pitchFamily="18" charset="2"/>
              <a:buNone/>
              <a:defRPr sz="14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00" indent="-1440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 🤔</a:t>
            </a:r>
            <a:br>
              <a:rPr lang="en-GB" dirty="0"/>
            </a:br>
            <a:r>
              <a:rPr lang="en-GB" dirty="0"/>
              <a:t>Why There?</a:t>
            </a:r>
            <a:br>
              <a:rPr lang="en-GB" dirty="0"/>
            </a:br>
            <a:r>
              <a:rPr lang="en-GB" dirty="0"/>
              <a:t>🤔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🤔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🤔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💡💡💡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… not much daylight …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… dark …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GB" dirty="0"/>
              <a:t>👉 making the best of it</a:t>
            </a:r>
          </a:p>
        </p:txBody>
      </p:sp>
    </p:spTree>
    <p:extLst>
      <p:ext uri="{BB962C8B-B14F-4D97-AF65-F5344CB8AC3E}">
        <p14:creationId xmlns:p14="http://schemas.microsoft.com/office/powerpoint/2010/main" val="2516054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78C44-CC4F-3705-86C8-6C9A4224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66632D-CC85-1900-873E-BA1522E7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are not the Only 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A7870-38FB-414A-A928-B9F55BEB7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5256676" cy="4535265"/>
          </a:xfrm>
        </p:spPr>
        <p:txBody>
          <a:bodyPr/>
          <a:lstStyle/>
          <a:p>
            <a:r>
              <a:rPr lang="en-GB" dirty="0"/>
              <a:t>DeHart, C. (2018). Metal by numbers: Revisiting the uneven distribution of heavy metal music. </a:t>
            </a:r>
            <a:r>
              <a:rPr lang="en-GB" i="1" dirty="0"/>
              <a:t>Metal Music Studies</a:t>
            </a:r>
            <a:r>
              <a:rPr lang="en-GB" dirty="0"/>
              <a:t>, </a:t>
            </a:r>
            <a:r>
              <a:rPr lang="en-GB" i="1" dirty="0"/>
              <a:t>4</a:t>
            </a:r>
            <a:r>
              <a:rPr lang="en-GB" dirty="0"/>
              <a:t>, 559–571. </a:t>
            </a:r>
            <a:r>
              <a:rPr lang="en-GB" dirty="0">
                <a:hlinkClick r:id="rId2"/>
              </a:rPr>
              <a:t>https://doi.org/10.1386/mms.4.3.559_1</a:t>
            </a:r>
            <a:endParaRPr lang="en-GB" dirty="0">
              <a:effectLst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F2C1A-7380-7F8D-CA87-A1F00CBB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3DBCB-9045-6C9E-E3C4-3AAF3DCA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FAC678A2-BB06-6215-5B38-AB90B29A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5033">
            <a:off x="6424858" y="1302518"/>
            <a:ext cx="4874236" cy="68580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888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5C52-F4BC-0036-32B1-BA8BA537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8A17C5-4B38-3499-7138-2F35D497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6989B6-5CBA-B047-29BB-134DB2E8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So: Let’s Push the Boundary of Knowledge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FA9D9-D469-7B4B-021C-F7552EEA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7848676" cy="4535265"/>
          </a:xfrm>
        </p:spPr>
        <p:txBody>
          <a:bodyPr>
            <a:normAutofit/>
          </a:bodyPr>
          <a:lstStyle/>
          <a:p>
            <a:r>
              <a:rPr lang="en-GB" sz="2800" b="1" dirty="0"/>
              <a:t>Research Question:</a:t>
            </a:r>
            <a:br>
              <a:rPr lang="en-GB" sz="2800" dirty="0"/>
            </a:br>
            <a:r>
              <a:rPr lang="en-GB" sz="2800" dirty="0"/>
              <a:t>Is there a connection between the </a:t>
            </a:r>
            <a:r>
              <a:rPr lang="en-GB" sz="2800" b="1" dirty="0"/>
              <a:t>Metal Band Density (MBD) </a:t>
            </a:r>
            <a:r>
              <a:rPr lang="en-GB" sz="2800" dirty="0"/>
              <a:t>and the amount of </a:t>
            </a:r>
            <a:r>
              <a:rPr lang="en-GB" sz="2800" b="1" dirty="0"/>
              <a:t>sunlight</a:t>
            </a:r>
            <a:r>
              <a:rPr lang="en-GB" sz="2800" dirty="0"/>
              <a:t> in various nations?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F859B-C02F-0800-86D2-C930F625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FC24-B3FD-9C40-F686-A10C2B99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94BC11E-FD34-52F3-DAA8-254342E650D1}"/>
              </a:ext>
            </a:extLst>
          </p:cNvPr>
          <p:cNvGrpSpPr/>
          <p:nvPr/>
        </p:nvGrpSpPr>
        <p:grpSpPr>
          <a:xfrm>
            <a:off x="8544001" y="2205000"/>
            <a:ext cx="3240002" cy="3240002"/>
            <a:chOff x="6746698" y="-110226"/>
            <a:chExt cx="5682602" cy="56826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AFF0C7-F416-0C7C-6790-4136BB283011}"/>
                </a:ext>
              </a:extLst>
            </p:cNvPr>
            <p:cNvSpPr/>
            <p:nvPr/>
          </p:nvSpPr>
          <p:spPr>
            <a:xfrm>
              <a:off x="6746698" y="-110226"/>
              <a:ext cx="5682602" cy="5682602"/>
            </a:xfrm>
            <a:prstGeom prst="ellipse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600" dirty="0">
                <a:solidFill>
                  <a:schemeClr val="tx1"/>
                </a:solidFill>
              </a:endParaRPr>
            </a:p>
          </p:txBody>
        </p: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61672C90-D819-64F8-979F-C58407CA0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0000" y="549000"/>
              <a:ext cx="4536002" cy="4365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57849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C12E-35E6-A1A6-337A-8734BDB6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C449D8-9975-80DF-A8E4-7348AAF4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ACEE60-C3E3-16F5-ABB7-7BA5519B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Ninja your Way Through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ADA30-6BA3-41DD-3A3F-DC68E8EB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7848676" cy="4535265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GB" sz="2800" b="1" dirty="0"/>
              <a:t>Operationalise Metal Band Density (MBD)</a:t>
            </a:r>
          </a:p>
          <a:p>
            <a:pPr lvl="1">
              <a:spcAft>
                <a:spcPts val="1000"/>
              </a:spcAft>
            </a:pPr>
            <a:r>
              <a:rPr lang="en-GB" sz="2400" dirty="0"/>
              <a:t>Number of metal bands per country</a:t>
            </a:r>
          </a:p>
          <a:p>
            <a:pPr lvl="1">
              <a:spcAft>
                <a:spcPts val="1000"/>
              </a:spcAft>
            </a:pPr>
            <a:r>
              <a:rPr lang="en-GB" sz="2400" dirty="0"/>
              <a:t>Population number per country</a:t>
            </a:r>
          </a:p>
          <a:p>
            <a:pPr>
              <a:spcAft>
                <a:spcPts val="1000"/>
              </a:spcAft>
            </a:pPr>
            <a:r>
              <a:rPr lang="en-GB" sz="2800" b="1" dirty="0"/>
              <a:t>Operationalise</a:t>
            </a:r>
            <a:r>
              <a:rPr lang="en-GB" sz="2800" dirty="0"/>
              <a:t> amount of </a:t>
            </a:r>
            <a:r>
              <a:rPr lang="en-GB" sz="2800" b="1" dirty="0"/>
              <a:t>sunlight</a:t>
            </a:r>
          </a:p>
          <a:p>
            <a:pPr lvl="1">
              <a:spcAft>
                <a:spcPts val="1000"/>
              </a:spcAft>
            </a:pPr>
            <a:r>
              <a:rPr lang="en-GB" sz="2400" dirty="0"/>
              <a:t>Number of sunny hours per …</a:t>
            </a:r>
          </a:p>
          <a:p>
            <a:pPr>
              <a:spcAft>
                <a:spcPts val="1000"/>
              </a:spcAft>
            </a:pPr>
            <a:r>
              <a:rPr lang="en-GB" sz="2800" b="1" dirty="0"/>
              <a:t>Operationalise “connection”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F6CF5-FCC2-0BB1-C836-88173325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5E07F-A7DC-7369-A042-59643018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408E7E-5FF4-04E0-B96A-72A5653B8D00}"/>
              </a:ext>
            </a:extLst>
          </p:cNvPr>
          <p:cNvGrpSpPr/>
          <p:nvPr/>
        </p:nvGrpSpPr>
        <p:grpSpPr>
          <a:xfrm>
            <a:off x="8112000" y="2421000"/>
            <a:ext cx="3240002" cy="3240002"/>
            <a:chOff x="6746698" y="-110226"/>
            <a:chExt cx="5682602" cy="56826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A7FE9E-BFC0-2BCC-78F8-5A2D8487CAA8}"/>
                </a:ext>
              </a:extLst>
            </p:cNvPr>
            <p:cNvSpPr/>
            <p:nvPr/>
          </p:nvSpPr>
          <p:spPr>
            <a:xfrm>
              <a:off x="6746698" y="-110226"/>
              <a:ext cx="5682602" cy="5682602"/>
            </a:xfrm>
            <a:prstGeom prst="ellipse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600" dirty="0">
                <a:solidFill>
                  <a:schemeClr val="tx1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450205DB-6E24-01BD-DF8D-37E7B614DF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0000" y="549000"/>
              <a:ext cx="4536002" cy="4365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2422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E2A9C-F18F-D3B4-52DF-F15E23F8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572552-6ADC-759A-6A0A-297116B4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Litte Hint: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8A45A-2959-FF24-B630-F5E28DBA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B2BCC-8C75-56CC-F88A-2190026C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C55258F-4532-A6BD-FA6F-02D635F5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4" y="2619000"/>
            <a:ext cx="5166613" cy="68580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hlinkClick r:id="rId4"/>
            <a:extLst>
              <a:ext uri="{FF2B5EF4-FFF2-40B4-BE49-F238E27FC236}">
                <a16:creationId xmlns:a16="http://schemas.microsoft.com/office/drawing/2014/main" id="{FE3695AF-FAA7-1E54-1913-8475B799D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110" y="2619000"/>
            <a:ext cx="5166613" cy="68580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A78023-77C2-D12E-A5C8-AF98DA43E146}"/>
              </a:ext>
            </a:extLst>
          </p:cNvPr>
          <p:cNvSpPr txBox="1"/>
          <p:nvPr/>
        </p:nvSpPr>
        <p:spPr>
          <a:xfrm>
            <a:off x="6545387" y="1269000"/>
            <a:ext cx="51666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linkClick r:id="rId6"/>
              </a:rPr>
              <a:t>https://www.kaggle.com/datasets/guimacrlh/every-metal-archives-band-october-2024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18897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3CCA00-5C54-6C06-65B8-2E7A19E0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40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E4232-1135-EB9E-21F3-E8E0CFCC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Suggestion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9D5D0-8DF1-A152-006E-C347EAAE5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197001"/>
            <a:ext cx="10800675" cy="496726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GB" b="1" dirty="0"/>
              <a:t>Phase 1 (0–20 min) Framing &amp; Strategy:</a:t>
            </a:r>
            <a:r>
              <a:rPr lang="en-GB" dirty="0"/>
              <a:t> Define MBD and sunlight ↔ scout out data</a:t>
            </a:r>
          </a:p>
          <a:p>
            <a:pPr lvl="1">
              <a:spcAft>
                <a:spcPts val="1000"/>
              </a:spcAft>
            </a:pPr>
            <a:r>
              <a:rPr lang="en-GB" dirty="0"/>
              <a:t>agree on countries &amp; data sources, plan the workflow</a:t>
            </a:r>
          </a:p>
          <a:p>
            <a:pPr>
              <a:spcAft>
                <a:spcPts val="1000"/>
              </a:spcAft>
            </a:pPr>
            <a:r>
              <a:rPr lang="en-GB" b="1" dirty="0"/>
              <a:t>Phase 2 (20–80 min) Data Collection &amp; Preparation:</a:t>
            </a:r>
            <a:r>
              <a:rPr lang="en-GB" dirty="0"/>
              <a:t> </a:t>
            </a:r>
          </a:p>
          <a:p>
            <a:pPr lvl="1">
              <a:spcAft>
                <a:spcPts val="1000"/>
              </a:spcAft>
            </a:pPr>
            <a:r>
              <a:rPr lang="en-GB" dirty="0"/>
              <a:t>Gather band counts (Metal Archives), sunshine data, and population figures</a:t>
            </a:r>
          </a:p>
          <a:p>
            <a:pPr lvl="1">
              <a:spcAft>
                <a:spcPts val="1000"/>
              </a:spcAft>
            </a:pPr>
            <a:r>
              <a:rPr lang="en-GB" dirty="0"/>
              <a:t>Harmonize units, align country names, handle missing values, build a joint dataset</a:t>
            </a:r>
          </a:p>
          <a:p>
            <a:pPr>
              <a:spcAft>
                <a:spcPts val="1000"/>
              </a:spcAft>
            </a:pPr>
            <a:r>
              <a:rPr lang="en-GB" b="1" dirty="0"/>
              <a:t>Phase 3 (80–110 min) Analysis &amp; Visualisation:</a:t>
            </a:r>
            <a:r>
              <a:rPr lang="en-GB" dirty="0"/>
              <a:t>  </a:t>
            </a:r>
            <a:br>
              <a:rPr lang="en-GB" dirty="0"/>
            </a:br>
            <a:r>
              <a:rPr lang="en-GB" dirty="0"/>
              <a:t>identify &amp; handle outliers, create scatter plot, calculate correlation</a:t>
            </a:r>
          </a:p>
          <a:p>
            <a:pPr>
              <a:spcAft>
                <a:spcPts val="1000"/>
              </a:spcAft>
            </a:pPr>
            <a:r>
              <a:rPr lang="en-GB" b="1" dirty="0"/>
              <a:t>Phase 5 (110–130 min) Comparison of Results &amp; Reflection:</a:t>
            </a:r>
            <a:r>
              <a:rPr lang="en-GB" dirty="0"/>
              <a:t> </a:t>
            </a:r>
            <a:br>
              <a:rPr lang="en-GB" dirty="0"/>
            </a:br>
            <a:r>
              <a:rPr lang="en-GB" dirty="0"/>
              <a:t>Present findings, discuss correlation vs causation and limitations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56D40-DEE7-F62C-5896-5AD4D308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6CD90-6701-59B8-4968-2B1F26F3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710053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30CA2-1ED0-C7D2-F5E8-49AB4F54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41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5C150A-6B47-F265-0EAF-BF0C0485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Rock!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F7E99F-C076-E252-8F61-F3A87EE69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65535" y="1341000"/>
            <a:ext cx="6060930" cy="4679038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01AB6-BFA7-F4B3-782C-10BD638C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EE609-6070-2234-D822-98C42B63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860988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D48265A-96F2-9C87-84B5-596060FF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EB3363A-D7B1-3A7A-DB8C-E2BF875193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7175" y="6438900"/>
            <a:ext cx="504825" cy="144463"/>
          </a:xfrm>
        </p:spPr>
        <p:txBody>
          <a:bodyPr/>
          <a:lstStyle/>
          <a:p>
            <a:fld id="{D836C0FE-70CA-4950-82D6-CF602CC2B770}" type="slidenum">
              <a:rPr lang="en-GB" smtClean="0"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423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DED73BE-4E25-CCB5-9A2E-1BF56404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43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E91D2C-1A92-6B6A-F797-B1885D76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B20038-F742-A10A-233F-F413BB56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4032676" cy="4535265"/>
          </a:xfrm>
        </p:spPr>
        <p:txBody>
          <a:bodyPr>
            <a:normAutofit/>
          </a:bodyPr>
          <a:lstStyle/>
          <a:p>
            <a:r>
              <a:rPr lang="en-GB" sz="2800" b="1" dirty="0"/>
              <a:t>XXX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67C216-F648-2CEB-F916-C0140D7E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DC14DE-67DF-FEBB-53AD-86AD35A7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01534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268FE5F-26AC-C00D-E469-92E59064A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8000" y="3357000"/>
            <a:ext cx="4967326" cy="1440000"/>
          </a:xfrm>
        </p:spPr>
        <p:txBody>
          <a:bodyPr/>
          <a:lstStyle/>
          <a:p>
            <a:r>
              <a:rPr lang="en-GB" sz="7200" b="1" kern="1200" baseline="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Calibri" panose="020F0502020204030204" pitchFamily="34" charset="0"/>
              </a:rPr>
              <a:t>So long &amp; cheerio!</a:t>
            </a:r>
            <a:endParaRPr lang="en-GB" sz="720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BA542F76-BA4F-CF65-9AC7-CED2BDE1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00" y="5949000"/>
            <a:ext cx="885714" cy="371429"/>
          </a:xfrm>
          <a:prstGeom prst="rect">
            <a:avLst/>
          </a:prstGeom>
        </p:spPr>
      </p:pic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D910FE55-AD78-2D7F-6F7C-3BFDF471D4E5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1" r="21481"/>
          <a:stretch/>
        </p:blipFill>
        <p:spPr/>
      </p:pic>
    </p:spTree>
    <p:extLst>
      <p:ext uri="{BB962C8B-B14F-4D97-AF65-F5344CB8AC3E}">
        <p14:creationId xmlns:p14="http://schemas.microsoft.com/office/powerpoint/2010/main" val="2537912681"/>
      </p:ext>
    </p:extLst>
  </p:cSld>
  <p:clrMapOvr>
    <a:masterClrMapping/>
  </p:clrMapOvr>
</p:sld>
</file>

<file path=ppt/theme/theme1.xml><?xml version="1.0" encoding="utf-8"?>
<a:theme xmlns:a="http://schemas.openxmlformats.org/drawingml/2006/main" name="IMC University of Applied Sciences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kmh_1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4E7E9"/>
        </a:solidFill>
        <a:ln>
          <a:noFill/>
        </a:ln>
      </a:spPr>
      <a:bodyPr rtlCol="0" anchor="ctr"/>
      <a:lstStyle>
        <a:defPPr algn="ctr">
          <a:lnSpc>
            <a:spcPct val="120000"/>
          </a:lnSpc>
          <a:defRPr sz="16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lnSpc>
            <a:spcPct val="120000"/>
          </a:lnSpc>
          <a:spcBef>
            <a:spcPts val="800"/>
          </a:spcBef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custClrLst>
    <a:custClr name="Corporate 1">
      <a:srgbClr val="768692"/>
    </a:custClr>
    <a:custClr name="R 156, G 168, B 178">
      <a:srgbClr val="9CA8B2"/>
    </a:custClr>
    <a:custClr name="R 199, G 206, B 211">
      <a:srgbClr val="C7CED3"/>
    </a:custClr>
    <a:custClr name="R 228, G 231, B 233">
      <a:srgbClr val="E4E7E9"/>
    </a:custClr>
    <a:custClr name="Corporate 2">
      <a:srgbClr val="FF9E1B"/>
    </a:custClr>
    <a:custClr name="R 255, G 191, B 113">
      <a:srgbClr val="FFBF71"/>
    </a:custClr>
    <a:custClr name="R 255, G 227, B 193">
      <a:srgbClr val="FFE3C1"/>
    </a:custClr>
    <a:custClr name="Health">
      <a:srgbClr val="98D801"/>
    </a:custClr>
    <a:custClr name="Sciences Technology">
      <a:srgbClr val="F94868"/>
    </a:custClr>
    <a:custClr name="Business">
      <a:srgbClr val="608EE4"/>
    </a:custClr>
  </a:custClrLst>
  <a:extLst>
    <a:ext uri="{05A4C25C-085E-4340-85A3-A5531E510DB2}">
      <thm15:themeFamily xmlns:thm15="http://schemas.microsoft.com/office/thememl/2012/main" name="IMC_Master_kmh_DE_v1.potx" id="{79027A7D-8AA6-4FF1-9B83-2BF3E5D41B04}" vid="{87764EB5-24AE-4F71-AD43-557043AB0F05}"/>
    </a:ext>
  </a:extLst>
</a:theme>
</file>

<file path=ppt/theme/theme2.xml><?xml version="1.0" encoding="utf-8"?>
<a:theme xmlns:a="http://schemas.openxmlformats.org/drawingml/2006/main" name="Office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IMC Fachhochschule Krems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IMC Fachhochschule Krems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F2792C-8C3D-4AFB-91DE-8DCC0231744D}">
  <we:reference id="wa200007063" version="1.2.0.0" store="de-DE" storeType="OMEX"/>
  <we:alternateReferences>
    <we:reference id="wa200007063" version="1.2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1089ab-238d-4f34-8e8a-1e1e5907d4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D664516BE24469EECE7B1C74B4CED" ma:contentTypeVersion="13" ma:contentTypeDescription="Ein neues Dokument erstellen." ma:contentTypeScope="" ma:versionID="148feb6d18d1b98b58ea0b10f3866418">
  <xsd:schema xmlns:xsd="http://www.w3.org/2001/XMLSchema" xmlns:xs="http://www.w3.org/2001/XMLSchema" xmlns:p="http://schemas.microsoft.com/office/2006/metadata/properties" xmlns:ns3="0e1089ab-238d-4f34-8e8a-1e1e5907d4c8" targetNamespace="http://schemas.microsoft.com/office/2006/metadata/properties" ma:root="true" ma:fieldsID="73c7374de2ecd01200187277c5e0b593" ns3:_="">
    <xsd:import namespace="0e1089ab-238d-4f34-8e8a-1e1e5907d4c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1089ab-238d-4f34-8e8a-1e1e5907d4c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5C4301-C29D-407B-9381-82889EE8729E}">
  <ds:schemaRefs>
    <ds:schemaRef ds:uri="0e1089ab-238d-4f34-8e8a-1e1e5907d4c8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EB7167-61AD-41F1-A0C7-D8F1990BF1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1089ab-238d-4f34-8e8a-1e1e5907d4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73F5B9-CA92-4B94-AB61-4BBEAEC976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2075</Words>
  <Application>Microsoft Office PowerPoint</Application>
  <PresentationFormat>Widescreen</PresentationFormat>
  <Paragraphs>513</Paragraphs>
  <Slides>44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ＭＳ Ｐゴシック</vt:lpstr>
      <vt:lpstr>Arial</vt:lpstr>
      <vt:lpstr>Bookman Old Style</vt:lpstr>
      <vt:lpstr>Calibri</vt:lpstr>
      <vt:lpstr>Cambria</vt:lpstr>
      <vt:lpstr>Consolas</vt:lpstr>
      <vt:lpstr>Symbol</vt:lpstr>
      <vt:lpstr>Wingdings</vt:lpstr>
      <vt:lpstr>IMC University of Applied Sciences</vt:lpstr>
      <vt:lpstr>A Challenging Final on Classical Data Analysis</vt:lpstr>
      <vt:lpstr>Overview</vt:lpstr>
      <vt:lpstr>Bonus: Is my Metric Variable Normally Distributed?</vt:lpstr>
      <vt:lpstr>Let’s have a Look: Histogram &amp; Density</vt:lpstr>
      <vt:lpstr>Let’s have a Detailed Look:  Kurtosis &amp; Skewness</vt:lpstr>
      <vt:lpstr>Let’s have a Detailed Look:  Kurtosis &amp; Skewness</vt:lpstr>
      <vt:lpstr>Let’s have a Detailed Look:  Kurtosis &amp; Skewness</vt:lpstr>
      <vt:lpstr>The Lazy Way: The Shapiro-Wilk Test</vt:lpstr>
      <vt:lpstr>The Lazy Way: The Shapiro-Wilk Test</vt:lpstr>
      <vt:lpstr>Sometimes Association  is not Enough</vt:lpstr>
      <vt:lpstr>PowerPoint Presentation</vt:lpstr>
      <vt:lpstr>An Example:</vt:lpstr>
      <vt:lpstr>Sometimes Association  is not Enough</vt:lpstr>
      <vt:lpstr>Our Assumptions in Detail: Independent Samples</vt:lpstr>
      <vt:lpstr>Our Assumptions in Detail: Dependent Variable</vt:lpstr>
      <vt:lpstr>The Kruskal-Wallis Test</vt:lpstr>
      <vt:lpstr>Sometimes Association  is not Enough</vt:lpstr>
      <vt:lpstr>Comparing Group Differences</vt:lpstr>
      <vt:lpstr>Comparing Group Differences</vt:lpstr>
      <vt:lpstr>Comparing Group Differences</vt:lpstr>
      <vt:lpstr>Comparing Group Differences</vt:lpstr>
      <vt:lpstr>Comparing Group Differences</vt:lpstr>
      <vt:lpstr>Comparing Group Differences</vt:lpstr>
      <vt:lpstr>One-way analysis of variance (ANOVA)</vt:lpstr>
      <vt:lpstr>Sometimes Association  is not Enough</vt:lpstr>
      <vt:lpstr>Again: Comparing Group Differences II</vt:lpstr>
      <vt:lpstr>Comparing Group Differences II</vt:lpstr>
      <vt:lpstr>Comparing Group Differences II</vt:lpstr>
      <vt:lpstr>Comparing Group Differences II</vt:lpstr>
      <vt:lpstr>Welcome …</vt:lpstr>
      <vt:lpstr>… to the Ultimate:</vt:lpstr>
      <vt:lpstr>PowerPoint Presentation</vt:lpstr>
      <vt:lpstr>PowerPoint Presentation</vt:lpstr>
      <vt:lpstr>Why Heavy Metal?</vt:lpstr>
      <vt:lpstr>Why Heavy Metal?</vt:lpstr>
      <vt:lpstr>We are not the Only Ones</vt:lpstr>
      <vt:lpstr>So: Let’s Push the Boundary of Knowledge</vt:lpstr>
      <vt:lpstr>Ninja your Way Through</vt:lpstr>
      <vt:lpstr>A Litte Hint:</vt:lpstr>
      <vt:lpstr>A Suggestion</vt:lpstr>
      <vt:lpstr>Let’s Rock!</vt:lpstr>
      <vt:lpstr>Outlook</vt:lpstr>
      <vt:lpstr>Outlook</vt:lpstr>
      <vt:lpstr>So long &amp; cheerio!</vt:lpstr>
    </vt:vector>
  </TitlesOfParts>
  <Company>IMC 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Karl Michael Höferl</dc:creator>
  <cp:lastModifiedBy>Karl Michael Höferl</cp:lastModifiedBy>
  <cp:revision>243</cp:revision>
  <dcterms:created xsi:type="dcterms:W3CDTF">2023-06-26T10:57:31Z</dcterms:created>
  <dcterms:modified xsi:type="dcterms:W3CDTF">2026-03-27T12:31:55Z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0x010100C58D664516BE24469EECE7B1C74B4CED</vt:lpwstr>
  </property>
  <property fmtid="{D5CDD505-2E9C-101B-9397-08002B2CF9AE}" pid="3" name="MediaServiceImageTags">
    <vt:lpwstr/>
  </property>
</Properties>
</file>