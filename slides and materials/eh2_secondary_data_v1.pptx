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3" r:id="rId4"/>
  </p:sldMasterIdLst>
  <p:notesMasterIdLst>
    <p:notesMasterId r:id="rId45"/>
  </p:notesMasterIdLst>
  <p:handoutMasterIdLst>
    <p:handoutMasterId r:id="rId46"/>
  </p:handoutMasterIdLst>
  <p:sldIdLst>
    <p:sldId id="274" r:id="rId5"/>
    <p:sldId id="278" r:id="rId6"/>
    <p:sldId id="289" r:id="rId7"/>
    <p:sldId id="1310" r:id="rId8"/>
    <p:sldId id="1311" r:id="rId9"/>
    <p:sldId id="1312" r:id="rId10"/>
    <p:sldId id="1313" r:id="rId11"/>
    <p:sldId id="1341" r:id="rId12"/>
    <p:sldId id="1314" r:id="rId13"/>
    <p:sldId id="1315" r:id="rId14"/>
    <p:sldId id="1342" r:id="rId15"/>
    <p:sldId id="1337" r:id="rId16"/>
    <p:sldId id="319" r:id="rId17"/>
    <p:sldId id="1316" r:id="rId18"/>
    <p:sldId id="1317" r:id="rId19"/>
    <p:sldId id="1308" r:id="rId20"/>
    <p:sldId id="1323" r:id="rId21"/>
    <p:sldId id="1343" r:id="rId22"/>
    <p:sldId id="419" r:id="rId23"/>
    <p:sldId id="593" r:id="rId24"/>
    <p:sldId id="1324" r:id="rId25"/>
    <p:sldId id="1309" r:id="rId26"/>
    <p:sldId id="1325" r:id="rId27"/>
    <p:sldId id="1328" r:id="rId28"/>
    <p:sldId id="1326" r:id="rId29"/>
    <p:sldId id="1327" r:id="rId30"/>
    <p:sldId id="1329" r:id="rId31"/>
    <p:sldId id="1330" r:id="rId32"/>
    <p:sldId id="1331" r:id="rId33"/>
    <p:sldId id="1338" r:id="rId34"/>
    <p:sldId id="1335" r:id="rId35"/>
    <p:sldId id="1333" r:id="rId36"/>
    <p:sldId id="1334" r:id="rId37"/>
    <p:sldId id="1336" r:id="rId38"/>
    <p:sldId id="314" r:id="rId39"/>
    <p:sldId id="1340" r:id="rId40"/>
    <p:sldId id="1339" r:id="rId41"/>
    <p:sldId id="1113" r:id="rId42"/>
    <p:sldId id="1307" r:id="rId43"/>
    <p:sldId id="277" r:id="rId4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D2C1C888-9A83-4848-AEE8-73DF981D9669}">
          <p14:sldIdLst>
            <p14:sldId id="274"/>
            <p14:sldId id="278"/>
          </p14:sldIdLst>
        </p14:section>
        <p14:section name="tl;dl" id="{298AE80C-E6DD-429C-9231-AAC241A12875}">
          <p14:sldIdLst>
            <p14:sldId id="289"/>
            <p14:sldId id="1310"/>
            <p14:sldId id="1311"/>
            <p14:sldId id="1312"/>
            <p14:sldId id="1313"/>
            <p14:sldId id="1341"/>
            <p14:sldId id="1314"/>
            <p14:sldId id="1315"/>
          </p14:sldIdLst>
        </p14:section>
        <p14:section name="Repos" id="{36BE77AF-224B-4F1D-822B-329BAE26AF0A}">
          <p14:sldIdLst>
            <p14:sldId id="1342"/>
            <p14:sldId id="1337"/>
            <p14:sldId id="319"/>
            <p14:sldId id="1316"/>
            <p14:sldId id="1317"/>
            <p14:sldId id="1308"/>
            <p14:sldId id="1323"/>
          </p14:sldIdLst>
        </p14:section>
        <p14:section name="Sampling" id="{B73CD2E3-6418-4B23-B240-F3225FBEEB8E}">
          <p14:sldIdLst>
            <p14:sldId id="1343"/>
            <p14:sldId id="419"/>
            <p14:sldId id="593"/>
            <p14:sldId id="1324"/>
            <p14:sldId id="1309"/>
            <p14:sldId id="1325"/>
            <p14:sldId id="1328"/>
            <p14:sldId id="1326"/>
            <p14:sldId id="1327"/>
          </p14:sldIdLst>
        </p14:section>
        <p14:section name="Time for some Action" id="{0635E27D-6BBA-4877-91D9-B1AC98DC8DFA}">
          <p14:sldIdLst>
            <p14:sldId id="1329"/>
            <p14:sldId id="1330"/>
          </p14:sldIdLst>
        </p14:section>
        <p14:section name="Data Formats" id="{6A75E745-AE4E-4B6A-89F8-ED8DBB8EF5AB}">
          <p14:sldIdLst>
            <p14:sldId id="1331"/>
            <p14:sldId id="1338"/>
            <p14:sldId id="1335"/>
            <p14:sldId id="1333"/>
            <p14:sldId id="1334"/>
            <p14:sldId id="1336"/>
            <p14:sldId id="314"/>
          </p14:sldIdLst>
        </p14:section>
        <p14:section name="Action" id="{74AEFA50-AD1B-4FBA-BA9F-6A472E68E9F5}">
          <p14:sldIdLst>
            <p14:sldId id="1340"/>
            <p14:sldId id="1339"/>
          </p14:sldIdLst>
        </p14:section>
        <p14:section name="Outlook" id="{9B54F74B-B0DD-4726-995B-B60C2EB3AD0F}">
          <p14:sldIdLst>
            <p14:sldId id="1113"/>
            <p14:sldId id="1307"/>
            <p14:sldId id="27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AAFB3"/>
    <a:srgbClr val="EEEEEC"/>
    <a:srgbClr val="EDEEE9"/>
    <a:srgbClr val="95C31B"/>
    <a:srgbClr val="EA4764"/>
    <a:srgbClr val="6486C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08D6EA-E4B8-4BE7-B358-1B4F3EBA3BCF}" v="201" dt="2026-02-23T16:22:56.099"/>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Helle Formatvorlage 2 - Akz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309" autoAdjust="0"/>
    <p:restoredTop sz="80191" autoAdjust="0"/>
  </p:normalViewPr>
  <p:slideViewPr>
    <p:cSldViewPr showGuides="1">
      <p:cViewPr>
        <p:scale>
          <a:sx n="51" d="100"/>
          <a:sy n="51" d="100"/>
        </p:scale>
        <p:origin x="908" y="276"/>
      </p:cViewPr>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15036"/>
    </p:cViewPr>
  </p:sorterViewPr>
  <p:notesViewPr>
    <p:cSldViewPr showGuides="1">
      <p:cViewPr>
        <p:scale>
          <a:sx n="66" d="100"/>
          <a:sy n="66" d="100"/>
        </p:scale>
        <p:origin x="3354" y="444"/>
      </p:cViewPr>
      <p:guideLst/>
    </p:cSldViewPr>
  </p:notes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l Michael Höferl" userId="544d2ce1-0a3b-4706-9dfd-c6d69d0e3c8e" providerId="ADAL" clId="{728816E0-0922-4745-AF12-C87F45E7DFA0}"/>
    <pc:docChg chg="undo redo custSel addSld delSld modSld sldOrd modMainMaster addSection modSection">
      <pc:chgData name="Karl Michael Höferl" userId="544d2ce1-0a3b-4706-9dfd-c6d69d0e3c8e" providerId="ADAL" clId="{728816E0-0922-4745-AF12-C87F45E7DFA0}" dt="2026-02-23T16:23:15.308" v="1926" actId="948"/>
      <pc:docMkLst>
        <pc:docMk/>
      </pc:docMkLst>
      <pc:sldChg chg="modSp mod">
        <pc:chgData name="Karl Michael Höferl" userId="544d2ce1-0a3b-4706-9dfd-c6d69d0e3c8e" providerId="ADAL" clId="{728816E0-0922-4745-AF12-C87F45E7DFA0}" dt="2026-02-23T16:01:02.943" v="1348" actId="790"/>
        <pc:sldMkLst>
          <pc:docMk/>
          <pc:sldMk cId="1714654990" sldId="274"/>
        </pc:sldMkLst>
        <pc:spChg chg="mod">
          <ac:chgData name="Karl Michael Höferl" userId="544d2ce1-0a3b-4706-9dfd-c6d69d0e3c8e" providerId="ADAL" clId="{728816E0-0922-4745-AF12-C87F45E7DFA0}" dt="2026-02-23T16:01:02.916" v="1345" actId="790"/>
          <ac:spMkLst>
            <pc:docMk/>
            <pc:sldMk cId="1714654990" sldId="274"/>
            <ac:spMk id="3" creationId="{78ECA2FC-8EBF-2FBC-EBF2-E347275417F5}"/>
          </ac:spMkLst>
        </pc:spChg>
        <pc:spChg chg="mod">
          <ac:chgData name="Karl Michael Höferl" userId="544d2ce1-0a3b-4706-9dfd-c6d69d0e3c8e" providerId="ADAL" clId="{728816E0-0922-4745-AF12-C87F45E7DFA0}" dt="2026-02-23T16:01:02.939" v="1346" actId="790"/>
          <ac:spMkLst>
            <pc:docMk/>
            <pc:sldMk cId="1714654990" sldId="274"/>
            <ac:spMk id="4" creationId="{F4502378-B236-0724-12B2-56238B51872B}"/>
          </ac:spMkLst>
        </pc:spChg>
        <pc:spChg chg="mod">
          <ac:chgData name="Karl Michael Höferl" userId="544d2ce1-0a3b-4706-9dfd-c6d69d0e3c8e" providerId="ADAL" clId="{728816E0-0922-4745-AF12-C87F45E7DFA0}" dt="2026-02-23T16:01:02.941" v="1347" actId="790"/>
          <ac:spMkLst>
            <pc:docMk/>
            <pc:sldMk cId="1714654990" sldId="274"/>
            <ac:spMk id="5" creationId="{D4CAB6A2-FD2E-0A0E-1E7C-685BDC8AB00A}"/>
          </ac:spMkLst>
        </pc:spChg>
        <pc:spChg chg="mod">
          <ac:chgData name="Karl Michael Höferl" userId="544d2ce1-0a3b-4706-9dfd-c6d69d0e3c8e" providerId="ADAL" clId="{728816E0-0922-4745-AF12-C87F45E7DFA0}" dt="2026-02-23T16:01:02.943" v="1348" actId="790"/>
          <ac:spMkLst>
            <pc:docMk/>
            <pc:sldMk cId="1714654990" sldId="274"/>
            <ac:spMk id="7" creationId="{AE42D817-3BF5-0859-ABA5-56BA456FF739}"/>
          </ac:spMkLst>
        </pc:spChg>
      </pc:sldChg>
      <pc:sldChg chg="modSp mod">
        <pc:chgData name="Karl Michael Höferl" userId="544d2ce1-0a3b-4706-9dfd-c6d69d0e3c8e" providerId="ADAL" clId="{728816E0-0922-4745-AF12-C87F45E7DFA0}" dt="2026-02-23T16:01:03.367" v="1524" actId="790"/>
        <pc:sldMkLst>
          <pc:docMk/>
          <pc:sldMk cId="2537912681" sldId="277"/>
        </pc:sldMkLst>
        <pc:spChg chg="mod">
          <ac:chgData name="Karl Michael Höferl" userId="544d2ce1-0a3b-4706-9dfd-c6d69d0e3c8e" providerId="ADAL" clId="{728816E0-0922-4745-AF12-C87F45E7DFA0}" dt="2026-02-23T16:01:03.367" v="1524" actId="790"/>
          <ac:spMkLst>
            <pc:docMk/>
            <pc:sldMk cId="2537912681" sldId="277"/>
            <ac:spMk id="10" creationId="{B268FE5F-26AC-C00D-E469-92E59064A6CC}"/>
          </ac:spMkLst>
        </pc:spChg>
      </pc:sldChg>
      <pc:sldChg chg="modSp mod">
        <pc:chgData name="Karl Michael Höferl" userId="544d2ce1-0a3b-4706-9dfd-c6d69d0e3c8e" providerId="ADAL" clId="{728816E0-0922-4745-AF12-C87F45E7DFA0}" dt="2026-02-23T16:23:15.308" v="1926" actId="948"/>
        <pc:sldMkLst>
          <pc:docMk/>
          <pc:sldMk cId="3966956599" sldId="278"/>
        </pc:sldMkLst>
        <pc:spChg chg="mod">
          <ac:chgData name="Karl Michael Höferl" userId="544d2ce1-0a3b-4706-9dfd-c6d69d0e3c8e" providerId="ADAL" clId="{728816E0-0922-4745-AF12-C87F45E7DFA0}" dt="2026-02-23T16:01:02.954" v="1353" actId="790"/>
          <ac:spMkLst>
            <pc:docMk/>
            <pc:sldMk cId="3966956599" sldId="278"/>
            <ac:spMk id="2" creationId="{8E685C95-94E5-A5B0-7580-C531D1A59A1E}"/>
          </ac:spMkLst>
        </pc:spChg>
        <pc:spChg chg="mod">
          <ac:chgData name="Karl Michael Höferl" userId="544d2ce1-0a3b-4706-9dfd-c6d69d0e3c8e" providerId="ADAL" clId="{728816E0-0922-4745-AF12-C87F45E7DFA0}" dt="2026-02-23T16:01:02.947" v="1349" actId="790"/>
          <ac:spMkLst>
            <pc:docMk/>
            <pc:sldMk cId="3966956599" sldId="278"/>
            <ac:spMk id="6" creationId="{D1F21953-5825-54FF-DD84-ED80226FBB1E}"/>
          </ac:spMkLst>
        </pc:spChg>
        <pc:spChg chg="mod">
          <ac:chgData name="Karl Michael Höferl" userId="544d2ce1-0a3b-4706-9dfd-c6d69d0e3c8e" providerId="ADAL" clId="{728816E0-0922-4745-AF12-C87F45E7DFA0}" dt="2026-02-23T16:23:15.308" v="1926" actId="948"/>
          <ac:spMkLst>
            <pc:docMk/>
            <pc:sldMk cId="3966956599" sldId="278"/>
            <ac:spMk id="7" creationId="{099EF4D1-C3FA-6B89-E7F8-3935D779FF1D}"/>
          </ac:spMkLst>
        </pc:spChg>
        <pc:spChg chg="mod">
          <ac:chgData name="Karl Michael Höferl" userId="544d2ce1-0a3b-4706-9dfd-c6d69d0e3c8e" providerId="ADAL" clId="{728816E0-0922-4745-AF12-C87F45E7DFA0}" dt="2026-02-23T16:01:02.951" v="1351" actId="790"/>
          <ac:spMkLst>
            <pc:docMk/>
            <pc:sldMk cId="3966956599" sldId="278"/>
            <ac:spMk id="9" creationId="{C9C7155B-A456-92AA-517F-BB971C939B2C}"/>
          </ac:spMkLst>
        </pc:spChg>
        <pc:spChg chg="mod">
          <ac:chgData name="Karl Michael Höferl" userId="544d2ce1-0a3b-4706-9dfd-c6d69d0e3c8e" providerId="ADAL" clId="{728816E0-0922-4745-AF12-C87F45E7DFA0}" dt="2026-02-23T16:01:02.953" v="1352" actId="790"/>
          <ac:spMkLst>
            <pc:docMk/>
            <pc:sldMk cId="3966956599" sldId="278"/>
            <ac:spMk id="14" creationId="{FB0825BA-6A02-22EE-1F32-1608C61C8F8D}"/>
          </ac:spMkLst>
        </pc:spChg>
      </pc:sldChg>
      <pc:sldChg chg="modSp mod">
        <pc:chgData name="Karl Michael Höferl" userId="544d2ce1-0a3b-4706-9dfd-c6d69d0e3c8e" providerId="ADAL" clId="{728816E0-0922-4745-AF12-C87F45E7DFA0}" dt="2026-02-23T16:01:02.956" v="1354" actId="790"/>
        <pc:sldMkLst>
          <pc:docMk/>
          <pc:sldMk cId="3032260471" sldId="289"/>
        </pc:sldMkLst>
        <pc:spChg chg="mod">
          <ac:chgData name="Karl Michael Höferl" userId="544d2ce1-0a3b-4706-9dfd-c6d69d0e3c8e" providerId="ADAL" clId="{728816E0-0922-4745-AF12-C87F45E7DFA0}" dt="2026-02-23T16:01:02.956" v="1354" actId="790"/>
          <ac:spMkLst>
            <pc:docMk/>
            <pc:sldMk cId="3032260471" sldId="289"/>
            <ac:spMk id="7" creationId="{A5D9BEBA-54A9-0E2A-7E3A-E2BF2E5B542D}"/>
          </ac:spMkLst>
        </pc:spChg>
      </pc:sldChg>
      <pc:sldChg chg="modSp add mod ord">
        <pc:chgData name="Karl Michael Höferl" userId="544d2ce1-0a3b-4706-9dfd-c6d69d0e3c8e" providerId="ADAL" clId="{728816E0-0922-4745-AF12-C87F45E7DFA0}" dt="2026-02-23T16:01:03.345" v="1509" actId="790"/>
        <pc:sldMkLst>
          <pc:docMk/>
          <pc:sldMk cId="3044575033" sldId="314"/>
        </pc:sldMkLst>
        <pc:spChg chg="mod">
          <ac:chgData name="Karl Michael Höferl" userId="544d2ce1-0a3b-4706-9dfd-c6d69d0e3c8e" providerId="ADAL" clId="{728816E0-0922-4745-AF12-C87F45E7DFA0}" dt="2026-02-23T16:01:03.340" v="1506" actId="790"/>
          <ac:spMkLst>
            <pc:docMk/>
            <pc:sldMk cId="3044575033" sldId="314"/>
            <ac:spMk id="2" creationId="{C1EA860F-2385-EA09-3DF5-2F61B10F5C74}"/>
          </ac:spMkLst>
        </pc:spChg>
        <pc:spChg chg="mod">
          <ac:chgData name="Karl Michael Höferl" userId="544d2ce1-0a3b-4706-9dfd-c6d69d0e3c8e" providerId="ADAL" clId="{728816E0-0922-4745-AF12-C87F45E7DFA0}" dt="2026-02-23T16:01:03.342" v="1507" actId="790"/>
          <ac:spMkLst>
            <pc:docMk/>
            <pc:sldMk cId="3044575033" sldId="314"/>
            <ac:spMk id="3" creationId="{8C5D59B7-0826-6AEF-85F8-25029E52CE22}"/>
          </ac:spMkLst>
        </pc:spChg>
        <pc:spChg chg="mod">
          <ac:chgData name="Karl Michael Höferl" userId="544d2ce1-0a3b-4706-9dfd-c6d69d0e3c8e" providerId="ADAL" clId="{728816E0-0922-4745-AF12-C87F45E7DFA0}" dt="2026-02-23T16:01:03.344" v="1508" actId="790"/>
          <ac:spMkLst>
            <pc:docMk/>
            <pc:sldMk cId="3044575033" sldId="314"/>
            <ac:spMk id="5" creationId="{66FBDF4B-2B6E-0C5D-7823-C3E723BD5DF5}"/>
          </ac:spMkLst>
        </pc:spChg>
        <pc:spChg chg="mod">
          <ac:chgData name="Karl Michael Höferl" userId="544d2ce1-0a3b-4706-9dfd-c6d69d0e3c8e" providerId="ADAL" clId="{728816E0-0922-4745-AF12-C87F45E7DFA0}" dt="2026-02-23T16:01:03.345" v="1509" actId="790"/>
          <ac:spMkLst>
            <pc:docMk/>
            <pc:sldMk cId="3044575033" sldId="314"/>
            <ac:spMk id="6" creationId="{6A4398B0-DF5A-535F-6E2B-5D6AC20BDFD2}"/>
          </ac:spMkLst>
        </pc:spChg>
      </pc:sldChg>
      <pc:sldChg chg="delSp modSp add mod ord">
        <pc:chgData name="Karl Michael Höferl" userId="544d2ce1-0a3b-4706-9dfd-c6d69d0e3c8e" providerId="ADAL" clId="{728816E0-0922-4745-AF12-C87F45E7DFA0}" dt="2026-02-23T16:12:02.749" v="1725"/>
        <pc:sldMkLst>
          <pc:docMk/>
          <pc:sldMk cId="3028041446" sldId="319"/>
        </pc:sldMkLst>
        <pc:spChg chg="mod">
          <ac:chgData name="Karl Michael Höferl" userId="544d2ce1-0a3b-4706-9dfd-c6d69d0e3c8e" providerId="ADAL" clId="{728816E0-0922-4745-AF12-C87F45E7DFA0}" dt="2026-02-23T16:01:03.104" v="1414" actId="790"/>
          <ac:spMkLst>
            <pc:docMk/>
            <pc:sldMk cId="3028041446" sldId="319"/>
            <ac:spMk id="2" creationId="{5136056D-AABB-6080-32E8-E45D23507514}"/>
          </ac:spMkLst>
        </pc:spChg>
        <pc:spChg chg="mod">
          <ac:chgData name="Karl Michael Höferl" userId="544d2ce1-0a3b-4706-9dfd-c6d69d0e3c8e" providerId="ADAL" clId="{728816E0-0922-4745-AF12-C87F45E7DFA0}" dt="2026-02-23T16:11:57.160" v="1723"/>
          <ac:spMkLst>
            <pc:docMk/>
            <pc:sldMk cId="3028041446" sldId="319"/>
            <ac:spMk id="3" creationId="{AD434B1A-0612-04E5-7A62-34CD2BF7BE96}"/>
          </ac:spMkLst>
        </pc:spChg>
        <pc:spChg chg="mod">
          <ac:chgData name="Karl Michael Höferl" userId="544d2ce1-0a3b-4706-9dfd-c6d69d0e3c8e" providerId="ADAL" clId="{728816E0-0922-4745-AF12-C87F45E7DFA0}" dt="2026-02-23T16:11:30.257" v="1721" actId="20577"/>
          <ac:spMkLst>
            <pc:docMk/>
            <pc:sldMk cId="3028041446" sldId="319"/>
            <ac:spMk id="4" creationId="{BC78BCF9-C56F-6BFE-CD46-7B393E042BB7}"/>
          </ac:spMkLst>
        </pc:spChg>
        <pc:spChg chg="mod">
          <ac:chgData name="Karl Michael Höferl" userId="544d2ce1-0a3b-4706-9dfd-c6d69d0e3c8e" providerId="ADAL" clId="{728816E0-0922-4745-AF12-C87F45E7DFA0}" dt="2026-02-23T16:01:03.119" v="1417" actId="790"/>
          <ac:spMkLst>
            <pc:docMk/>
            <pc:sldMk cId="3028041446" sldId="319"/>
            <ac:spMk id="5" creationId="{AFB42A1F-6532-736E-CB24-AD7A5D6655EF}"/>
          </ac:spMkLst>
        </pc:spChg>
        <pc:spChg chg="mod">
          <ac:chgData name="Karl Michael Höferl" userId="544d2ce1-0a3b-4706-9dfd-c6d69d0e3c8e" providerId="ADAL" clId="{728816E0-0922-4745-AF12-C87F45E7DFA0}" dt="2026-02-23T16:01:03.121" v="1418" actId="790"/>
          <ac:spMkLst>
            <pc:docMk/>
            <pc:sldMk cId="3028041446" sldId="319"/>
            <ac:spMk id="6" creationId="{B7E30128-9C62-6023-E8A6-60C13F42F500}"/>
          </ac:spMkLst>
        </pc:spChg>
        <pc:picChg chg="del">
          <ac:chgData name="Karl Michael Höferl" userId="544d2ce1-0a3b-4706-9dfd-c6d69d0e3c8e" providerId="ADAL" clId="{728816E0-0922-4745-AF12-C87F45E7DFA0}" dt="2026-02-23T16:11:41.557" v="1722" actId="478"/>
          <ac:picMkLst>
            <pc:docMk/>
            <pc:sldMk cId="3028041446" sldId="319"/>
            <ac:picMk id="9" creationId="{93582F11-630E-C346-27C7-826EE2CA3668}"/>
          </ac:picMkLst>
        </pc:picChg>
      </pc:sldChg>
      <pc:sldChg chg="delSp modSp add mod modClrScheme chgLayout">
        <pc:chgData name="Karl Michael Höferl" userId="544d2ce1-0a3b-4706-9dfd-c6d69d0e3c8e" providerId="ADAL" clId="{728816E0-0922-4745-AF12-C87F45E7DFA0}" dt="2026-02-23T16:14:42.917" v="1822" actId="1037"/>
        <pc:sldMkLst>
          <pc:docMk/>
          <pc:sldMk cId="1020920110" sldId="419"/>
        </pc:sldMkLst>
        <pc:spChg chg="mod ord">
          <ac:chgData name="Karl Michael Höferl" userId="544d2ce1-0a3b-4706-9dfd-c6d69d0e3c8e" providerId="ADAL" clId="{728816E0-0922-4745-AF12-C87F45E7DFA0}" dt="2026-02-23T16:14:06.036" v="1784" actId="20577"/>
          <ac:spMkLst>
            <pc:docMk/>
            <pc:sldMk cId="1020920110" sldId="419"/>
            <ac:spMk id="2" creationId="{00000000-0000-0000-0000-000000000000}"/>
          </ac:spMkLst>
        </pc:spChg>
        <pc:spChg chg="mod ord">
          <ac:chgData name="Karl Michael Höferl" userId="544d2ce1-0a3b-4706-9dfd-c6d69d0e3c8e" providerId="ADAL" clId="{728816E0-0922-4745-AF12-C87F45E7DFA0}" dt="2026-02-23T16:14:13.700" v="1796"/>
          <ac:spMkLst>
            <pc:docMk/>
            <pc:sldMk cId="1020920110" sldId="419"/>
            <ac:spMk id="3" creationId="{00000000-0000-0000-0000-000000000000}"/>
          </ac:spMkLst>
        </pc:spChg>
        <pc:spChg chg="mod">
          <ac:chgData name="Karl Michael Höferl" userId="544d2ce1-0a3b-4706-9dfd-c6d69d0e3c8e" providerId="ADAL" clId="{728816E0-0922-4745-AF12-C87F45E7DFA0}" dt="2026-02-23T16:14:42.917" v="1822" actId="1037"/>
          <ac:spMkLst>
            <pc:docMk/>
            <pc:sldMk cId="1020920110" sldId="419"/>
            <ac:spMk id="6" creationId="{00000000-0000-0000-0000-000000000000}"/>
          </ac:spMkLst>
        </pc:spChg>
        <pc:spChg chg="mod">
          <ac:chgData name="Karl Michael Höferl" userId="544d2ce1-0a3b-4706-9dfd-c6d69d0e3c8e" providerId="ADAL" clId="{728816E0-0922-4745-AF12-C87F45E7DFA0}" dt="2026-02-23T16:14:42.917" v="1822" actId="1037"/>
          <ac:spMkLst>
            <pc:docMk/>
            <pc:sldMk cId="1020920110" sldId="419"/>
            <ac:spMk id="7" creationId="{00000000-0000-0000-0000-000000000000}"/>
          </ac:spMkLst>
        </pc:spChg>
        <pc:spChg chg="mod">
          <ac:chgData name="Karl Michael Höferl" userId="544d2ce1-0a3b-4706-9dfd-c6d69d0e3c8e" providerId="ADAL" clId="{728816E0-0922-4745-AF12-C87F45E7DFA0}" dt="2026-02-23T16:01:03.181" v="1434" actId="790"/>
          <ac:spMkLst>
            <pc:docMk/>
            <pc:sldMk cId="1020920110" sldId="419"/>
            <ac:spMk id="8" creationId="{042B020E-D9F5-4995-B774-F733D45E4C89}"/>
          </ac:spMkLst>
        </pc:spChg>
        <pc:spChg chg="mod">
          <ac:chgData name="Karl Michael Höferl" userId="544d2ce1-0a3b-4706-9dfd-c6d69d0e3c8e" providerId="ADAL" clId="{728816E0-0922-4745-AF12-C87F45E7DFA0}" dt="2026-02-23T16:01:03.183" v="1435" actId="790"/>
          <ac:spMkLst>
            <pc:docMk/>
            <pc:sldMk cId="1020920110" sldId="419"/>
            <ac:spMk id="9" creationId="{37C2E2AC-46CA-4D20-7354-EC4591F7F57C}"/>
          </ac:spMkLst>
        </pc:spChg>
        <pc:spChg chg="mod">
          <ac:chgData name="Karl Michael Höferl" userId="544d2ce1-0a3b-4706-9dfd-c6d69d0e3c8e" providerId="ADAL" clId="{728816E0-0922-4745-AF12-C87F45E7DFA0}" dt="2026-02-23T16:14:33.392" v="1810" actId="1038"/>
          <ac:spMkLst>
            <pc:docMk/>
            <pc:sldMk cId="1020920110" sldId="419"/>
            <ac:spMk id="11" creationId="{00000000-0000-0000-0000-000000000000}"/>
          </ac:spMkLst>
        </pc:spChg>
        <pc:spChg chg="mod">
          <ac:chgData name="Karl Michael Höferl" userId="544d2ce1-0a3b-4706-9dfd-c6d69d0e3c8e" providerId="ADAL" clId="{728816E0-0922-4745-AF12-C87F45E7DFA0}" dt="2026-02-23T16:01:03.185" v="1436" actId="790"/>
          <ac:spMkLst>
            <pc:docMk/>
            <pc:sldMk cId="1020920110" sldId="419"/>
            <ac:spMk id="12" creationId="{1644F103-6D56-1DFF-7B40-A1075DC72B16}"/>
          </ac:spMkLst>
        </pc:spChg>
      </pc:sldChg>
      <pc:sldChg chg="addSp delSp modSp add mod ord modClrScheme chgLayout">
        <pc:chgData name="Karl Michael Höferl" userId="544d2ce1-0a3b-4706-9dfd-c6d69d0e3c8e" providerId="ADAL" clId="{728816E0-0922-4745-AF12-C87F45E7DFA0}" dt="2026-02-23T16:15:10.188" v="1825" actId="20577"/>
        <pc:sldMkLst>
          <pc:docMk/>
          <pc:sldMk cId="1982809096" sldId="593"/>
        </pc:sldMkLst>
        <pc:spChg chg="mod ord">
          <ac:chgData name="Karl Michael Höferl" userId="544d2ce1-0a3b-4706-9dfd-c6d69d0e3c8e" providerId="ADAL" clId="{728816E0-0922-4745-AF12-C87F45E7DFA0}" dt="2026-02-23T16:15:10.188" v="1825" actId="20577"/>
          <ac:spMkLst>
            <pc:docMk/>
            <pc:sldMk cId="1982809096" sldId="593"/>
            <ac:spMk id="2" creationId="{D2A77C85-4CDD-491B-AC1A-625337D477F4}"/>
          </ac:spMkLst>
        </pc:spChg>
        <pc:spChg chg="mod">
          <ac:chgData name="Karl Michael Höferl" userId="544d2ce1-0a3b-4706-9dfd-c6d69d0e3c8e" providerId="ADAL" clId="{728816E0-0922-4745-AF12-C87F45E7DFA0}" dt="2026-02-23T16:01:03.189" v="1438" actId="790"/>
          <ac:spMkLst>
            <pc:docMk/>
            <pc:sldMk cId="1982809096" sldId="593"/>
            <ac:spMk id="5" creationId="{AC4199B1-E828-4369-66C3-087AFBAE718A}"/>
          </ac:spMkLst>
        </pc:spChg>
        <pc:spChg chg="mod">
          <ac:chgData name="Karl Michael Höferl" userId="544d2ce1-0a3b-4706-9dfd-c6d69d0e3c8e" providerId="ADAL" clId="{728816E0-0922-4745-AF12-C87F45E7DFA0}" dt="2026-02-23T16:01:03.190" v="1439" actId="790"/>
          <ac:spMkLst>
            <pc:docMk/>
            <pc:sldMk cId="1982809096" sldId="593"/>
            <ac:spMk id="6" creationId="{D6694DAA-FCE1-BAE1-8A95-D1B7246E19C2}"/>
          </ac:spMkLst>
        </pc:spChg>
        <pc:spChg chg="mod">
          <ac:chgData name="Karl Michael Höferl" userId="544d2ce1-0a3b-4706-9dfd-c6d69d0e3c8e" providerId="ADAL" clId="{728816E0-0922-4745-AF12-C87F45E7DFA0}" dt="2026-02-23T16:01:03.192" v="1440" actId="790"/>
          <ac:spMkLst>
            <pc:docMk/>
            <pc:sldMk cId="1982809096" sldId="593"/>
            <ac:spMk id="7" creationId="{E0124878-5CF9-B915-C0BD-916EBD641831}"/>
          </ac:spMkLst>
        </pc:spChg>
        <pc:picChg chg="add mod">
          <ac:chgData name="Karl Michael Höferl" userId="544d2ce1-0a3b-4706-9dfd-c6d69d0e3c8e" providerId="ADAL" clId="{728816E0-0922-4745-AF12-C87F45E7DFA0}" dt="2026-02-18T15:45:39.524" v="515" actId="1076"/>
          <ac:picMkLst>
            <pc:docMk/>
            <pc:sldMk cId="1982809096" sldId="593"/>
            <ac:picMk id="10" creationId="{A3782115-B17F-0C2F-9D0F-AA1B25848C0F}"/>
          </ac:picMkLst>
        </pc:picChg>
      </pc:sldChg>
      <pc:sldChg chg="modSp mod">
        <pc:chgData name="Karl Michael Höferl" userId="544d2ce1-0a3b-4706-9dfd-c6d69d0e3c8e" providerId="ADAL" clId="{728816E0-0922-4745-AF12-C87F45E7DFA0}" dt="2026-02-23T16:01:03.360" v="1518" actId="790"/>
        <pc:sldMkLst>
          <pc:docMk/>
          <pc:sldMk cId="587423238" sldId="1113"/>
        </pc:sldMkLst>
        <pc:spChg chg="mod">
          <ac:chgData name="Karl Michael Höferl" userId="544d2ce1-0a3b-4706-9dfd-c6d69d0e3c8e" providerId="ADAL" clId="{728816E0-0922-4745-AF12-C87F45E7DFA0}" dt="2026-02-23T16:01:03.360" v="1518" actId="790"/>
          <ac:spMkLst>
            <pc:docMk/>
            <pc:sldMk cId="587423238" sldId="1113"/>
            <ac:spMk id="2" creationId="{0EB3363A-D7B1-3A7A-DB8C-E2BF875193A7}"/>
          </ac:spMkLst>
        </pc:spChg>
        <pc:spChg chg="mod">
          <ac:chgData name="Karl Michael Höferl" userId="544d2ce1-0a3b-4706-9dfd-c6d69d0e3c8e" providerId="ADAL" clId="{728816E0-0922-4745-AF12-C87F45E7DFA0}" dt="2026-02-23T16:01:03.359" v="1517" actId="790"/>
          <ac:spMkLst>
            <pc:docMk/>
            <pc:sldMk cId="587423238" sldId="1113"/>
            <ac:spMk id="7" creationId="{6D48265A-96F2-9C87-84B5-596060FF0E80}"/>
          </ac:spMkLst>
        </pc:spChg>
      </pc:sldChg>
      <pc:sldChg chg="addSp delSp modSp mod">
        <pc:chgData name="Karl Michael Höferl" userId="544d2ce1-0a3b-4706-9dfd-c6d69d0e3c8e" providerId="ADAL" clId="{728816E0-0922-4745-AF12-C87F45E7DFA0}" dt="2026-02-23T16:20:07.057" v="1916"/>
        <pc:sldMkLst>
          <pc:docMk/>
          <pc:sldMk cId="201534305" sldId="1307"/>
        </pc:sldMkLst>
        <pc:spChg chg="mod">
          <ac:chgData name="Karl Michael Höferl" userId="544d2ce1-0a3b-4706-9dfd-c6d69d0e3c8e" providerId="ADAL" clId="{728816E0-0922-4745-AF12-C87F45E7DFA0}" dt="2026-02-23T16:01:03.361" v="1519" actId="790"/>
          <ac:spMkLst>
            <pc:docMk/>
            <pc:sldMk cId="201534305" sldId="1307"/>
            <ac:spMk id="2" creationId="{1DED73BE-4E25-CCB5-9A2E-1BF56404A45F}"/>
          </ac:spMkLst>
        </pc:spChg>
        <pc:spChg chg="mod">
          <ac:chgData name="Karl Michael Höferl" userId="544d2ce1-0a3b-4706-9dfd-c6d69d0e3c8e" providerId="ADAL" clId="{728816E0-0922-4745-AF12-C87F45E7DFA0}" dt="2026-02-23T16:01:03.363" v="1520" actId="790"/>
          <ac:spMkLst>
            <pc:docMk/>
            <pc:sldMk cId="201534305" sldId="1307"/>
            <ac:spMk id="3" creationId="{F4E91D2C-1A92-6B6A-F797-B1885D765DAA}"/>
          </ac:spMkLst>
        </pc:spChg>
        <pc:spChg chg="del mod">
          <ac:chgData name="Karl Michael Höferl" userId="544d2ce1-0a3b-4706-9dfd-c6d69d0e3c8e" providerId="ADAL" clId="{728816E0-0922-4745-AF12-C87F45E7DFA0}" dt="2026-02-23T16:19:01.758" v="1904" actId="478"/>
          <ac:spMkLst>
            <pc:docMk/>
            <pc:sldMk cId="201534305" sldId="1307"/>
            <ac:spMk id="4" creationId="{B0B20038-F742-A10A-233F-F413BB56FB02}"/>
          </ac:spMkLst>
        </pc:spChg>
        <pc:spChg chg="mod">
          <ac:chgData name="Karl Michael Höferl" userId="544d2ce1-0a3b-4706-9dfd-c6d69d0e3c8e" providerId="ADAL" clId="{728816E0-0922-4745-AF12-C87F45E7DFA0}" dt="2026-02-23T16:01:03.365" v="1522" actId="790"/>
          <ac:spMkLst>
            <pc:docMk/>
            <pc:sldMk cId="201534305" sldId="1307"/>
            <ac:spMk id="5" creationId="{2367C216-F648-2CEB-F916-C0140D7EA92F}"/>
          </ac:spMkLst>
        </pc:spChg>
        <pc:spChg chg="mod">
          <ac:chgData name="Karl Michael Höferl" userId="544d2ce1-0a3b-4706-9dfd-c6d69d0e3c8e" providerId="ADAL" clId="{728816E0-0922-4745-AF12-C87F45E7DFA0}" dt="2026-02-23T16:01:03.366" v="1523" actId="790"/>
          <ac:spMkLst>
            <pc:docMk/>
            <pc:sldMk cId="201534305" sldId="1307"/>
            <ac:spMk id="6" creationId="{CEDC14DE-67DF-FEBB-53AD-86AD35A79AEA}"/>
          </ac:spMkLst>
        </pc:spChg>
        <pc:spChg chg="add del mod">
          <ac:chgData name="Karl Michael Höferl" userId="544d2ce1-0a3b-4706-9dfd-c6d69d0e3c8e" providerId="ADAL" clId="{728816E0-0922-4745-AF12-C87F45E7DFA0}" dt="2026-02-23T16:19:45.918" v="1905"/>
          <ac:spMkLst>
            <pc:docMk/>
            <pc:sldMk cId="201534305" sldId="1307"/>
            <ac:spMk id="8" creationId="{F569E9DC-FE83-B166-639C-B623B08EEBAD}"/>
          </ac:spMkLst>
        </pc:spChg>
        <pc:picChg chg="add mod">
          <ac:chgData name="Karl Michael Höferl" userId="544d2ce1-0a3b-4706-9dfd-c6d69d0e3c8e" providerId="ADAL" clId="{728816E0-0922-4745-AF12-C87F45E7DFA0}" dt="2026-02-23T16:20:07.057" v="1916"/>
          <ac:picMkLst>
            <pc:docMk/>
            <pc:sldMk cId="201534305" sldId="1307"/>
            <ac:picMk id="1026" creationId="{0B9E2B54-C7DF-B917-A504-C4B3D3F20414}"/>
          </ac:picMkLst>
        </pc:picChg>
      </pc:sldChg>
      <pc:sldChg chg="addSp modSp mod ord">
        <pc:chgData name="Karl Michael Höferl" userId="544d2ce1-0a3b-4706-9dfd-c6d69d0e3c8e" providerId="ADAL" clId="{728816E0-0922-4745-AF12-C87F45E7DFA0}" dt="2026-02-23T16:12:50.868" v="1745" actId="1036"/>
        <pc:sldMkLst>
          <pc:docMk/>
          <pc:sldMk cId="322921631" sldId="1308"/>
        </pc:sldMkLst>
        <pc:spChg chg="mod">
          <ac:chgData name="Karl Michael Höferl" userId="544d2ce1-0a3b-4706-9dfd-c6d69d0e3c8e" providerId="ADAL" clId="{728816E0-0922-4745-AF12-C87F45E7DFA0}" dt="2026-02-23T16:01:03.122" v="1419" actId="790"/>
          <ac:spMkLst>
            <pc:docMk/>
            <pc:sldMk cId="322921631" sldId="1308"/>
            <ac:spMk id="3" creationId="{6F9891C6-10F8-6BD2-18EC-8FE5631FA572}"/>
          </ac:spMkLst>
        </pc:spChg>
        <pc:spChg chg="mod">
          <ac:chgData name="Karl Michael Höferl" userId="544d2ce1-0a3b-4706-9dfd-c6d69d0e3c8e" providerId="ADAL" clId="{728816E0-0922-4745-AF12-C87F45E7DFA0}" dt="2026-02-23T16:01:03.125" v="1420" actId="790"/>
          <ac:spMkLst>
            <pc:docMk/>
            <pc:sldMk cId="322921631" sldId="1308"/>
            <ac:spMk id="4" creationId="{56D46BF3-6583-1A88-762F-5839C78CE6E3}"/>
          </ac:spMkLst>
        </pc:spChg>
        <pc:spChg chg="mod">
          <ac:chgData name="Karl Michael Höferl" userId="544d2ce1-0a3b-4706-9dfd-c6d69d0e3c8e" providerId="ADAL" clId="{728816E0-0922-4745-AF12-C87F45E7DFA0}" dt="2026-02-23T16:01:03.126" v="1421" actId="790"/>
          <ac:spMkLst>
            <pc:docMk/>
            <pc:sldMk cId="322921631" sldId="1308"/>
            <ac:spMk id="5" creationId="{15A3FC25-5CB1-29F6-0112-E1D52A9C17A8}"/>
          </ac:spMkLst>
        </pc:spChg>
        <pc:spChg chg="mod">
          <ac:chgData name="Karl Michael Höferl" userId="544d2ce1-0a3b-4706-9dfd-c6d69d0e3c8e" providerId="ADAL" clId="{728816E0-0922-4745-AF12-C87F45E7DFA0}" dt="2026-02-23T16:01:03.128" v="1422" actId="790"/>
          <ac:spMkLst>
            <pc:docMk/>
            <pc:sldMk cId="322921631" sldId="1308"/>
            <ac:spMk id="6" creationId="{A707BC53-B69E-649D-08DE-1599774F59B1}"/>
          </ac:spMkLst>
        </pc:spChg>
        <pc:spChg chg="mod">
          <ac:chgData name="Karl Michael Höferl" userId="544d2ce1-0a3b-4706-9dfd-c6d69d0e3c8e" providerId="ADAL" clId="{728816E0-0922-4745-AF12-C87F45E7DFA0}" dt="2026-02-23T16:01:03.130" v="1423" actId="790"/>
          <ac:spMkLst>
            <pc:docMk/>
            <pc:sldMk cId="322921631" sldId="1308"/>
            <ac:spMk id="7" creationId="{AE58B6F0-E470-1564-6F71-3730034FB2BF}"/>
          </ac:spMkLst>
        </pc:spChg>
        <pc:picChg chg="add mod">
          <ac:chgData name="Karl Michael Höferl" userId="544d2ce1-0a3b-4706-9dfd-c6d69d0e3c8e" providerId="ADAL" clId="{728816E0-0922-4745-AF12-C87F45E7DFA0}" dt="2026-02-23T16:12:48.412" v="1744" actId="1036"/>
          <ac:picMkLst>
            <pc:docMk/>
            <pc:sldMk cId="322921631" sldId="1308"/>
            <ac:picMk id="2" creationId="{EB5A8DE8-C610-5FE0-E479-2BA600E4B2BC}"/>
          </ac:picMkLst>
        </pc:picChg>
        <pc:picChg chg="add mod">
          <ac:chgData name="Karl Michael Höferl" userId="544d2ce1-0a3b-4706-9dfd-c6d69d0e3c8e" providerId="ADAL" clId="{728816E0-0922-4745-AF12-C87F45E7DFA0}" dt="2026-02-23T16:12:50.868" v="1745" actId="1036"/>
          <ac:picMkLst>
            <pc:docMk/>
            <pc:sldMk cId="322921631" sldId="1308"/>
            <ac:picMk id="8" creationId="{8C99D261-14F3-028A-5469-76A58858CCB9}"/>
          </ac:picMkLst>
        </pc:picChg>
        <pc:picChg chg="add mod">
          <ac:chgData name="Karl Michael Höferl" userId="544d2ce1-0a3b-4706-9dfd-c6d69d0e3c8e" providerId="ADAL" clId="{728816E0-0922-4745-AF12-C87F45E7DFA0}" dt="2026-02-18T15:32:02.878" v="462" actId="1076"/>
          <ac:picMkLst>
            <pc:docMk/>
            <pc:sldMk cId="322921631" sldId="1308"/>
            <ac:picMk id="9" creationId="{F3978C51-A94D-8D41-6F8B-2345B674B903}"/>
          </ac:picMkLst>
        </pc:picChg>
        <pc:picChg chg="add mod">
          <ac:chgData name="Karl Michael Höferl" userId="544d2ce1-0a3b-4706-9dfd-c6d69d0e3c8e" providerId="ADAL" clId="{728816E0-0922-4745-AF12-C87F45E7DFA0}" dt="2026-02-18T15:32:02.878" v="462" actId="1076"/>
          <ac:picMkLst>
            <pc:docMk/>
            <pc:sldMk cId="322921631" sldId="1308"/>
            <ac:picMk id="10" creationId="{38EB4D5B-2E98-0AAA-DF7E-08B76ACDB58E}"/>
          </ac:picMkLst>
        </pc:picChg>
        <pc:picChg chg="add mod">
          <ac:chgData name="Karl Michael Höferl" userId="544d2ce1-0a3b-4706-9dfd-c6d69d0e3c8e" providerId="ADAL" clId="{728816E0-0922-4745-AF12-C87F45E7DFA0}" dt="2026-02-23T16:12:40.707" v="1742" actId="1036"/>
          <ac:picMkLst>
            <pc:docMk/>
            <pc:sldMk cId="322921631" sldId="1308"/>
            <ac:picMk id="11" creationId="{7B06C309-DFA7-33E8-7139-DE9FED4815F9}"/>
          </ac:picMkLst>
        </pc:picChg>
        <pc:picChg chg="add mod">
          <ac:chgData name="Karl Michael Höferl" userId="544d2ce1-0a3b-4706-9dfd-c6d69d0e3c8e" providerId="ADAL" clId="{728816E0-0922-4745-AF12-C87F45E7DFA0}" dt="2026-02-18T15:32:02.878" v="462" actId="1076"/>
          <ac:picMkLst>
            <pc:docMk/>
            <pc:sldMk cId="322921631" sldId="1308"/>
            <ac:picMk id="12" creationId="{ED595FE8-6BF4-A7E0-4C06-69DE730B50FD}"/>
          </ac:picMkLst>
        </pc:picChg>
        <pc:picChg chg="add mod">
          <ac:chgData name="Karl Michael Höferl" userId="544d2ce1-0a3b-4706-9dfd-c6d69d0e3c8e" providerId="ADAL" clId="{728816E0-0922-4745-AF12-C87F45E7DFA0}" dt="2026-02-23T16:12:25.712" v="1728" actId="1076"/>
          <ac:picMkLst>
            <pc:docMk/>
            <pc:sldMk cId="322921631" sldId="1308"/>
            <ac:picMk id="13" creationId="{0B9C3C8C-C28C-0358-850C-3037114597EE}"/>
          </ac:picMkLst>
        </pc:picChg>
        <pc:picChg chg="add mod">
          <ac:chgData name="Karl Michael Höferl" userId="544d2ce1-0a3b-4706-9dfd-c6d69d0e3c8e" providerId="ADAL" clId="{728816E0-0922-4745-AF12-C87F45E7DFA0}" dt="2026-02-18T15:32:02.878" v="462" actId="1076"/>
          <ac:picMkLst>
            <pc:docMk/>
            <pc:sldMk cId="322921631" sldId="1308"/>
            <ac:picMk id="14" creationId="{8645A373-1E67-C89B-0E57-1CE08C768584}"/>
          </ac:picMkLst>
        </pc:picChg>
        <pc:picChg chg="add mod">
          <ac:chgData name="Karl Michael Höferl" userId="544d2ce1-0a3b-4706-9dfd-c6d69d0e3c8e" providerId="ADAL" clId="{728816E0-0922-4745-AF12-C87F45E7DFA0}" dt="2026-02-18T15:32:02.878" v="462" actId="1076"/>
          <ac:picMkLst>
            <pc:docMk/>
            <pc:sldMk cId="322921631" sldId="1308"/>
            <ac:picMk id="15" creationId="{034E921C-58B2-AE39-A09C-1EFEF2510910}"/>
          </ac:picMkLst>
        </pc:picChg>
      </pc:sldChg>
      <pc:sldChg chg="addSp modSp mod">
        <pc:chgData name="Karl Michael Höferl" userId="544d2ce1-0a3b-4706-9dfd-c6d69d0e3c8e" providerId="ADAL" clId="{728816E0-0922-4745-AF12-C87F45E7DFA0}" dt="2026-02-23T16:01:03.221" v="1450" actId="790"/>
        <pc:sldMkLst>
          <pc:docMk/>
          <pc:sldMk cId="689899033" sldId="1309"/>
        </pc:sldMkLst>
        <pc:spChg chg="mod">
          <ac:chgData name="Karl Michael Höferl" userId="544d2ce1-0a3b-4706-9dfd-c6d69d0e3c8e" providerId="ADAL" clId="{728816E0-0922-4745-AF12-C87F45E7DFA0}" dt="2026-02-23T16:01:03.209" v="1446" actId="790"/>
          <ac:spMkLst>
            <pc:docMk/>
            <pc:sldMk cId="689899033" sldId="1309"/>
            <ac:spMk id="2" creationId="{496CE73D-F621-EDF0-F809-20D70E57B7A2}"/>
          </ac:spMkLst>
        </pc:spChg>
        <pc:spChg chg="mod">
          <ac:chgData name="Karl Michael Höferl" userId="544d2ce1-0a3b-4706-9dfd-c6d69d0e3c8e" providerId="ADAL" clId="{728816E0-0922-4745-AF12-C87F45E7DFA0}" dt="2026-02-23T16:01:03.210" v="1447" actId="790"/>
          <ac:spMkLst>
            <pc:docMk/>
            <pc:sldMk cId="689899033" sldId="1309"/>
            <ac:spMk id="3" creationId="{360683C1-B017-4798-02B1-B47108C49D4D}"/>
          </ac:spMkLst>
        </pc:spChg>
        <pc:spChg chg="mod">
          <ac:chgData name="Karl Michael Höferl" userId="544d2ce1-0a3b-4706-9dfd-c6d69d0e3c8e" providerId="ADAL" clId="{728816E0-0922-4745-AF12-C87F45E7DFA0}" dt="2026-02-23T16:01:03.218" v="1448" actId="790"/>
          <ac:spMkLst>
            <pc:docMk/>
            <pc:sldMk cId="689899033" sldId="1309"/>
            <ac:spMk id="4" creationId="{1B7CB921-3B72-E6C4-9714-E21DB372D911}"/>
          </ac:spMkLst>
        </pc:spChg>
        <pc:spChg chg="mod">
          <ac:chgData name="Karl Michael Höferl" userId="544d2ce1-0a3b-4706-9dfd-c6d69d0e3c8e" providerId="ADAL" clId="{728816E0-0922-4745-AF12-C87F45E7DFA0}" dt="2026-02-23T16:01:03.220" v="1449" actId="790"/>
          <ac:spMkLst>
            <pc:docMk/>
            <pc:sldMk cId="689899033" sldId="1309"/>
            <ac:spMk id="5" creationId="{B2EA16CE-47DE-31CF-C3C7-6250FF97F48F}"/>
          </ac:spMkLst>
        </pc:spChg>
        <pc:spChg chg="mod">
          <ac:chgData name="Karl Michael Höferl" userId="544d2ce1-0a3b-4706-9dfd-c6d69d0e3c8e" providerId="ADAL" clId="{728816E0-0922-4745-AF12-C87F45E7DFA0}" dt="2026-02-23T16:01:03.221" v="1450" actId="790"/>
          <ac:spMkLst>
            <pc:docMk/>
            <pc:sldMk cId="689899033" sldId="1309"/>
            <ac:spMk id="6" creationId="{E6987FAE-F60C-1B1B-523B-3DE8EE959126}"/>
          </ac:spMkLst>
        </pc:spChg>
      </pc:sldChg>
      <pc:sldChg chg="addSp delSp modSp add mod">
        <pc:chgData name="Karl Michael Höferl" userId="544d2ce1-0a3b-4706-9dfd-c6d69d0e3c8e" providerId="ADAL" clId="{728816E0-0922-4745-AF12-C87F45E7DFA0}" dt="2026-02-23T16:04:53.380" v="1589" actId="20577"/>
        <pc:sldMkLst>
          <pc:docMk/>
          <pc:sldMk cId="375970562" sldId="1310"/>
        </pc:sldMkLst>
        <pc:spChg chg="mod">
          <ac:chgData name="Karl Michael Höferl" userId="544d2ce1-0a3b-4706-9dfd-c6d69d0e3c8e" providerId="ADAL" clId="{728816E0-0922-4745-AF12-C87F45E7DFA0}" dt="2026-02-23T16:04:53.380" v="1589" actId="20577"/>
          <ac:spMkLst>
            <pc:docMk/>
            <pc:sldMk cId="375970562" sldId="1310"/>
            <ac:spMk id="3" creationId="{243143EB-933C-A01F-832B-6A5E50F91B10}"/>
          </ac:spMkLst>
        </pc:spChg>
        <pc:spChg chg="mod">
          <ac:chgData name="Karl Michael Höferl" userId="544d2ce1-0a3b-4706-9dfd-c6d69d0e3c8e" providerId="ADAL" clId="{728816E0-0922-4745-AF12-C87F45E7DFA0}" dt="2026-02-23T16:01:02.959" v="1356" actId="790"/>
          <ac:spMkLst>
            <pc:docMk/>
            <pc:sldMk cId="375970562" sldId="1310"/>
            <ac:spMk id="5" creationId="{0BFB14C9-8F42-8740-CF1A-A0702BA6FEA2}"/>
          </ac:spMkLst>
        </pc:spChg>
        <pc:spChg chg="mod">
          <ac:chgData name="Karl Michael Höferl" userId="544d2ce1-0a3b-4706-9dfd-c6d69d0e3c8e" providerId="ADAL" clId="{728816E0-0922-4745-AF12-C87F45E7DFA0}" dt="2026-02-23T16:01:02.970" v="1357" actId="790"/>
          <ac:spMkLst>
            <pc:docMk/>
            <pc:sldMk cId="375970562" sldId="1310"/>
            <ac:spMk id="6" creationId="{59A54C36-4BFA-0F86-1F72-ED4D378AFAFF}"/>
          </ac:spMkLst>
        </pc:spChg>
        <pc:spChg chg="mod">
          <ac:chgData name="Karl Michael Höferl" userId="544d2ce1-0a3b-4706-9dfd-c6d69d0e3c8e" providerId="ADAL" clId="{728816E0-0922-4745-AF12-C87F45E7DFA0}" dt="2026-02-23T16:01:02.971" v="1358" actId="790"/>
          <ac:spMkLst>
            <pc:docMk/>
            <pc:sldMk cId="375970562" sldId="1310"/>
            <ac:spMk id="7" creationId="{A1F876F7-9CDD-3850-FE88-4437E2ADDB29}"/>
          </ac:spMkLst>
        </pc:spChg>
        <pc:graphicFrameChg chg="add mod modGraphic">
          <ac:chgData name="Karl Michael Höferl" userId="544d2ce1-0a3b-4706-9dfd-c6d69d0e3c8e" providerId="ADAL" clId="{728816E0-0922-4745-AF12-C87F45E7DFA0}" dt="2026-02-23T16:04:27.836" v="1558" actId="1076"/>
          <ac:graphicFrameMkLst>
            <pc:docMk/>
            <pc:sldMk cId="375970562" sldId="1310"/>
            <ac:graphicFrameMk id="2" creationId="{DFBED0D2-9437-C1BA-B04C-03CA20680970}"/>
          </ac:graphicFrameMkLst>
        </pc:graphicFrameChg>
      </pc:sldChg>
      <pc:sldChg chg="addSp delSp modSp new mod">
        <pc:chgData name="Karl Michael Höferl" userId="544d2ce1-0a3b-4706-9dfd-c6d69d0e3c8e" providerId="ADAL" clId="{728816E0-0922-4745-AF12-C87F45E7DFA0}" dt="2026-02-23T16:05:10.576" v="1592" actId="1076"/>
        <pc:sldMkLst>
          <pc:docMk/>
          <pc:sldMk cId="3088708132" sldId="1311"/>
        </pc:sldMkLst>
        <pc:spChg chg="mod">
          <ac:chgData name="Karl Michael Höferl" userId="544d2ce1-0a3b-4706-9dfd-c6d69d0e3c8e" providerId="ADAL" clId="{728816E0-0922-4745-AF12-C87F45E7DFA0}" dt="2026-02-23T16:01:02.973" v="1359" actId="790"/>
          <ac:spMkLst>
            <pc:docMk/>
            <pc:sldMk cId="3088708132" sldId="1311"/>
            <ac:spMk id="2" creationId="{C759C57C-C664-D1C2-A437-29394100CE15}"/>
          </ac:spMkLst>
        </pc:spChg>
        <pc:spChg chg="mod">
          <ac:chgData name="Karl Michael Höferl" userId="544d2ce1-0a3b-4706-9dfd-c6d69d0e3c8e" providerId="ADAL" clId="{728816E0-0922-4745-AF12-C87F45E7DFA0}" dt="2026-02-23T16:01:02.974" v="1360" actId="790"/>
          <ac:spMkLst>
            <pc:docMk/>
            <pc:sldMk cId="3088708132" sldId="1311"/>
            <ac:spMk id="3" creationId="{32A63E53-0002-FB85-CCE9-980CF58AC769}"/>
          </ac:spMkLst>
        </pc:spChg>
        <pc:spChg chg="mod">
          <ac:chgData name="Karl Michael Höferl" userId="544d2ce1-0a3b-4706-9dfd-c6d69d0e3c8e" providerId="ADAL" clId="{728816E0-0922-4745-AF12-C87F45E7DFA0}" dt="2026-02-23T16:01:02.987" v="1361" actId="790"/>
          <ac:spMkLst>
            <pc:docMk/>
            <pc:sldMk cId="3088708132" sldId="1311"/>
            <ac:spMk id="5" creationId="{11EC2117-3F95-A3C2-BA48-39EFDCA15F21}"/>
          </ac:spMkLst>
        </pc:spChg>
        <pc:spChg chg="mod">
          <ac:chgData name="Karl Michael Höferl" userId="544d2ce1-0a3b-4706-9dfd-c6d69d0e3c8e" providerId="ADAL" clId="{728816E0-0922-4745-AF12-C87F45E7DFA0}" dt="2026-02-23T16:01:02.990" v="1362" actId="790"/>
          <ac:spMkLst>
            <pc:docMk/>
            <pc:sldMk cId="3088708132" sldId="1311"/>
            <ac:spMk id="6" creationId="{B3C08429-DC80-6DC7-A8A5-F3A63EAC2581}"/>
          </ac:spMkLst>
        </pc:spChg>
        <pc:picChg chg="add mod">
          <ac:chgData name="Karl Michael Höferl" userId="544d2ce1-0a3b-4706-9dfd-c6d69d0e3c8e" providerId="ADAL" clId="{728816E0-0922-4745-AF12-C87F45E7DFA0}" dt="2026-02-23T16:05:10.576" v="1592" actId="1076"/>
          <ac:picMkLst>
            <pc:docMk/>
            <pc:sldMk cId="3088708132" sldId="1311"/>
            <ac:picMk id="7" creationId="{156EB902-80C4-D761-86C7-51318A59633C}"/>
          </ac:picMkLst>
        </pc:picChg>
      </pc:sldChg>
      <pc:sldChg chg="modSp new mod">
        <pc:chgData name="Karl Michael Höferl" userId="544d2ce1-0a3b-4706-9dfd-c6d69d0e3c8e" providerId="ADAL" clId="{728816E0-0922-4745-AF12-C87F45E7DFA0}" dt="2026-02-23T16:06:27.056" v="1625" actId="403"/>
        <pc:sldMkLst>
          <pc:docMk/>
          <pc:sldMk cId="1873177350" sldId="1312"/>
        </pc:sldMkLst>
        <pc:spChg chg="mod">
          <ac:chgData name="Karl Michael Höferl" userId="544d2ce1-0a3b-4706-9dfd-c6d69d0e3c8e" providerId="ADAL" clId="{728816E0-0922-4745-AF12-C87F45E7DFA0}" dt="2026-02-23T16:01:02.991" v="1363" actId="790"/>
          <ac:spMkLst>
            <pc:docMk/>
            <pc:sldMk cId="1873177350" sldId="1312"/>
            <ac:spMk id="2" creationId="{3D316120-180A-3EB0-67E4-EDDB294F9B76}"/>
          </ac:spMkLst>
        </pc:spChg>
        <pc:spChg chg="mod">
          <ac:chgData name="Karl Michael Höferl" userId="544d2ce1-0a3b-4706-9dfd-c6d69d0e3c8e" providerId="ADAL" clId="{728816E0-0922-4745-AF12-C87F45E7DFA0}" dt="2026-02-23T16:01:02.993" v="1364" actId="790"/>
          <ac:spMkLst>
            <pc:docMk/>
            <pc:sldMk cId="1873177350" sldId="1312"/>
            <ac:spMk id="3" creationId="{20AFE2DB-6412-6C17-530B-3252BC6B34DE}"/>
          </ac:spMkLst>
        </pc:spChg>
        <pc:spChg chg="mod">
          <ac:chgData name="Karl Michael Höferl" userId="544d2ce1-0a3b-4706-9dfd-c6d69d0e3c8e" providerId="ADAL" clId="{728816E0-0922-4745-AF12-C87F45E7DFA0}" dt="2026-02-23T16:06:27.056" v="1625" actId="403"/>
          <ac:spMkLst>
            <pc:docMk/>
            <pc:sldMk cId="1873177350" sldId="1312"/>
            <ac:spMk id="4" creationId="{EF64D8CD-FA94-17EA-B070-2D5B05647DC6}"/>
          </ac:spMkLst>
        </pc:spChg>
        <pc:spChg chg="mod">
          <ac:chgData name="Karl Michael Höferl" userId="544d2ce1-0a3b-4706-9dfd-c6d69d0e3c8e" providerId="ADAL" clId="{728816E0-0922-4745-AF12-C87F45E7DFA0}" dt="2026-02-23T16:01:03.008" v="1366" actId="790"/>
          <ac:spMkLst>
            <pc:docMk/>
            <pc:sldMk cId="1873177350" sldId="1312"/>
            <ac:spMk id="5" creationId="{8A8F6EA8-C840-06F3-1C4C-96967939183F}"/>
          </ac:spMkLst>
        </pc:spChg>
        <pc:spChg chg="mod">
          <ac:chgData name="Karl Michael Höferl" userId="544d2ce1-0a3b-4706-9dfd-c6d69d0e3c8e" providerId="ADAL" clId="{728816E0-0922-4745-AF12-C87F45E7DFA0}" dt="2026-02-23T16:01:03.009" v="1367" actId="790"/>
          <ac:spMkLst>
            <pc:docMk/>
            <pc:sldMk cId="1873177350" sldId="1312"/>
            <ac:spMk id="6" creationId="{AE823F8B-E018-5750-E5B1-A4A5BD0CC3A9}"/>
          </ac:spMkLst>
        </pc:spChg>
      </pc:sldChg>
      <pc:sldChg chg="addSp delSp modSp new mod ord">
        <pc:chgData name="Karl Michael Höferl" userId="544d2ce1-0a3b-4706-9dfd-c6d69d0e3c8e" providerId="ADAL" clId="{728816E0-0922-4745-AF12-C87F45E7DFA0}" dt="2026-02-23T16:08:01.435" v="1660" actId="1076"/>
        <pc:sldMkLst>
          <pc:docMk/>
          <pc:sldMk cId="2659167020" sldId="1313"/>
        </pc:sldMkLst>
        <pc:spChg chg="mod">
          <ac:chgData name="Karl Michael Höferl" userId="544d2ce1-0a3b-4706-9dfd-c6d69d0e3c8e" providerId="ADAL" clId="{728816E0-0922-4745-AF12-C87F45E7DFA0}" dt="2026-02-23T16:01:03.011" v="1368" actId="790"/>
          <ac:spMkLst>
            <pc:docMk/>
            <pc:sldMk cId="2659167020" sldId="1313"/>
            <ac:spMk id="2" creationId="{77B5BBCE-9060-123C-24ED-FF3A972A72B0}"/>
          </ac:spMkLst>
        </pc:spChg>
        <pc:spChg chg="mod">
          <ac:chgData name="Karl Michael Höferl" userId="544d2ce1-0a3b-4706-9dfd-c6d69d0e3c8e" providerId="ADAL" clId="{728816E0-0922-4745-AF12-C87F45E7DFA0}" dt="2026-02-23T16:07:06.170" v="1631" actId="20577"/>
          <ac:spMkLst>
            <pc:docMk/>
            <pc:sldMk cId="2659167020" sldId="1313"/>
            <ac:spMk id="3" creationId="{B6D5D10F-F951-8476-B893-FCDDD98E6F45}"/>
          </ac:spMkLst>
        </pc:spChg>
        <pc:spChg chg="mod">
          <ac:chgData name="Karl Michael Höferl" userId="544d2ce1-0a3b-4706-9dfd-c6d69d0e3c8e" providerId="ADAL" clId="{728816E0-0922-4745-AF12-C87F45E7DFA0}" dt="2026-02-23T16:07:51.970" v="1659" actId="403"/>
          <ac:spMkLst>
            <pc:docMk/>
            <pc:sldMk cId="2659167020" sldId="1313"/>
            <ac:spMk id="4" creationId="{0A762E9E-E08D-D8A2-4280-243B1D74E312}"/>
          </ac:spMkLst>
        </pc:spChg>
        <pc:spChg chg="mod">
          <ac:chgData name="Karl Michael Höferl" userId="544d2ce1-0a3b-4706-9dfd-c6d69d0e3c8e" providerId="ADAL" clId="{728816E0-0922-4745-AF12-C87F45E7DFA0}" dt="2026-02-23T16:01:03.019" v="1371" actId="790"/>
          <ac:spMkLst>
            <pc:docMk/>
            <pc:sldMk cId="2659167020" sldId="1313"/>
            <ac:spMk id="5" creationId="{259DF13E-3E46-3244-C5CA-82D9CEF51083}"/>
          </ac:spMkLst>
        </pc:spChg>
        <pc:spChg chg="mod">
          <ac:chgData name="Karl Michael Höferl" userId="544d2ce1-0a3b-4706-9dfd-c6d69d0e3c8e" providerId="ADAL" clId="{728816E0-0922-4745-AF12-C87F45E7DFA0}" dt="2026-02-23T16:01:03.022" v="1372" actId="790"/>
          <ac:spMkLst>
            <pc:docMk/>
            <pc:sldMk cId="2659167020" sldId="1313"/>
            <ac:spMk id="6" creationId="{E19D84D6-AB9F-7EA7-9AFE-0E1FE77BC744}"/>
          </ac:spMkLst>
        </pc:spChg>
        <pc:picChg chg="add mod">
          <ac:chgData name="Karl Michael Höferl" userId="544d2ce1-0a3b-4706-9dfd-c6d69d0e3c8e" providerId="ADAL" clId="{728816E0-0922-4745-AF12-C87F45E7DFA0}" dt="2026-02-23T16:08:01.435" v="1660" actId="1076"/>
          <ac:picMkLst>
            <pc:docMk/>
            <pc:sldMk cId="2659167020" sldId="1313"/>
            <ac:picMk id="10" creationId="{E90B91CF-43CA-AA2E-20A1-1C9CD6B31E65}"/>
          </ac:picMkLst>
        </pc:picChg>
      </pc:sldChg>
      <pc:sldChg chg="addSp modSp new mod">
        <pc:chgData name="Karl Michael Höferl" userId="544d2ce1-0a3b-4706-9dfd-c6d69d0e3c8e" providerId="ADAL" clId="{728816E0-0922-4745-AF12-C87F45E7DFA0}" dt="2026-02-23T16:09:03.923" v="1663" actId="2711"/>
        <pc:sldMkLst>
          <pc:docMk/>
          <pc:sldMk cId="3643707666" sldId="1314"/>
        </pc:sldMkLst>
        <pc:spChg chg="mod">
          <ac:chgData name="Karl Michael Höferl" userId="544d2ce1-0a3b-4706-9dfd-c6d69d0e3c8e" providerId="ADAL" clId="{728816E0-0922-4745-AF12-C87F45E7DFA0}" dt="2026-02-23T16:01:03.025" v="1373" actId="790"/>
          <ac:spMkLst>
            <pc:docMk/>
            <pc:sldMk cId="3643707666" sldId="1314"/>
            <ac:spMk id="2" creationId="{E52E3C13-E037-28D9-CA50-D2D12BB500ED}"/>
          </ac:spMkLst>
        </pc:spChg>
        <pc:spChg chg="mod">
          <ac:chgData name="Karl Michael Höferl" userId="544d2ce1-0a3b-4706-9dfd-c6d69d0e3c8e" providerId="ADAL" clId="{728816E0-0922-4745-AF12-C87F45E7DFA0}" dt="2026-02-23T16:01:03.026" v="1374" actId="790"/>
          <ac:spMkLst>
            <pc:docMk/>
            <pc:sldMk cId="3643707666" sldId="1314"/>
            <ac:spMk id="3" creationId="{C59DB7DF-AFF7-D57D-4F19-0A39BC7142D8}"/>
          </ac:spMkLst>
        </pc:spChg>
        <pc:spChg chg="mod">
          <ac:chgData name="Karl Michael Höferl" userId="544d2ce1-0a3b-4706-9dfd-c6d69d0e3c8e" providerId="ADAL" clId="{728816E0-0922-4745-AF12-C87F45E7DFA0}" dt="2026-02-23T16:01:03.029" v="1375" actId="790"/>
          <ac:spMkLst>
            <pc:docMk/>
            <pc:sldMk cId="3643707666" sldId="1314"/>
            <ac:spMk id="4" creationId="{2FB153C3-D4D0-7102-AAA2-C5F00A2BFFB4}"/>
          </ac:spMkLst>
        </pc:spChg>
        <pc:spChg chg="mod">
          <ac:chgData name="Karl Michael Höferl" userId="544d2ce1-0a3b-4706-9dfd-c6d69d0e3c8e" providerId="ADAL" clId="{728816E0-0922-4745-AF12-C87F45E7DFA0}" dt="2026-02-23T16:01:03.031" v="1376" actId="790"/>
          <ac:spMkLst>
            <pc:docMk/>
            <pc:sldMk cId="3643707666" sldId="1314"/>
            <ac:spMk id="5" creationId="{3647DCDA-EF0D-03B0-2664-C2A1B3C80469}"/>
          </ac:spMkLst>
        </pc:spChg>
        <pc:spChg chg="mod">
          <ac:chgData name="Karl Michael Höferl" userId="544d2ce1-0a3b-4706-9dfd-c6d69d0e3c8e" providerId="ADAL" clId="{728816E0-0922-4745-AF12-C87F45E7DFA0}" dt="2026-02-23T16:01:03.033" v="1377" actId="790"/>
          <ac:spMkLst>
            <pc:docMk/>
            <pc:sldMk cId="3643707666" sldId="1314"/>
            <ac:spMk id="6" creationId="{CA252A54-DDC2-3837-8976-EA3358929EE0}"/>
          </ac:spMkLst>
        </pc:spChg>
        <pc:spChg chg="add mod">
          <ac:chgData name="Karl Michael Höferl" userId="544d2ce1-0a3b-4706-9dfd-c6d69d0e3c8e" providerId="ADAL" clId="{728816E0-0922-4745-AF12-C87F45E7DFA0}" dt="2026-02-23T16:01:03.035" v="1378" actId="790"/>
          <ac:spMkLst>
            <pc:docMk/>
            <pc:sldMk cId="3643707666" sldId="1314"/>
            <ac:spMk id="13" creationId="{E8407D54-D562-A89C-2522-51BEBE2AEA3E}"/>
          </ac:spMkLst>
        </pc:spChg>
        <pc:spChg chg="mod">
          <ac:chgData name="Karl Michael Höferl" userId="544d2ce1-0a3b-4706-9dfd-c6d69d0e3c8e" providerId="ADAL" clId="{728816E0-0922-4745-AF12-C87F45E7DFA0}" dt="2026-02-23T16:01:03.037" v="1379" actId="790"/>
          <ac:spMkLst>
            <pc:docMk/>
            <pc:sldMk cId="3643707666" sldId="1314"/>
            <ac:spMk id="14" creationId="{3D2F93F2-2C3C-15A7-08AE-3F3E68A9E94E}"/>
          </ac:spMkLst>
        </pc:spChg>
        <pc:spChg chg="add mod">
          <ac:chgData name="Karl Michael Höferl" userId="544d2ce1-0a3b-4706-9dfd-c6d69d0e3c8e" providerId="ADAL" clId="{728816E0-0922-4745-AF12-C87F45E7DFA0}" dt="2026-02-23T16:01:03.039" v="1380" actId="790"/>
          <ac:spMkLst>
            <pc:docMk/>
            <pc:sldMk cId="3643707666" sldId="1314"/>
            <ac:spMk id="15" creationId="{1DAE40FC-5FDC-9BD8-BBC5-DEA361A940BE}"/>
          </ac:spMkLst>
        </pc:spChg>
        <pc:spChg chg="mod">
          <ac:chgData name="Karl Michael Höferl" userId="544d2ce1-0a3b-4706-9dfd-c6d69d0e3c8e" providerId="ADAL" clId="{728816E0-0922-4745-AF12-C87F45E7DFA0}" dt="2026-02-23T16:01:03.042" v="1381" actId="790"/>
          <ac:spMkLst>
            <pc:docMk/>
            <pc:sldMk cId="3643707666" sldId="1314"/>
            <ac:spMk id="16" creationId="{AE1EFE22-65FA-3850-5421-948A67352E4D}"/>
          </ac:spMkLst>
        </pc:spChg>
        <pc:spChg chg="add mod">
          <ac:chgData name="Karl Michael Höferl" userId="544d2ce1-0a3b-4706-9dfd-c6d69d0e3c8e" providerId="ADAL" clId="{728816E0-0922-4745-AF12-C87F45E7DFA0}" dt="2026-02-23T16:01:03.043" v="1382" actId="790"/>
          <ac:spMkLst>
            <pc:docMk/>
            <pc:sldMk cId="3643707666" sldId="1314"/>
            <ac:spMk id="17" creationId="{C9FCCAB0-404A-A3EA-7F67-E0CE81E08FA7}"/>
          </ac:spMkLst>
        </pc:spChg>
        <pc:spChg chg="mod">
          <ac:chgData name="Karl Michael Höferl" userId="544d2ce1-0a3b-4706-9dfd-c6d69d0e3c8e" providerId="ADAL" clId="{728816E0-0922-4745-AF12-C87F45E7DFA0}" dt="2026-02-23T16:01:03.045" v="1383" actId="790"/>
          <ac:spMkLst>
            <pc:docMk/>
            <pc:sldMk cId="3643707666" sldId="1314"/>
            <ac:spMk id="18" creationId="{DCA638D4-F44E-599F-C802-37D5EC569A25}"/>
          </ac:spMkLst>
        </pc:spChg>
        <pc:spChg chg="add mod">
          <ac:chgData name="Karl Michael Höferl" userId="544d2ce1-0a3b-4706-9dfd-c6d69d0e3c8e" providerId="ADAL" clId="{728816E0-0922-4745-AF12-C87F45E7DFA0}" dt="2026-02-23T16:01:03.048" v="1384" actId="790"/>
          <ac:spMkLst>
            <pc:docMk/>
            <pc:sldMk cId="3643707666" sldId="1314"/>
            <ac:spMk id="19" creationId="{61C2F864-A618-2453-3AEE-454A7C35AD1F}"/>
          </ac:spMkLst>
        </pc:spChg>
        <pc:spChg chg="add mod">
          <ac:chgData name="Karl Michael Höferl" userId="544d2ce1-0a3b-4706-9dfd-c6d69d0e3c8e" providerId="ADAL" clId="{728816E0-0922-4745-AF12-C87F45E7DFA0}" dt="2026-02-23T16:01:03.049" v="1385" actId="790"/>
          <ac:spMkLst>
            <pc:docMk/>
            <pc:sldMk cId="3643707666" sldId="1314"/>
            <ac:spMk id="20" creationId="{7B7D351C-A6A0-7B10-A2E5-F099BBAAC12B}"/>
          </ac:spMkLst>
        </pc:spChg>
        <pc:spChg chg="add mod">
          <ac:chgData name="Karl Michael Höferl" userId="544d2ce1-0a3b-4706-9dfd-c6d69d0e3c8e" providerId="ADAL" clId="{728816E0-0922-4745-AF12-C87F45E7DFA0}" dt="2026-02-23T16:01:03.052" v="1386" actId="790"/>
          <ac:spMkLst>
            <pc:docMk/>
            <pc:sldMk cId="3643707666" sldId="1314"/>
            <ac:spMk id="27" creationId="{14FC3072-7F80-98ED-AE7D-9CBC93D75C38}"/>
          </ac:spMkLst>
        </pc:spChg>
        <pc:spChg chg="mod">
          <ac:chgData name="Karl Michael Höferl" userId="544d2ce1-0a3b-4706-9dfd-c6d69d0e3c8e" providerId="ADAL" clId="{728816E0-0922-4745-AF12-C87F45E7DFA0}" dt="2026-02-23T16:01:03.055" v="1387" actId="790"/>
          <ac:spMkLst>
            <pc:docMk/>
            <pc:sldMk cId="3643707666" sldId="1314"/>
            <ac:spMk id="28" creationId="{576C1B51-8EC9-DF44-521C-F9EB9C6A869E}"/>
          </ac:spMkLst>
        </pc:spChg>
        <pc:spChg chg="mod">
          <ac:chgData name="Karl Michael Höferl" userId="544d2ce1-0a3b-4706-9dfd-c6d69d0e3c8e" providerId="ADAL" clId="{728816E0-0922-4745-AF12-C87F45E7DFA0}" dt="2026-02-23T16:01:03.056" v="1388" actId="790"/>
          <ac:spMkLst>
            <pc:docMk/>
            <pc:sldMk cId="3643707666" sldId="1314"/>
            <ac:spMk id="29" creationId="{69ADE2E9-DCD3-F74A-8740-EE0502D35654}"/>
          </ac:spMkLst>
        </pc:spChg>
        <pc:spChg chg="add mod">
          <ac:chgData name="Karl Michael Höferl" userId="544d2ce1-0a3b-4706-9dfd-c6d69d0e3c8e" providerId="ADAL" clId="{728816E0-0922-4745-AF12-C87F45E7DFA0}" dt="2026-02-23T16:01:03.058" v="1389" actId="790"/>
          <ac:spMkLst>
            <pc:docMk/>
            <pc:sldMk cId="3643707666" sldId="1314"/>
            <ac:spMk id="30" creationId="{E0A57882-BA9A-4AF4-49BE-9B2EF7409D25}"/>
          </ac:spMkLst>
        </pc:spChg>
        <pc:spChg chg="add mod">
          <ac:chgData name="Karl Michael Höferl" userId="544d2ce1-0a3b-4706-9dfd-c6d69d0e3c8e" providerId="ADAL" clId="{728816E0-0922-4745-AF12-C87F45E7DFA0}" dt="2026-02-23T16:01:03.059" v="1390" actId="790"/>
          <ac:spMkLst>
            <pc:docMk/>
            <pc:sldMk cId="3643707666" sldId="1314"/>
            <ac:spMk id="31" creationId="{E7C379F8-D36D-AF5E-216E-C3EBAC9F396E}"/>
          </ac:spMkLst>
        </pc:spChg>
        <pc:spChg chg="add mod">
          <ac:chgData name="Karl Michael Höferl" userId="544d2ce1-0a3b-4706-9dfd-c6d69d0e3c8e" providerId="ADAL" clId="{728816E0-0922-4745-AF12-C87F45E7DFA0}" dt="2026-02-23T16:09:03.923" v="1663" actId="2711"/>
          <ac:spMkLst>
            <pc:docMk/>
            <pc:sldMk cId="3643707666" sldId="1314"/>
            <ac:spMk id="32" creationId="{B3B9801C-17A5-767F-908D-70736D44E84D}"/>
          </ac:spMkLst>
        </pc:spChg>
        <pc:spChg chg="add mod">
          <ac:chgData name="Karl Michael Höferl" userId="544d2ce1-0a3b-4706-9dfd-c6d69d0e3c8e" providerId="ADAL" clId="{728816E0-0922-4745-AF12-C87F45E7DFA0}" dt="2026-02-23T16:09:03.923" v="1663" actId="2711"/>
          <ac:spMkLst>
            <pc:docMk/>
            <pc:sldMk cId="3643707666" sldId="1314"/>
            <ac:spMk id="33" creationId="{1AEF4C93-E13B-36B8-D04C-B90FD33443BF}"/>
          </ac:spMkLst>
        </pc:spChg>
      </pc:sldChg>
      <pc:sldChg chg="addSp delSp modSp new mod">
        <pc:chgData name="Karl Michael Höferl" userId="544d2ce1-0a3b-4706-9dfd-c6d69d0e3c8e" providerId="ADAL" clId="{728816E0-0922-4745-AF12-C87F45E7DFA0}" dt="2026-02-23T16:01:03.070" v="1397" actId="790"/>
        <pc:sldMkLst>
          <pc:docMk/>
          <pc:sldMk cId="2187899776" sldId="1315"/>
        </pc:sldMkLst>
        <pc:spChg chg="mod">
          <ac:chgData name="Karl Michael Höferl" userId="544d2ce1-0a3b-4706-9dfd-c6d69d0e3c8e" providerId="ADAL" clId="{728816E0-0922-4745-AF12-C87F45E7DFA0}" dt="2026-02-23T16:01:03.064" v="1393" actId="790"/>
          <ac:spMkLst>
            <pc:docMk/>
            <pc:sldMk cId="2187899776" sldId="1315"/>
            <ac:spMk id="2" creationId="{BE7C525E-B131-0000-ED76-59CABEE666DC}"/>
          </ac:spMkLst>
        </pc:spChg>
        <pc:spChg chg="mod">
          <ac:chgData name="Karl Michael Höferl" userId="544d2ce1-0a3b-4706-9dfd-c6d69d0e3c8e" providerId="ADAL" clId="{728816E0-0922-4745-AF12-C87F45E7DFA0}" dt="2026-02-23T16:01:03.065" v="1394" actId="790"/>
          <ac:spMkLst>
            <pc:docMk/>
            <pc:sldMk cId="2187899776" sldId="1315"/>
            <ac:spMk id="3" creationId="{3CA3D381-FC7C-5694-EFBE-0D4205566374}"/>
          </ac:spMkLst>
        </pc:spChg>
        <pc:spChg chg="add del mod">
          <ac:chgData name="Karl Michael Höferl" userId="544d2ce1-0a3b-4706-9dfd-c6d69d0e3c8e" providerId="ADAL" clId="{728816E0-0922-4745-AF12-C87F45E7DFA0}" dt="2026-02-23T16:01:03.067" v="1395" actId="790"/>
          <ac:spMkLst>
            <pc:docMk/>
            <pc:sldMk cId="2187899776" sldId="1315"/>
            <ac:spMk id="4" creationId="{21C4C382-8CA5-82DA-F1A8-6CD503E00AA0}"/>
          </ac:spMkLst>
        </pc:spChg>
        <pc:spChg chg="mod">
          <ac:chgData name="Karl Michael Höferl" userId="544d2ce1-0a3b-4706-9dfd-c6d69d0e3c8e" providerId="ADAL" clId="{728816E0-0922-4745-AF12-C87F45E7DFA0}" dt="2026-02-23T16:01:03.068" v="1396" actId="790"/>
          <ac:spMkLst>
            <pc:docMk/>
            <pc:sldMk cId="2187899776" sldId="1315"/>
            <ac:spMk id="5" creationId="{D283D71E-73D7-8F5B-6D6C-A2715C1489BA}"/>
          </ac:spMkLst>
        </pc:spChg>
        <pc:spChg chg="mod">
          <ac:chgData name="Karl Michael Höferl" userId="544d2ce1-0a3b-4706-9dfd-c6d69d0e3c8e" providerId="ADAL" clId="{728816E0-0922-4745-AF12-C87F45E7DFA0}" dt="2026-02-23T16:01:03.070" v="1397" actId="790"/>
          <ac:spMkLst>
            <pc:docMk/>
            <pc:sldMk cId="2187899776" sldId="1315"/>
            <ac:spMk id="6" creationId="{A8B4A877-1176-C0AB-0935-48096289A956}"/>
          </ac:spMkLst>
        </pc:spChg>
        <pc:graphicFrameChg chg="add mod">
          <ac:chgData name="Karl Michael Höferl" userId="544d2ce1-0a3b-4706-9dfd-c6d69d0e3c8e" providerId="ADAL" clId="{728816E0-0922-4745-AF12-C87F45E7DFA0}" dt="2026-02-18T15:27:10.265" v="422" actId="1076"/>
          <ac:graphicFrameMkLst>
            <pc:docMk/>
            <pc:sldMk cId="2187899776" sldId="1315"/>
            <ac:graphicFrameMk id="9" creationId="{E9584848-30E0-E588-2EF4-5AA2A57BE524}"/>
          </ac:graphicFrameMkLst>
        </pc:graphicFrameChg>
      </pc:sldChg>
      <pc:sldChg chg="addSp delSp modSp new mod">
        <pc:chgData name="Karl Michael Höferl" userId="544d2ce1-0a3b-4706-9dfd-c6d69d0e3c8e" providerId="ADAL" clId="{728816E0-0922-4745-AF12-C87F45E7DFA0}" dt="2026-02-23T16:10:44.570" v="1693"/>
        <pc:sldMkLst>
          <pc:docMk/>
          <pc:sldMk cId="4161488241" sldId="1316"/>
        </pc:sldMkLst>
        <pc:spChg chg="mod">
          <ac:chgData name="Karl Michael Höferl" userId="544d2ce1-0a3b-4706-9dfd-c6d69d0e3c8e" providerId="ADAL" clId="{728816E0-0922-4745-AF12-C87F45E7DFA0}" dt="2026-02-23T16:01:03.077" v="1402" actId="790"/>
          <ac:spMkLst>
            <pc:docMk/>
            <pc:sldMk cId="4161488241" sldId="1316"/>
            <ac:spMk id="2" creationId="{7292BD8A-1A48-14A4-727A-637670A5F27A}"/>
          </ac:spMkLst>
        </pc:spChg>
        <pc:spChg chg="mod">
          <ac:chgData name="Karl Michael Höferl" userId="544d2ce1-0a3b-4706-9dfd-c6d69d0e3c8e" providerId="ADAL" clId="{728816E0-0922-4745-AF12-C87F45E7DFA0}" dt="2026-02-23T16:01:03.078" v="1403" actId="790"/>
          <ac:spMkLst>
            <pc:docMk/>
            <pc:sldMk cId="4161488241" sldId="1316"/>
            <ac:spMk id="3" creationId="{6299D800-D6F2-22C3-75D9-588400807497}"/>
          </ac:spMkLst>
        </pc:spChg>
        <pc:spChg chg="del mod">
          <ac:chgData name="Karl Michael Höferl" userId="544d2ce1-0a3b-4706-9dfd-c6d69d0e3c8e" providerId="ADAL" clId="{728816E0-0922-4745-AF12-C87F45E7DFA0}" dt="2026-02-23T16:10:20.409" v="1691" actId="478"/>
          <ac:spMkLst>
            <pc:docMk/>
            <pc:sldMk cId="4161488241" sldId="1316"/>
            <ac:spMk id="4" creationId="{9840095C-4EFC-1065-E7E7-9D1B9F95D330}"/>
          </ac:spMkLst>
        </pc:spChg>
        <pc:spChg chg="mod">
          <ac:chgData name="Karl Michael Höferl" userId="544d2ce1-0a3b-4706-9dfd-c6d69d0e3c8e" providerId="ADAL" clId="{728816E0-0922-4745-AF12-C87F45E7DFA0}" dt="2026-02-23T16:01:03.081" v="1405" actId="790"/>
          <ac:spMkLst>
            <pc:docMk/>
            <pc:sldMk cId="4161488241" sldId="1316"/>
            <ac:spMk id="5" creationId="{230E9710-6D8C-73EF-B79C-B9EC9DF9C69A}"/>
          </ac:spMkLst>
        </pc:spChg>
        <pc:spChg chg="mod">
          <ac:chgData name="Karl Michael Höferl" userId="544d2ce1-0a3b-4706-9dfd-c6d69d0e3c8e" providerId="ADAL" clId="{728816E0-0922-4745-AF12-C87F45E7DFA0}" dt="2026-02-23T16:01:03.084" v="1406" actId="790"/>
          <ac:spMkLst>
            <pc:docMk/>
            <pc:sldMk cId="4161488241" sldId="1316"/>
            <ac:spMk id="6" creationId="{24AB83A2-812E-591D-D137-12AC9FF018F5}"/>
          </ac:spMkLst>
        </pc:spChg>
        <pc:spChg chg="add mod">
          <ac:chgData name="Karl Michael Höferl" userId="544d2ce1-0a3b-4706-9dfd-c6d69d0e3c8e" providerId="ADAL" clId="{728816E0-0922-4745-AF12-C87F45E7DFA0}" dt="2026-02-23T16:10:26.936" v="1692" actId="122"/>
          <ac:spMkLst>
            <pc:docMk/>
            <pc:sldMk cId="4161488241" sldId="1316"/>
            <ac:spMk id="9" creationId="{EAC0422D-F6D9-6DF4-60FD-3910B1F6C448}"/>
          </ac:spMkLst>
        </pc:spChg>
        <pc:picChg chg="add mod">
          <ac:chgData name="Karl Michael Höferl" userId="544d2ce1-0a3b-4706-9dfd-c6d69d0e3c8e" providerId="ADAL" clId="{728816E0-0922-4745-AF12-C87F45E7DFA0}" dt="2026-02-23T16:10:44.570" v="1693"/>
          <ac:picMkLst>
            <pc:docMk/>
            <pc:sldMk cId="4161488241" sldId="1316"/>
            <ac:picMk id="10" creationId="{B412217F-5B24-283F-1757-3D04CDAB2B62}"/>
          </ac:picMkLst>
        </pc:picChg>
      </pc:sldChg>
      <pc:sldChg chg="addSp delSp modSp new mod">
        <pc:chgData name="Karl Michael Höferl" userId="544d2ce1-0a3b-4706-9dfd-c6d69d0e3c8e" providerId="ADAL" clId="{728816E0-0922-4745-AF12-C87F45E7DFA0}" dt="2026-02-23T16:11:08.023" v="1698"/>
        <pc:sldMkLst>
          <pc:docMk/>
          <pc:sldMk cId="906492995" sldId="1317"/>
        </pc:sldMkLst>
        <pc:spChg chg="mod">
          <ac:chgData name="Karl Michael Höferl" userId="544d2ce1-0a3b-4706-9dfd-c6d69d0e3c8e" providerId="ADAL" clId="{728816E0-0922-4745-AF12-C87F45E7DFA0}" dt="2026-02-23T16:01:03.090" v="1408" actId="790"/>
          <ac:spMkLst>
            <pc:docMk/>
            <pc:sldMk cId="906492995" sldId="1317"/>
            <ac:spMk id="2" creationId="{17B5398E-CB49-E2D9-B429-86FE9E20E21E}"/>
          </ac:spMkLst>
        </pc:spChg>
        <pc:spChg chg="mod">
          <ac:chgData name="Karl Michael Höferl" userId="544d2ce1-0a3b-4706-9dfd-c6d69d0e3c8e" providerId="ADAL" clId="{728816E0-0922-4745-AF12-C87F45E7DFA0}" dt="2026-02-23T16:01:03.092" v="1409" actId="790"/>
          <ac:spMkLst>
            <pc:docMk/>
            <pc:sldMk cId="906492995" sldId="1317"/>
            <ac:spMk id="3" creationId="{02C13132-55A8-BA97-0C18-99E65C6F89AC}"/>
          </ac:spMkLst>
        </pc:spChg>
        <pc:spChg chg="del mod">
          <ac:chgData name="Karl Michael Höferl" userId="544d2ce1-0a3b-4706-9dfd-c6d69d0e3c8e" providerId="ADAL" clId="{728816E0-0922-4745-AF12-C87F45E7DFA0}" dt="2026-02-23T16:10:51.545" v="1694" actId="478"/>
          <ac:spMkLst>
            <pc:docMk/>
            <pc:sldMk cId="906492995" sldId="1317"/>
            <ac:spMk id="4" creationId="{057FC8A9-2F0A-91AF-7B84-4F653445AFC0}"/>
          </ac:spMkLst>
        </pc:spChg>
        <pc:spChg chg="mod">
          <ac:chgData name="Karl Michael Höferl" userId="544d2ce1-0a3b-4706-9dfd-c6d69d0e3c8e" providerId="ADAL" clId="{728816E0-0922-4745-AF12-C87F45E7DFA0}" dt="2026-02-23T16:01:03.096" v="1411" actId="790"/>
          <ac:spMkLst>
            <pc:docMk/>
            <pc:sldMk cId="906492995" sldId="1317"/>
            <ac:spMk id="5" creationId="{A6E699EB-3FF3-296D-89B2-CDDF220577BE}"/>
          </ac:spMkLst>
        </pc:spChg>
        <pc:spChg chg="mod">
          <ac:chgData name="Karl Michael Höferl" userId="544d2ce1-0a3b-4706-9dfd-c6d69d0e3c8e" providerId="ADAL" clId="{728816E0-0922-4745-AF12-C87F45E7DFA0}" dt="2026-02-23T16:01:03.099" v="1412" actId="790"/>
          <ac:spMkLst>
            <pc:docMk/>
            <pc:sldMk cId="906492995" sldId="1317"/>
            <ac:spMk id="6" creationId="{2DDCD889-9CA5-69C8-4317-8257CB32182B}"/>
          </ac:spMkLst>
        </pc:spChg>
        <pc:spChg chg="add mod">
          <ac:chgData name="Karl Michael Höferl" userId="544d2ce1-0a3b-4706-9dfd-c6d69d0e3c8e" providerId="ADAL" clId="{728816E0-0922-4745-AF12-C87F45E7DFA0}" dt="2026-02-23T16:11:01.065" v="1697" actId="122"/>
          <ac:spMkLst>
            <pc:docMk/>
            <pc:sldMk cId="906492995" sldId="1317"/>
            <ac:spMk id="9" creationId="{0C554349-4C39-283E-51F2-5E74A86AA1EF}"/>
          </ac:spMkLst>
        </pc:spChg>
        <pc:picChg chg="add mod">
          <ac:chgData name="Karl Michael Höferl" userId="544d2ce1-0a3b-4706-9dfd-c6d69d0e3c8e" providerId="ADAL" clId="{728816E0-0922-4745-AF12-C87F45E7DFA0}" dt="2026-02-23T16:11:08.023" v="1698"/>
          <ac:picMkLst>
            <pc:docMk/>
            <pc:sldMk cId="906492995" sldId="1317"/>
            <ac:picMk id="10" creationId="{73C95FCD-6E5D-00BB-DC70-3A0399773454}"/>
          </ac:picMkLst>
        </pc:picChg>
      </pc:sldChg>
      <pc:sldChg chg="modSp new mod">
        <pc:chgData name="Karl Michael Höferl" userId="544d2ce1-0a3b-4706-9dfd-c6d69d0e3c8e" providerId="ADAL" clId="{728816E0-0922-4745-AF12-C87F45E7DFA0}" dt="2026-02-23T16:13:02.927" v="1746" actId="403"/>
        <pc:sldMkLst>
          <pc:docMk/>
          <pc:sldMk cId="2373523199" sldId="1323"/>
        </pc:sldMkLst>
        <pc:spChg chg="mod">
          <ac:chgData name="Karl Michael Höferl" userId="544d2ce1-0a3b-4706-9dfd-c6d69d0e3c8e" providerId="ADAL" clId="{728816E0-0922-4745-AF12-C87F45E7DFA0}" dt="2026-02-23T16:01:03.131" v="1424" actId="790"/>
          <ac:spMkLst>
            <pc:docMk/>
            <pc:sldMk cId="2373523199" sldId="1323"/>
            <ac:spMk id="2" creationId="{F5968708-B6A2-9D50-2569-4CA8E41597A4}"/>
          </ac:spMkLst>
        </pc:spChg>
        <pc:spChg chg="mod">
          <ac:chgData name="Karl Michael Höferl" userId="544d2ce1-0a3b-4706-9dfd-c6d69d0e3c8e" providerId="ADAL" clId="{728816E0-0922-4745-AF12-C87F45E7DFA0}" dt="2026-02-23T16:01:03.133" v="1425" actId="790"/>
          <ac:spMkLst>
            <pc:docMk/>
            <pc:sldMk cId="2373523199" sldId="1323"/>
            <ac:spMk id="3" creationId="{037E2DD2-A549-88F1-1C2B-136BF1027A40}"/>
          </ac:spMkLst>
        </pc:spChg>
        <pc:spChg chg="mod">
          <ac:chgData name="Karl Michael Höferl" userId="544d2ce1-0a3b-4706-9dfd-c6d69d0e3c8e" providerId="ADAL" clId="{728816E0-0922-4745-AF12-C87F45E7DFA0}" dt="2026-02-23T16:13:02.927" v="1746" actId="403"/>
          <ac:spMkLst>
            <pc:docMk/>
            <pc:sldMk cId="2373523199" sldId="1323"/>
            <ac:spMk id="4" creationId="{983F2E7E-E047-80BC-1191-E7B7CF8BB4D8}"/>
          </ac:spMkLst>
        </pc:spChg>
        <pc:spChg chg="mod">
          <ac:chgData name="Karl Michael Höferl" userId="544d2ce1-0a3b-4706-9dfd-c6d69d0e3c8e" providerId="ADAL" clId="{728816E0-0922-4745-AF12-C87F45E7DFA0}" dt="2026-02-23T16:01:03.151" v="1427" actId="790"/>
          <ac:spMkLst>
            <pc:docMk/>
            <pc:sldMk cId="2373523199" sldId="1323"/>
            <ac:spMk id="5" creationId="{ABBF2584-E36E-C64C-825B-D9ED6763B534}"/>
          </ac:spMkLst>
        </pc:spChg>
        <pc:spChg chg="mod">
          <ac:chgData name="Karl Michael Höferl" userId="544d2ce1-0a3b-4706-9dfd-c6d69d0e3c8e" providerId="ADAL" clId="{728816E0-0922-4745-AF12-C87F45E7DFA0}" dt="2026-02-23T16:01:03.153" v="1428" actId="790"/>
          <ac:spMkLst>
            <pc:docMk/>
            <pc:sldMk cId="2373523199" sldId="1323"/>
            <ac:spMk id="6" creationId="{C6FD80BA-1F0D-D155-5D43-A598A61C736B}"/>
          </ac:spMkLst>
        </pc:spChg>
      </pc:sldChg>
      <pc:sldChg chg="modSp add mod">
        <pc:chgData name="Karl Michael Höferl" userId="544d2ce1-0a3b-4706-9dfd-c6d69d0e3c8e" providerId="ADAL" clId="{728816E0-0922-4745-AF12-C87F45E7DFA0}" dt="2026-02-23T16:15:22.194" v="1838"/>
        <pc:sldMkLst>
          <pc:docMk/>
          <pc:sldMk cId="3553701495" sldId="1324"/>
        </pc:sldMkLst>
        <pc:spChg chg="mod">
          <ac:chgData name="Karl Michael Höferl" userId="544d2ce1-0a3b-4706-9dfd-c6d69d0e3c8e" providerId="ADAL" clId="{728816E0-0922-4745-AF12-C87F45E7DFA0}" dt="2026-02-23T16:15:15.773" v="1826"/>
          <ac:spMkLst>
            <pc:docMk/>
            <pc:sldMk cId="3553701495" sldId="1324"/>
            <ac:spMk id="2" creationId="{0B8C7BAC-242B-C7BD-5378-DD8BD356EE98}"/>
          </ac:spMkLst>
        </pc:spChg>
        <pc:spChg chg="mod">
          <ac:chgData name="Karl Michael Höferl" userId="544d2ce1-0a3b-4706-9dfd-c6d69d0e3c8e" providerId="ADAL" clId="{728816E0-0922-4745-AF12-C87F45E7DFA0}" dt="2026-02-23T16:15:22.194" v="1838"/>
          <ac:spMkLst>
            <pc:docMk/>
            <pc:sldMk cId="3553701495" sldId="1324"/>
            <ac:spMk id="3" creationId="{DDDB2B6D-5451-B61C-745F-4DB7066BDA87}"/>
          </ac:spMkLst>
        </pc:spChg>
        <pc:spChg chg="mod">
          <ac:chgData name="Karl Michael Höferl" userId="544d2ce1-0a3b-4706-9dfd-c6d69d0e3c8e" providerId="ADAL" clId="{728816E0-0922-4745-AF12-C87F45E7DFA0}" dt="2026-02-23T16:01:03.203" v="1443" actId="790"/>
          <ac:spMkLst>
            <pc:docMk/>
            <pc:sldMk cId="3553701495" sldId="1324"/>
            <ac:spMk id="5" creationId="{DD27E50D-2541-BE41-53C4-30595BB7AFEE}"/>
          </ac:spMkLst>
        </pc:spChg>
        <pc:spChg chg="mod">
          <ac:chgData name="Karl Michael Höferl" userId="544d2ce1-0a3b-4706-9dfd-c6d69d0e3c8e" providerId="ADAL" clId="{728816E0-0922-4745-AF12-C87F45E7DFA0}" dt="2026-02-23T16:01:03.205" v="1444" actId="790"/>
          <ac:spMkLst>
            <pc:docMk/>
            <pc:sldMk cId="3553701495" sldId="1324"/>
            <ac:spMk id="6" creationId="{E73A8E48-EA65-1C13-2795-5FF632F46CCD}"/>
          </ac:spMkLst>
        </pc:spChg>
        <pc:spChg chg="mod">
          <ac:chgData name="Karl Michael Höferl" userId="544d2ce1-0a3b-4706-9dfd-c6d69d0e3c8e" providerId="ADAL" clId="{728816E0-0922-4745-AF12-C87F45E7DFA0}" dt="2026-02-23T16:01:03.207" v="1445" actId="790"/>
          <ac:spMkLst>
            <pc:docMk/>
            <pc:sldMk cId="3553701495" sldId="1324"/>
            <ac:spMk id="7" creationId="{79A40185-236B-0F84-3AC4-1049B1E0F8A1}"/>
          </ac:spMkLst>
        </pc:spChg>
      </pc:sldChg>
      <pc:sldChg chg="addSp delSp modSp new mod">
        <pc:chgData name="Karl Michael Höferl" userId="544d2ce1-0a3b-4706-9dfd-c6d69d0e3c8e" providerId="ADAL" clId="{728816E0-0922-4745-AF12-C87F45E7DFA0}" dt="2026-02-23T16:01:03.231" v="1454" actId="790"/>
        <pc:sldMkLst>
          <pc:docMk/>
          <pc:sldMk cId="497570386" sldId="1325"/>
        </pc:sldMkLst>
        <pc:spChg chg="mod">
          <ac:chgData name="Karl Michael Höferl" userId="544d2ce1-0a3b-4706-9dfd-c6d69d0e3c8e" providerId="ADAL" clId="{728816E0-0922-4745-AF12-C87F45E7DFA0}" dt="2026-02-23T16:01:03.223" v="1451" actId="790"/>
          <ac:spMkLst>
            <pc:docMk/>
            <pc:sldMk cId="497570386" sldId="1325"/>
            <ac:spMk id="2" creationId="{492921DA-CEA1-9AEE-1804-15BAEC61F644}"/>
          </ac:spMkLst>
        </pc:spChg>
        <pc:spChg chg="mod">
          <ac:chgData name="Karl Michael Höferl" userId="544d2ce1-0a3b-4706-9dfd-c6d69d0e3c8e" providerId="ADAL" clId="{728816E0-0922-4745-AF12-C87F45E7DFA0}" dt="2026-02-23T16:01:03.224" v="1452" actId="790"/>
          <ac:spMkLst>
            <pc:docMk/>
            <pc:sldMk cId="497570386" sldId="1325"/>
            <ac:spMk id="3" creationId="{466FB46A-9673-CCDA-59F5-F972C2085AFE}"/>
          </ac:spMkLst>
        </pc:spChg>
        <pc:spChg chg="mod">
          <ac:chgData name="Karl Michael Höferl" userId="544d2ce1-0a3b-4706-9dfd-c6d69d0e3c8e" providerId="ADAL" clId="{728816E0-0922-4745-AF12-C87F45E7DFA0}" dt="2026-02-23T16:01:03.229" v="1453" actId="790"/>
          <ac:spMkLst>
            <pc:docMk/>
            <pc:sldMk cId="497570386" sldId="1325"/>
            <ac:spMk id="5" creationId="{49B73EFE-75F4-0A69-4C96-DB803766D1FE}"/>
          </ac:spMkLst>
        </pc:spChg>
        <pc:spChg chg="mod">
          <ac:chgData name="Karl Michael Höferl" userId="544d2ce1-0a3b-4706-9dfd-c6d69d0e3c8e" providerId="ADAL" clId="{728816E0-0922-4745-AF12-C87F45E7DFA0}" dt="2026-02-23T16:01:03.231" v="1454" actId="790"/>
          <ac:spMkLst>
            <pc:docMk/>
            <pc:sldMk cId="497570386" sldId="1325"/>
            <ac:spMk id="6" creationId="{EC40F165-AB5B-305E-8A63-3C30909F3991}"/>
          </ac:spMkLst>
        </pc:spChg>
        <pc:picChg chg="add mod">
          <ac:chgData name="Karl Michael Höferl" userId="544d2ce1-0a3b-4706-9dfd-c6d69d0e3c8e" providerId="ADAL" clId="{728816E0-0922-4745-AF12-C87F45E7DFA0}" dt="2026-02-18T16:27:35.028" v="700" actId="1035"/>
          <ac:picMkLst>
            <pc:docMk/>
            <pc:sldMk cId="497570386" sldId="1325"/>
            <ac:picMk id="7" creationId="{AD726D66-9890-29D3-CF78-E04CAB20AD58}"/>
          </ac:picMkLst>
        </pc:picChg>
        <pc:picChg chg="add mod">
          <ac:chgData name="Karl Michael Höferl" userId="544d2ce1-0a3b-4706-9dfd-c6d69d0e3c8e" providerId="ADAL" clId="{728816E0-0922-4745-AF12-C87F45E7DFA0}" dt="2026-02-18T16:27:35.028" v="700" actId="1035"/>
          <ac:picMkLst>
            <pc:docMk/>
            <pc:sldMk cId="497570386" sldId="1325"/>
            <ac:picMk id="4098" creationId="{200CD0C8-C54D-8583-CD9E-9148FEFAC1FD}"/>
          </ac:picMkLst>
        </pc:picChg>
      </pc:sldChg>
      <pc:sldChg chg="addSp modSp new mod">
        <pc:chgData name="Karl Michael Höferl" userId="544d2ce1-0a3b-4706-9dfd-c6d69d0e3c8e" providerId="ADAL" clId="{728816E0-0922-4745-AF12-C87F45E7DFA0}" dt="2026-02-23T16:16:06.176" v="1840" actId="27636"/>
        <pc:sldMkLst>
          <pc:docMk/>
          <pc:sldMk cId="4213212517" sldId="1326"/>
        </pc:sldMkLst>
        <pc:spChg chg="mod">
          <ac:chgData name="Karl Michael Höferl" userId="544d2ce1-0a3b-4706-9dfd-c6d69d0e3c8e" providerId="ADAL" clId="{728816E0-0922-4745-AF12-C87F45E7DFA0}" dt="2026-02-23T16:01:03.239" v="1460" actId="790"/>
          <ac:spMkLst>
            <pc:docMk/>
            <pc:sldMk cId="4213212517" sldId="1326"/>
            <ac:spMk id="2" creationId="{25A697CF-8DED-FDE6-56AF-F9E062E71DEA}"/>
          </ac:spMkLst>
        </pc:spChg>
        <pc:spChg chg="mod">
          <ac:chgData name="Karl Michael Höferl" userId="544d2ce1-0a3b-4706-9dfd-c6d69d0e3c8e" providerId="ADAL" clId="{728816E0-0922-4745-AF12-C87F45E7DFA0}" dt="2026-02-23T16:01:03.240" v="1461" actId="790"/>
          <ac:spMkLst>
            <pc:docMk/>
            <pc:sldMk cId="4213212517" sldId="1326"/>
            <ac:spMk id="3" creationId="{7A837EF2-FD44-7DD4-6253-51E9B721AB4A}"/>
          </ac:spMkLst>
        </pc:spChg>
        <pc:spChg chg="mod">
          <ac:chgData name="Karl Michael Höferl" userId="544d2ce1-0a3b-4706-9dfd-c6d69d0e3c8e" providerId="ADAL" clId="{728816E0-0922-4745-AF12-C87F45E7DFA0}" dt="2026-02-23T16:16:06.176" v="1840" actId="27636"/>
          <ac:spMkLst>
            <pc:docMk/>
            <pc:sldMk cId="4213212517" sldId="1326"/>
            <ac:spMk id="4" creationId="{ABBB6353-75DA-7C63-BE81-08DA880A8A92}"/>
          </ac:spMkLst>
        </pc:spChg>
        <pc:spChg chg="mod">
          <ac:chgData name="Karl Michael Höferl" userId="544d2ce1-0a3b-4706-9dfd-c6d69d0e3c8e" providerId="ADAL" clId="{728816E0-0922-4745-AF12-C87F45E7DFA0}" dt="2026-02-23T16:01:03.250" v="1463" actId="790"/>
          <ac:spMkLst>
            <pc:docMk/>
            <pc:sldMk cId="4213212517" sldId="1326"/>
            <ac:spMk id="5" creationId="{9EC07A4E-8021-E1B1-204C-590FF79CBD38}"/>
          </ac:spMkLst>
        </pc:spChg>
        <pc:spChg chg="mod">
          <ac:chgData name="Karl Michael Höferl" userId="544d2ce1-0a3b-4706-9dfd-c6d69d0e3c8e" providerId="ADAL" clId="{728816E0-0922-4745-AF12-C87F45E7DFA0}" dt="2026-02-23T16:01:03.252" v="1464" actId="790"/>
          <ac:spMkLst>
            <pc:docMk/>
            <pc:sldMk cId="4213212517" sldId="1326"/>
            <ac:spMk id="6" creationId="{48B7ADAA-26CF-7BA8-0FB1-58C6FE5BD303}"/>
          </ac:spMkLst>
        </pc:spChg>
        <pc:picChg chg="add mod">
          <ac:chgData name="Karl Michael Höferl" userId="544d2ce1-0a3b-4706-9dfd-c6d69d0e3c8e" providerId="ADAL" clId="{728816E0-0922-4745-AF12-C87F45E7DFA0}" dt="2026-02-18T16:29:17.507" v="738" actId="14100"/>
          <ac:picMkLst>
            <pc:docMk/>
            <pc:sldMk cId="4213212517" sldId="1326"/>
            <ac:picMk id="7" creationId="{02C44FBD-22A0-3843-CB60-5993FD5EB98E}"/>
          </ac:picMkLst>
        </pc:picChg>
        <pc:picChg chg="add mod">
          <ac:chgData name="Karl Michael Höferl" userId="544d2ce1-0a3b-4706-9dfd-c6d69d0e3c8e" providerId="ADAL" clId="{728816E0-0922-4745-AF12-C87F45E7DFA0}" dt="2026-02-18T16:29:21.658" v="753" actId="1038"/>
          <ac:picMkLst>
            <pc:docMk/>
            <pc:sldMk cId="4213212517" sldId="1326"/>
            <ac:picMk id="8" creationId="{97660735-92CB-20FF-925F-231A31B971FF}"/>
          </ac:picMkLst>
        </pc:picChg>
      </pc:sldChg>
      <pc:sldChg chg="addSp modSp new mod">
        <pc:chgData name="Karl Michael Höferl" userId="544d2ce1-0a3b-4706-9dfd-c6d69d0e3c8e" providerId="ADAL" clId="{728816E0-0922-4745-AF12-C87F45E7DFA0}" dt="2026-02-23T16:01:03.265" v="1469" actId="790"/>
        <pc:sldMkLst>
          <pc:docMk/>
          <pc:sldMk cId="3763406089" sldId="1327"/>
        </pc:sldMkLst>
        <pc:spChg chg="mod">
          <ac:chgData name="Karl Michael Höferl" userId="544d2ce1-0a3b-4706-9dfd-c6d69d0e3c8e" providerId="ADAL" clId="{728816E0-0922-4745-AF12-C87F45E7DFA0}" dt="2026-02-23T16:01:03.255" v="1465" actId="790"/>
          <ac:spMkLst>
            <pc:docMk/>
            <pc:sldMk cId="3763406089" sldId="1327"/>
            <ac:spMk id="2" creationId="{869FEE3E-DF2E-0ECA-B41D-0DC2E545D68C}"/>
          </ac:spMkLst>
        </pc:spChg>
        <pc:spChg chg="mod">
          <ac:chgData name="Karl Michael Höferl" userId="544d2ce1-0a3b-4706-9dfd-c6d69d0e3c8e" providerId="ADAL" clId="{728816E0-0922-4745-AF12-C87F45E7DFA0}" dt="2026-02-23T16:01:03.257" v="1466" actId="790"/>
          <ac:spMkLst>
            <pc:docMk/>
            <pc:sldMk cId="3763406089" sldId="1327"/>
            <ac:spMk id="3" creationId="{6876846C-F87E-8B87-F7A6-547746CE37EA}"/>
          </ac:spMkLst>
        </pc:spChg>
        <pc:spChg chg="mod">
          <ac:chgData name="Karl Michael Höferl" userId="544d2ce1-0a3b-4706-9dfd-c6d69d0e3c8e" providerId="ADAL" clId="{728816E0-0922-4745-AF12-C87F45E7DFA0}" dt="2026-02-23T16:01:03.260" v="1467" actId="790"/>
          <ac:spMkLst>
            <pc:docMk/>
            <pc:sldMk cId="3763406089" sldId="1327"/>
            <ac:spMk id="4" creationId="{6A00814D-6C4B-B400-0F32-BA9B1C1820CE}"/>
          </ac:spMkLst>
        </pc:spChg>
        <pc:spChg chg="mod">
          <ac:chgData name="Karl Michael Höferl" userId="544d2ce1-0a3b-4706-9dfd-c6d69d0e3c8e" providerId="ADAL" clId="{728816E0-0922-4745-AF12-C87F45E7DFA0}" dt="2026-02-23T16:01:03.262" v="1468" actId="790"/>
          <ac:spMkLst>
            <pc:docMk/>
            <pc:sldMk cId="3763406089" sldId="1327"/>
            <ac:spMk id="5" creationId="{CB35434D-2290-7DF8-0C10-4A1134602E9B}"/>
          </ac:spMkLst>
        </pc:spChg>
        <pc:spChg chg="mod">
          <ac:chgData name="Karl Michael Höferl" userId="544d2ce1-0a3b-4706-9dfd-c6d69d0e3c8e" providerId="ADAL" clId="{728816E0-0922-4745-AF12-C87F45E7DFA0}" dt="2026-02-23T16:01:03.265" v="1469" actId="790"/>
          <ac:spMkLst>
            <pc:docMk/>
            <pc:sldMk cId="3763406089" sldId="1327"/>
            <ac:spMk id="6" creationId="{E62BF5F0-30BA-226F-DC16-095DEDE97876}"/>
          </ac:spMkLst>
        </pc:spChg>
        <pc:picChg chg="add mod">
          <ac:chgData name="Karl Michael Höferl" userId="544d2ce1-0a3b-4706-9dfd-c6d69d0e3c8e" providerId="ADAL" clId="{728816E0-0922-4745-AF12-C87F45E7DFA0}" dt="2026-02-18T16:29:38.886" v="756" actId="1076"/>
          <ac:picMkLst>
            <pc:docMk/>
            <pc:sldMk cId="3763406089" sldId="1327"/>
            <ac:picMk id="7" creationId="{E941DD96-D61A-C6D4-9736-2A0BD898D106}"/>
          </ac:picMkLst>
        </pc:picChg>
      </pc:sldChg>
      <pc:sldChg chg="addSp modSp new mod modNotesTx">
        <pc:chgData name="Karl Michael Höferl" userId="544d2ce1-0a3b-4706-9dfd-c6d69d0e3c8e" providerId="ADAL" clId="{728816E0-0922-4745-AF12-C87F45E7DFA0}" dt="2026-02-23T16:01:03.237" v="1459" actId="790"/>
        <pc:sldMkLst>
          <pc:docMk/>
          <pc:sldMk cId="1574637840" sldId="1328"/>
        </pc:sldMkLst>
        <pc:spChg chg="mod">
          <ac:chgData name="Karl Michael Höferl" userId="544d2ce1-0a3b-4706-9dfd-c6d69d0e3c8e" providerId="ADAL" clId="{728816E0-0922-4745-AF12-C87F45E7DFA0}" dt="2026-02-23T16:01:03.232" v="1455" actId="790"/>
          <ac:spMkLst>
            <pc:docMk/>
            <pc:sldMk cId="1574637840" sldId="1328"/>
            <ac:spMk id="2" creationId="{20C75A9B-AD0D-3127-379C-9A5C63DA3613}"/>
          </ac:spMkLst>
        </pc:spChg>
        <pc:spChg chg="mod">
          <ac:chgData name="Karl Michael Höferl" userId="544d2ce1-0a3b-4706-9dfd-c6d69d0e3c8e" providerId="ADAL" clId="{728816E0-0922-4745-AF12-C87F45E7DFA0}" dt="2026-02-23T16:01:03.233" v="1456" actId="790"/>
          <ac:spMkLst>
            <pc:docMk/>
            <pc:sldMk cId="1574637840" sldId="1328"/>
            <ac:spMk id="3" creationId="{BFB6011F-CDEE-004A-0896-FC25B13E2A5B}"/>
          </ac:spMkLst>
        </pc:spChg>
        <pc:spChg chg="mod">
          <ac:chgData name="Karl Michael Höferl" userId="544d2ce1-0a3b-4706-9dfd-c6d69d0e3c8e" providerId="ADAL" clId="{728816E0-0922-4745-AF12-C87F45E7DFA0}" dt="2026-02-23T16:01:03.235" v="1457" actId="790"/>
          <ac:spMkLst>
            <pc:docMk/>
            <pc:sldMk cId="1574637840" sldId="1328"/>
            <ac:spMk id="4" creationId="{95711853-5EA5-98A6-642A-DECDCECF03E8}"/>
          </ac:spMkLst>
        </pc:spChg>
        <pc:spChg chg="mod">
          <ac:chgData name="Karl Michael Höferl" userId="544d2ce1-0a3b-4706-9dfd-c6d69d0e3c8e" providerId="ADAL" clId="{728816E0-0922-4745-AF12-C87F45E7DFA0}" dt="2026-02-23T16:01:03.236" v="1458" actId="790"/>
          <ac:spMkLst>
            <pc:docMk/>
            <pc:sldMk cId="1574637840" sldId="1328"/>
            <ac:spMk id="5" creationId="{796FD03F-FDE6-989B-8673-C2F88EADC3FB}"/>
          </ac:spMkLst>
        </pc:spChg>
        <pc:spChg chg="mod">
          <ac:chgData name="Karl Michael Höferl" userId="544d2ce1-0a3b-4706-9dfd-c6d69d0e3c8e" providerId="ADAL" clId="{728816E0-0922-4745-AF12-C87F45E7DFA0}" dt="2026-02-23T16:01:03.237" v="1459" actId="790"/>
          <ac:spMkLst>
            <pc:docMk/>
            <pc:sldMk cId="1574637840" sldId="1328"/>
            <ac:spMk id="6" creationId="{73D4C058-4A02-183E-F251-3687B4B18FA0}"/>
          </ac:spMkLst>
        </pc:spChg>
        <pc:picChg chg="add mod">
          <ac:chgData name="Karl Michael Höferl" userId="544d2ce1-0a3b-4706-9dfd-c6d69d0e3c8e" providerId="ADAL" clId="{728816E0-0922-4745-AF12-C87F45E7DFA0}" dt="2026-02-18T16:34:12.410" v="807" actId="1038"/>
          <ac:picMkLst>
            <pc:docMk/>
            <pc:sldMk cId="1574637840" sldId="1328"/>
            <ac:picMk id="7" creationId="{345460F9-67D7-4402-17F9-AA9ABDF72357}"/>
          </ac:picMkLst>
        </pc:picChg>
        <pc:picChg chg="add mod">
          <ac:chgData name="Karl Michael Höferl" userId="544d2ce1-0a3b-4706-9dfd-c6d69d0e3c8e" providerId="ADAL" clId="{728816E0-0922-4745-AF12-C87F45E7DFA0}" dt="2026-02-18T16:34:08.827" v="804" actId="1037"/>
          <ac:picMkLst>
            <pc:docMk/>
            <pc:sldMk cId="1574637840" sldId="1328"/>
            <ac:picMk id="8" creationId="{5C3C0FCB-F3E9-2613-C31D-9804F8731495}"/>
          </ac:picMkLst>
        </pc:picChg>
      </pc:sldChg>
      <pc:sldChg chg="modSp add mod">
        <pc:chgData name="Karl Michael Höferl" userId="544d2ce1-0a3b-4706-9dfd-c6d69d0e3c8e" providerId="ADAL" clId="{728816E0-0922-4745-AF12-C87F45E7DFA0}" dt="2026-02-23T16:01:03.269" v="1471" actId="790"/>
        <pc:sldMkLst>
          <pc:docMk/>
          <pc:sldMk cId="1369460439" sldId="1329"/>
        </pc:sldMkLst>
        <pc:spChg chg="mod">
          <ac:chgData name="Karl Michael Höferl" userId="544d2ce1-0a3b-4706-9dfd-c6d69d0e3c8e" providerId="ADAL" clId="{728816E0-0922-4745-AF12-C87F45E7DFA0}" dt="2026-02-23T16:01:03.269" v="1471" actId="790"/>
          <ac:spMkLst>
            <pc:docMk/>
            <pc:sldMk cId="1369460439" sldId="1329"/>
            <ac:spMk id="2" creationId="{C6E14780-1A5F-7E4F-70A0-9CA352048923}"/>
          </ac:spMkLst>
        </pc:spChg>
        <pc:spChg chg="mod">
          <ac:chgData name="Karl Michael Höferl" userId="544d2ce1-0a3b-4706-9dfd-c6d69d0e3c8e" providerId="ADAL" clId="{728816E0-0922-4745-AF12-C87F45E7DFA0}" dt="2026-02-23T16:01:03.266" v="1470" actId="790"/>
          <ac:spMkLst>
            <pc:docMk/>
            <pc:sldMk cId="1369460439" sldId="1329"/>
            <ac:spMk id="7" creationId="{0E4DE633-A50C-0A76-10C7-2AB35DBB7CD1}"/>
          </ac:spMkLst>
        </pc:spChg>
      </pc:sldChg>
      <pc:sldChg chg="addSp delSp modSp new mod modClrScheme chgLayout">
        <pc:chgData name="Karl Michael Höferl" userId="544d2ce1-0a3b-4706-9dfd-c6d69d0e3c8e" providerId="ADAL" clId="{728816E0-0922-4745-AF12-C87F45E7DFA0}" dt="2026-02-23T16:01:03.281" v="1476" actId="790"/>
        <pc:sldMkLst>
          <pc:docMk/>
          <pc:sldMk cId="824502600" sldId="1330"/>
        </pc:sldMkLst>
        <pc:spChg chg="add mod ord">
          <ac:chgData name="Karl Michael Höferl" userId="544d2ce1-0a3b-4706-9dfd-c6d69d0e3c8e" providerId="ADAL" clId="{728816E0-0922-4745-AF12-C87F45E7DFA0}" dt="2026-02-23T16:01:03.270" v="1472" actId="790"/>
          <ac:spMkLst>
            <pc:docMk/>
            <pc:sldMk cId="824502600" sldId="1330"/>
            <ac:spMk id="3" creationId="{F3B3962F-B7FF-A2B0-ECFC-1989778C567F}"/>
          </ac:spMkLst>
        </pc:spChg>
        <pc:spChg chg="add mod ord">
          <ac:chgData name="Karl Michael Höferl" userId="544d2ce1-0a3b-4706-9dfd-c6d69d0e3c8e" providerId="ADAL" clId="{728816E0-0922-4745-AF12-C87F45E7DFA0}" dt="2026-02-23T16:01:03.275" v="1473" actId="790"/>
          <ac:spMkLst>
            <pc:docMk/>
            <pc:sldMk cId="824502600" sldId="1330"/>
            <ac:spMk id="4" creationId="{89A525E5-4FF6-DCFB-6C7D-D921E2FCD883}"/>
          </ac:spMkLst>
        </pc:spChg>
        <pc:spChg chg="mod">
          <ac:chgData name="Karl Michael Höferl" userId="544d2ce1-0a3b-4706-9dfd-c6d69d0e3c8e" providerId="ADAL" clId="{728816E0-0922-4745-AF12-C87F45E7DFA0}" dt="2026-02-23T16:01:03.276" v="1474" actId="790"/>
          <ac:spMkLst>
            <pc:docMk/>
            <pc:sldMk cId="824502600" sldId="1330"/>
            <ac:spMk id="9" creationId="{455B7508-EDFE-7F31-C6B3-622C485DBB15}"/>
          </ac:spMkLst>
        </pc:spChg>
        <pc:spChg chg="mod">
          <ac:chgData name="Karl Michael Höferl" userId="544d2ce1-0a3b-4706-9dfd-c6d69d0e3c8e" providerId="ADAL" clId="{728816E0-0922-4745-AF12-C87F45E7DFA0}" dt="2026-02-23T16:01:03.279" v="1475" actId="790"/>
          <ac:spMkLst>
            <pc:docMk/>
            <pc:sldMk cId="824502600" sldId="1330"/>
            <ac:spMk id="10" creationId="{679F136C-598F-FE96-9222-67716AC490A8}"/>
          </ac:spMkLst>
        </pc:spChg>
        <pc:spChg chg="mod">
          <ac:chgData name="Karl Michael Höferl" userId="544d2ce1-0a3b-4706-9dfd-c6d69d0e3c8e" providerId="ADAL" clId="{728816E0-0922-4745-AF12-C87F45E7DFA0}" dt="2026-02-23T16:01:03.281" v="1476" actId="790"/>
          <ac:spMkLst>
            <pc:docMk/>
            <pc:sldMk cId="824502600" sldId="1330"/>
            <ac:spMk id="11" creationId="{96090C3B-D00F-F8B3-2043-0FC341F85092}"/>
          </ac:spMkLst>
        </pc:spChg>
        <pc:picChg chg="add mod">
          <ac:chgData name="Karl Michael Höferl" userId="544d2ce1-0a3b-4706-9dfd-c6d69d0e3c8e" providerId="ADAL" clId="{728816E0-0922-4745-AF12-C87F45E7DFA0}" dt="2026-02-18T16:36:50.720" v="892" actId="14100"/>
          <ac:picMkLst>
            <pc:docMk/>
            <pc:sldMk cId="824502600" sldId="1330"/>
            <ac:picMk id="8" creationId="{C4FA53C8-4039-6AF4-DE58-7EF8B91EF3AF}"/>
          </ac:picMkLst>
        </pc:picChg>
      </pc:sldChg>
      <pc:sldChg chg="modSp add mod">
        <pc:chgData name="Karl Michael Höferl" userId="544d2ce1-0a3b-4706-9dfd-c6d69d0e3c8e" providerId="ADAL" clId="{728816E0-0922-4745-AF12-C87F45E7DFA0}" dt="2026-02-23T16:01:03.283" v="1478" actId="790"/>
        <pc:sldMkLst>
          <pc:docMk/>
          <pc:sldMk cId="3520857899" sldId="1331"/>
        </pc:sldMkLst>
        <pc:spChg chg="mod">
          <ac:chgData name="Karl Michael Höferl" userId="544d2ce1-0a3b-4706-9dfd-c6d69d0e3c8e" providerId="ADAL" clId="{728816E0-0922-4745-AF12-C87F45E7DFA0}" dt="2026-02-23T16:01:03.283" v="1478" actId="790"/>
          <ac:spMkLst>
            <pc:docMk/>
            <pc:sldMk cId="3520857899" sldId="1331"/>
            <ac:spMk id="2" creationId="{C2875192-74BB-BAA9-6163-0D68307D0478}"/>
          </ac:spMkLst>
        </pc:spChg>
        <pc:spChg chg="mod">
          <ac:chgData name="Karl Michael Höferl" userId="544d2ce1-0a3b-4706-9dfd-c6d69d0e3c8e" providerId="ADAL" clId="{728816E0-0922-4745-AF12-C87F45E7DFA0}" dt="2026-02-23T16:01:03.282" v="1477" actId="790"/>
          <ac:spMkLst>
            <pc:docMk/>
            <pc:sldMk cId="3520857899" sldId="1331"/>
            <ac:spMk id="7" creationId="{B90C51D7-54DA-8A27-6A72-A7EC2F6FE83A}"/>
          </ac:spMkLst>
        </pc:spChg>
      </pc:sldChg>
      <pc:sldChg chg="modSp add del mod">
        <pc:chgData name="Karl Michael Höferl" userId="544d2ce1-0a3b-4706-9dfd-c6d69d0e3c8e" providerId="ADAL" clId="{728816E0-0922-4745-AF12-C87F45E7DFA0}" dt="2026-02-23T16:18:27.762" v="1903" actId="47"/>
        <pc:sldMkLst>
          <pc:docMk/>
          <pc:sldMk cId="3782343227" sldId="1332"/>
        </pc:sldMkLst>
        <pc:spChg chg="mod">
          <ac:chgData name="Karl Michael Höferl" userId="544d2ce1-0a3b-4706-9dfd-c6d69d0e3c8e" providerId="ADAL" clId="{728816E0-0922-4745-AF12-C87F45E7DFA0}" dt="2026-02-23T16:01:03.290" v="1483" actId="790"/>
          <ac:spMkLst>
            <pc:docMk/>
            <pc:sldMk cId="3782343227" sldId="1332"/>
            <ac:spMk id="3" creationId="{040344BC-BCDD-9105-5003-9080BD68D5DE}"/>
          </ac:spMkLst>
        </pc:spChg>
        <pc:spChg chg="mod">
          <ac:chgData name="Karl Michael Höferl" userId="544d2ce1-0a3b-4706-9dfd-c6d69d0e3c8e" providerId="ADAL" clId="{728816E0-0922-4745-AF12-C87F45E7DFA0}" dt="2026-02-23T16:01:03.296" v="1484" actId="790"/>
          <ac:spMkLst>
            <pc:docMk/>
            <pc:sldMk cId="3782343227" sldId="1332"/>
            <ac:spMk id="4" creationId="{CE77D427-38DE-5A56-BC4E-614DC312A521}"/>
          </ac:spMkLst>
        </pc:spChg>
        <pc:spChg chg="mod">
          <ac:chgData name="Karl Michael Höferl" userId="544d2ce1-0a3b-4706-9dfd-c6d69d0e3c8e" providerId="ADAL" clId="{728816E0-0922-4745-AF12-C87F45E7DFA0}" dt="2026-02-23T16:01:03.298" v="1485" actId="790"/>
          <ac:spMkLst>
            <pc:docMk/>
            <pc:sldMk cId="3782343227" sldId="1332"/>
            <ac:spMk id="9" creationId="{F9B67B08-47B2-7C94-11FE-E2E7070C404D}"/>
          </ac:spMkLst>
        </pc:spChg>
        <pc:spChg chg="mod">
          <ac:chgData name="Karl Michael Höferl" userId="544d2ce1-0a3b-4706-9dfd-c6d69d0e3c8e" providerId="ADAL" clId="{728816E0-0922-4745-AF12-C87F45E7DFA0}" dt="2026-02-23T16:01:03.300" v="1486" actId="790"/>
          <ac:spMkLst>
            <pc:docMk/>
            <pc:sldMk cId="3782343227" sldId="1332"/>
            <ac:spMk id="10" creationId="{D39CB320-15B1-80E2-AFEE-F6C9C22DD15A}"/>
          </ac:spMkLst>
        </pc:spChg>
        <pc:spChg chg="mod">
          <ac:chgData name="Karl Michael Höferl" userId="544d2ce1-0a3b-4706-9dfd-c6d69d0e3c8e" providerId="ADAL" clId="{728816E0-0922-4745-AF12-C87F45E7DFA0}" dt="2026-02-23T16:01:03.301" v="1487" actId="790"/>
          <ac:spMkLst>
            <pc:docMk/>
            <pc:sldMk cId="3782343227" sldId="1332"/>
            <ac:spMk id="11" creationId="{89AAFDDF-89DF-43E8-F7D6-532B27FED32F}"/>
          </ac:spMkLst>
        </pc:spChg>
      </pc:sldChg>
      <pc:sldChg chg="addSp delSp modSp new mod modClrScheme chgLayout">
        <pc:chgData name="Karl Michael Höferl" userId="544d2ce1-0a3b-4706-9dfd-c6d69d0e3c8e" providerId="ADAL" clId="{728816E0-0922-4745-AF12-C87F45E7DFA0}" dt="2026-02-23T16:01:03.326" v="1497" actId="790"/>
        <pc:sldMkLst>
          <pc:docMk/>
          <pc:sldMk cId="4126840762" sldId="1333"/>
        </pc:sldMkLst>
        <pc:spChg chg="mod ord">
          <ac:chgData name="Karl Michael Höferl" userId="544d2ce1-0a3b-4706-9dfd-c6d69d0e3c8e" providerId="ADAL" clId="{728816E0-0922-4745-AF12-C87F45E7DFA0}" dt="2026-02-23T16:01:03.310" v="1493" actId="790"/>
          <ac:spMkLst>
            <pc:docMk/>
            <pc:sldMk cId="4126840762" sldId="1333"/>
            <ac:spMk id="2" creationId="{95A1F8E4-A834-90C0-57D7-26D5F2E4EDE4}"/>
          </ac:spMkLst>
        </pc:spChg>
        <pc:spChg chg="mod ord">
          <ac:chgData name="Karl Michael Höferl" userId="544d2ce1-0a3b-4706-9dfd-c6d69d0e3c8e" providerId="ADAL" clId="{728816E0-0922-4745-AF12-C87F45E7DFA0}" dt="2026-02-23T16:01:03.324" v="1496" actId="790"/>
          <ac:spMkLst>
            <pc:docMk/>
            <pc:sldMk cId="4126840762" sldId="1333"/>
            <ac:spMk id="6" creationId="{19FD0460-CE32-3F60-4E47-A32B393C075D}"/>
          </ac:spMkLst>
        </pc:spChg>
        <pc:spChg chg="mod ord">
          <ac:chgData name="Karl Michael Höferl" userId="544d2ce1-0a3b-4706-9dfd-c6d69d0e3c8e" providerId="ADAL" clId="{728816E0-0922-4745-AF12-C87F45E7DFA0}" dt="2026-02-23T16:01:03.326" v="1497" actId="790"/>
          <ac:spMkLst>
            <pc:docMk/>
            <pc:sldMk cId="4126840762" sldId="1333"/>
            <ac:spMk id="7" creationId="{56A9F665-105F-5273-1AE8-10B479DBFB3D}"/>
          </ac:spMkLst>
        </pc:spChg>
        <pc:spChg chg="add mod ord">
          <ac:chgData name="Karl Michael Höferl" userId="544d2ce1-0a3b-4706-9dfd-c6d69d0e3c8e" providerId="ADAL" clId="{728816E0-0922-4745-AF12-C87F45E7DFA0}" dt="2026-02-23T16:01:03.311" v="1494" actId="790"/>
          <ac:spMkLst>
            <pc:docMk/>
            <pc:sldMk cId="4126840762" sldId="1333"/>
            <ac:spMk id="8" creationId="{DF45B94B-A9CC-644C-2DC1-9DF78F0EF22E}"/>
          </ac:spMkLst>
        </pc:spChg>
        <pc:spChg chg="add mod ord">
          <ac:chgData name="Karl Michael Höferl" userId="544d2ce1-0a3b-4706-9dfd-c6d69d0e3c8e" providerId="ADAL" clId="{728816E0-0922-4745-AF12-C87F45E7DFA0}" dt="2026-02-23T16:01:03.323" v="1495" actId="790"/>
          <ac:spMkLst>
            <pc:docMk/>
            <pc:sldMk cId="4126840762" sldId="1333"/>
            <ac:spMk id="9" creationId="{3797BDA4-E0E4-2541-18AE-2A3A4D5D6C2D}"/>
          </ac:spMkLst>
        </pc:spChg>
      </pc:sldChg>
      <pc:sldChg chg="addSp delSp modSp new mod">
        <pc:chgData name="Karl Michael Höferl" userId="544d2ce1-0a3b-4706-9dfd-c6d69d0e3c8e" providerId="ADAL" clId="{728816E0-0922-4745-AF12-C87F45E7DFA0}" dt="2026-02-23T16:18:10.237" v="1902" actId="1035"/>
        <pc:sldMkLst>
          <pc:docMk/>
          <pc:sldMk cId="693944992" sldId="1334"/>
        </pc:sldMkLst>
        <pc:spChg chg="mod">
          <ac:chgData name="Karl Michael Höferl" userId="544d2ce1-0a3b-4706-9dfd-c6d69d0e3c8e" providerId="ADAL" clId="{728816E0-0922-4745-AF12-C87F45E7DFA0}" dt="2026-02-23T16:01:03.328" v="1498" actId="790"/>
          <ac:spMkLst>
            <pc:docMk/>
            <pc:sldMk cId="693944992" sldId="1334"/>
            <ac:spMk id="2" creationId="{564A2E06-15BB-60AB-2F5F-CC5FAFFB2FE9}"/>
          </ac:spMkLst>
        </pc:spChg>
        <pc:spChg chg="mod">
          <ac:chgData name="Karl Michael Höferl" userId="544d2ce1-0a3b-4706-9dfd-c6d69d0e3c8e" providerId="ADAL" clId="{728816E0-0922-4745-AF12-C87F45E7DFA0}" dt="2026-02-23T16:01:03.329" v="1499" actId="790"/>
          <ac:spMkLst>
            <pc:docMk/>
            <pc:sldMk cId="693944992" sldId="1334"/>
            <ac:spMk id="3" creationId="{019CE483-78AB-5071-DEDA-C5A08E8AE89D}"/>
          </ac:spMkLst>
        </pc:spChg>
        <pc:spChg chg="mod">
          <ac:chgData name="Karl Michael Höferl" userId="544d2ce1-0a3b-4706-9dfd-c6d69d0e3c8e" providerId="ADAL" clId="{728816E0-0922-4745-AF12-C87F45E7DFA0}" dt="2026-02-23T16:01:03.330" v="1500" actId="790"/>
          <ac:spMkLst>
            <pc:docMk/>
            <pc:sldMk cId="693944992" sldId="1334"/>
            <ac:spMk id="5" creationId="{7F6B6261-CFB1-70C6-9FAE-26CA86BD64D9}"/>
          </ac:spMkLst>
        </pc:spChg>
        <pc:spChg chg="mod">
          <ac:chgData name="Karl Michael Höferl" userId="544d2ce1-0a3b-4706-9dfd-c6d69d0e3c8e" providerId="ADAL" clId="{728816E0-0922-4745-AF12-C87F45E7DFA0}" dt="2026-02-23T16:01:03.332" v="1501" actId="790"/>
          <ac:spMkLst>
            <pc:docMk/>
            <pc:sldMk cId="693944992" sldId="1334"/>
            <ac:spMk id="6" creationId="{E284CBA3-EEBA-6CA9-7558-9949E56564AE}"/>
          </ac:spMkLst>
        </pc:spChg>
        <pc:spChg chg="add del">
          <ac:chgData name="Karl Michael Höferl" userId="544d2ce1-0a3b-4706-9dfd-c6d69d0e3c8e" providerId="ADAL" clId="{728816E0-0922-4745-AF12-C87F45E7DFA0}" dt="2026-02-23T16:17:44.124" v="1844" actId="22"/>
          <ac:spMkLst>
            <pc:docMk/>
            <pc:sldMk cId="693944992" sldId="1334"/>
            <ac:spMk id="7" creationId="{D3FC1E50-0894-0259-3C23-0EC311316105}"/>
          </ac:spMkLst>
        </pc:spChg>
        <pc:spChg chg="add mod">
          <ac:chgData name="Karl Michael Höferl" userId="544d2ce1-0a3b-4706-9dfd-c6d69d0e3c8e" providerId="ADAL" clId="{728816E0-0922-4745-AF12-C87F45E7DFA0}" dt="2026-02-23T16:18:10.237" v="1902" actId="1035"/>
          <ac:spMkLst>
            <pc:docMk/>
            <pc:sldMk cId="693944992" sldId="1334"/>
            <ac:spMk id="10" creationId="{38972B8D-27DA-2629-9FE2-F27698324543}"/>
          </ac:spMkLst>
        </pc:spChg>
        <pc:picChg chg="add mod ord">
          <ac:chgData name="Karl Michael Höferl" userId="544d2ce1-0a3b-4706-9dfd-c6d69d0e3c8e" providerId="ADAL" clId="{728816E0-0922-4745-AF12-C87F45E7DFA0}" dt="2026-02-23T16:18:03.104" v="1855" actId="1035"/>
          <ac:picMkLst>
            <pc:docMk/>
            <pc:sldMk cId="693944992" sldId="1334"/>
            <ac:picMk id="8" creationId="{9B9D0A43-CA27-F3CE-6346-419A9B093C53}"/>
          </ac:picMkLst>
        </pc:picChg>
      </pc:sldChg>
      <pc:sldChg chg="addSp modSp new mod ord">
        <pc:chgData name="Karl Michael Höferl" userId="544d2ce1-0a3b-4706-9dfd-c6d69d0e3c8e" providerId="ADAL" clId="{728816E0-0922-4745-AF12-C87F45E7DFA0}" dt="2026-02-23T16:01:03.308" v="1492" actId="790"/>
        <pc:sldMkLst>
          <pc:docMk/>
          <pc:sldMk cId="2677798718" sldId="1335"/>
        </pc:sldMkLst>
        <pc:spChg chg="mod">
          <ac:chgData name="Karl Michael Höferl" userId="544d2ce1-0a3b-4706-9dfd-c6d69d0e3c8e" providerId="ADAL" clId="{728816E0-0922-4745-AF12-C87F45E7DFA0}" dt="2026-02-23T16:01:03.303" v="1488" actId="790"/>
          <ac:spMkLst>
            <pc:docMk/>
            <pc:sldMk cId="2677798718" sldId="1335"/>
            <ac:spMk id="2" creationId="{59290E56-D263-0231-3AF5-98542D706A3C}"/>
          </ac:spMkLst>
        </pc:spChg>
        <pc:spChg chg="mod">
          <ac:chgData name="Karl Michael Höferl" userId="544d2ce1-0a3b-4706-9dfd-c6d69d0e3c8e" providerId="ADAL" clId="{728816E0-0922-4745-AF12-C87F45E7DFA0}" dt="2026-02-23T16:01:03.304" v="1489" actId="790"/>
          <ac:spMkLst>
            <pc:docMk/>
            <pc:sldMk cId="2677798718" sldId="1335"/>
            <ac:spMk id="3" creationId="{3B99BDAE-0D7F-4923-E4B3-09D4263C4435}"/>
          </ac:spMkLst>
        </pc:spChg>
        <pc:spChg chg="mod">
          <ac:chgData name="Karl Michael Höferl" userId="544d2ce1-0a3b-4706-9dfd-c6d69d0e3c8e" providerId="ADAL" clId="{728816E0-0922-4745-AF12-C87F45E7DFA0}" dt="2026-02-23T16:01:03.306" v="1490" actId="790"/>
          <ac:spMkLst>
            <pc:docMk/>
            <pc:sldMk cId="2677798718" sldId="1335"/>
            <ac:spMk id="4" creationId="{451FD891-0E58-13DA-E295-CFBDBD5E88A2}"/>
          </ac:spMkLst>
        </pc:spChg>
        <pc:spChg chg="mod">
          <ac:chgData name="Karl Michael Höferl" userId="544d2ce1-0a3b-4706-9dfd-c6d69d0e3c8e" providerId="ADAL" clId="{728816E0-0922-4745-AF12-C87F45E7DFA0}" dt="2026-02-23T16:01:03.307" v="1491" actId="790"/>
          <ac:spMkLst>
            <pc:docMk/>
            <pc:sldMk cId="2677798718" sldId="1335"/>
            <ac:spMk id="5" creationId="{1ECC47E2-3763-FFCD-470E-DDBB949439BE}"/>
          </ac:spMkLst>
        </pc:spChg>
        <pc:spChg chg="mod">
          <ac:chgData name="Karl Michael Höferl" userId="544d2ce1-0a3b-4706-9dfd-c6d69d0e3c8e" providerId="ADAL" clId="{728816E0-0922-4745-AF12-C87F45E7DFA0}" dt="2026-02-23T16:01:03.308" v="1492" actId="790"/>
          <ac:spMkLst>
            <pc:docMk/>
            <pc:sldMk cId="2677798718" sldId="1335"/>
            <ac:spMk id="6" creationId="{0CBF5DF1-ACC4-FDDE-E989-F7DF85DF91F5}"/>
          </ac:spMkLst>
        </pc:spChg>
        <pc:picChg chg="add mod">
          <ac:chgData name="Karl Michael Höferl" userId="544d2ce1-0a3b-4706-9dfd-c6d69d0e3c8e" providerId="ADAL" clId="{728816E0-0922-4745-AF12-C87F45E7DFA0}" dt="2026-02-18T16:40:51.600" v="950" actId="1076"/>
          <ac:picMkLst>
            <pc:docMk/>
            <pc:sldMk cId="2677798718" sldId="1335"/>
            <ac:picMk id="7" creationId="{0C7D8B4B-FDD5-BFEF-FF2E-FEE189C2B412}"/>
          </ac:picMkLst>
        </pc:picChg>
        <pc:picChg chg="add mod">
          <ac:chgData name="Karl Michael Höferl" userId="544d2ce1-0a3b-4706-9dfd-c6d69d0e3c8e" providerId="ADAL" clId="{728816E0-0922-4745-AF12-C87F45E7DFA0}" dt="2026-02-18T16:40:51.600" v="950" actId="1076"/>
          <ac:picMkLst>
            <pc:docMk/>
            <pc:sldMk cId="2677798718" sldId="1335"/>
            <ac:picMk id="8" creationId="{9EB6B3F5-028C-C843-9F54-D72E90F6C5F2}"/>
          </ac:picMkLst>
        </pc:picChg>
        <pc:picChg chg="add mod">
          <ac:chgData name="Karl Michael Höferl" userId="544d2ce1-0a3b-4706-9dfd-c6d69d0e3c8e" providerId="ADAL" clId="{728816E0-0922-4745-AF12-C87F45E7DFA0}" dt="2026-02-18T16:40:51.600" v="950" actId="1076"/>
          <ac:picMkLst>
            <pc:docMk/>
            <pc:sldMk cId="2677798718" sldId="1335"/>
            <ac:picMk id="9" creationId="{FBE5DF67-7F44-FC6A-E228-1DBC41907AEF}"/>
          </ac:picMkLst>
        </pc:picChg>
      </pc:sldChg>
      <pc:sldChg chg="addSp delSp modSp new mod">
        <pc:chgData name="Karl Michael Höferl" userId="544d2ce1-0a3b-4706-9dfd-c6d69d0e3c8e" providerId="ADAL" clId="{728816E0-0922-4745-AF12-C87F45E7DFA0}" dt="2026-02-23T16:01:03.338" v="1505" actId="790"/>
        <pc:sldMkLst>
          <pc:docMk/>
          <pc:sldMk cId="280338439" sldId="1336"/>
        </pc:sldMkLst>
        <pc:spChg chg="mod">
          <ac:chgData name="Karl Michael Höferl" userId="544d2ce1-0a3b-4706-9dfd-c6d69d0e3c8e" providerId="ADAL" clId="{728816E0-0922-4745-AF12-C87F45E7DFA0}" dt="2026-02-23T16:01:03.334" v="1502" actId="790"/>
          <ac:spMkLst>
            <pc:docMk/>
            <pc:sldMk cId="280338439" sldId="1336"/>
            <ac:spMk id="2" creationId="{129DEA6A-173E-47F2-11EC-BD979DECE638}"/>
          </ac:spMkLst>
        </pc:spChg>
        <pc:spChg chg="mod">
          <ac:chgData name="Karl Michael Höferl" userId="544d2ce1-0a3b-4706-9dfd-c6d69d0e3c8e" providerId="ADAL" clId="{728816E0-0922-4745-AF12-C87F45E7DFA0}" dt="2026-02-23T16:01:03.335" v="1503" actId="790"/>
          <ac:spMkLst>
            <pc:docMk/>
            <pc:sldMk cId="280338439" sldId="1336"/>
            <ac:spMk id="3" creationId="{C7B25640-D5C8-3D99-5221-E6A1C5257D76}"/>
          </ac:spMkLst>
        </pc:spChg>
        <pc:spChg chg="mod">
          <ac:chgData name="Karl Michael Höferl" userId="544d2ce1-0a3b-4706-9dfd-c6d69d0e3c8e" providerId="ADAL" clId="{728816E0-0922-4745-AF12-C87F45E7DFA0}" dt="2026-02-23T16:01:03.337" v="1504" actId="790"/>
          <ac:spMkLst>
            <pc:docMk/>
            <pc:sldMk cId="280338439" sldId="1336"/>
            <ac:spMk id="5" creationId="{42E17606-F7BC-10F0-4222-0BF50BDA21B3}"/>
          </ac:spMkLst>
        </pc:spChg>
        <pc:spChg chg="mod">
          <ac:chgData name="Karl Michael Höferl" userId="544d2ce1-0a3b-4706-9dfd-c6d69d0e3c8e" providerId="ADAL" clId="{728816E0-0922-4745-AF12-C87F45E7DFA0}" dt="2026-02-23T16:01:03.338" v="1505" actId="790"/>
          <ac:spMkLst>
            <pc:docMk/>
            <pc:sldMk cId="280338439" sldId="1336"/>
            <ac:spMk id="6" creationId="{08B18268-40B1-5FF2-87AA-52CC53948E82}"/>
          </ac:spMkLst>
        </pc:spChg>
        <pc:picChg chg="add mod ord">
          <ac:chgData name="Karl Michael Höferl" userId="544d2ce1-0a3b-4706-9dfd-c6d69d0e3c8e" providerId="ADAL" clId="{728816E0-0922-4745-AF12-C87F45E7DFA0}" dt="2026-02-18T16:56:52.535" v="1253" actId="1037"/>
          <ac:picMkLst>
            <pc:docMk/>
            <pc:sldMk cId="280338439" sldId="1336"/>
            <ac:picMk id="8" creationId="{50520071-8A5B-174D-60C9-AB84834258D9}"/>
          </ac:picMkLst>
        </pc:picChg>
        <pc:picChg chg="add mod">
          <ac:chgData name="Karl Michael Höferl" userId="544d2ce1-0a3b-4706-9dfd-c6d69d0e3c8e" providerId="ADAL" clId="{728816E0-0922-4745-AF12-C87F45E7DFA0}" dt="2026-02-18T16:56:48.481" v="1247" actId="14100"/>
          <ac:picMkLst>
            <pc:docMk/>
            <pc:sldMk cId="280338439" sldId="1336"/>
            <ac:picMk id="12" creationId="{67F5963A-FD31-7AA4-DEF7-BCF30A22F236}"/>
          </ac:picMkLst>
        </pc:picChg>
      </pc:sldChg>
      <pc:sldChg chg="modSp add mod">
        <pc:chgData name="Karl Michael Höferl" userId="544d2ce1-0a3b-4706-9dfd-c6d69d0e3c8e" providerId="ADAL" clId="{728816E0-0922-4745-AF12-C87F45E7DFA0}" dt="2026-02-23T16:01:03.075" v="1401" actId="790"/>
        <pc:sldMkLst>
          <pc:docMk/>
          <pc:sldMk cId="3190630877" sldId="1337"/>
        </pc:sldMkLst>
        <pc:spChg chg="mod">
          <ac:chgData name="Karl Michael Höferl" userId="544d2ce1-0a3b-4706-9dfd-c6d69d0e3c8e" providerId="ADAL" clId="{728816E0-0922-4745-AF12-C87F45E7DFA0}" dt="2026-02-23T16:01:03.071" v="1398" actId="790"/>
          <ac:spMkLst>
            <pc:docMk/>
            <pc:sldMk cId="3190630877" sldId="1337"/>
            <ac:spMk id="4" creationId="{9910A6B7-E82B-9D1A-B950-EDB61E4E92F8}"/>
          </ac:spMkLst>
        </pc:spChg>
        <pc:spChg chg="mod">
          <ac:chgData name="Karl Michael Höferl" userId="544d2ce1-0a3b-4706-9dfd-c6d69d0e3c8e" providerId="ADAL" clId="{728816E0-0922-4745-AF12-C87F45E7DFA0}" dt="2026-02-23T16:01:03.072" v="1399" actId="790"/>
          <ac:spMkLst>
            <pc:docMk/>
            <pc:sldMk cId="3190630877" sldId="1337"/>
            <ac:spMk id="20" creationId="{C95878FD-1556-EA0B-6B3C-235F96D2E561}"/>
          </ac:spMkLst>
        </pc:spChg>
        <pc:spChg chg="mod">
          <ac:chgData name="Karl Michael Höferl" userId="544d2ce1-0a3b-4706-9dfd-c6d69d0e3c8e" providerId="ADAL" clId="{728816E0-0922-4745-AF12-C87F45E7DFA0}" dt="2026-02-23T16:01:03.074" v="1400" actId="790"/>
          <ac:spMkLst>
            <pc:docMk/>
            <pc:sldMk cId="3190630877" sldId="1337"/>
            <ac:spMk id="21" creationId="{5CE02DE5-6CBB-1A35-36C6-7B465361CC5B}"/>
          </ac:spMkLst>
        </pc:spChg>
        <pc:spChg chg="mod">
          <ac:chgData name="Karl Michael Höferl" userId="544d2ce1-0a3b-4706-9dfd-c6d69d0e3c8e" providerId="ADAL" clId="{728816E0-0922-4745-AF12-C87F45E7DFA0}" dt="2026-02-23T16:01:03.075" v="1401" actId="790"/>
          <ac:spMkLst>
            <pc:docMk/>
            <pc:sldMk cId="3190630877" sldId="1337"/>
            <ac:spMk id="22" creationId="{98C02D29-FD4E-0BCF-7EE2-A37B35E329AE}"/>
          </ac:spMkLst>
        </pc:spChg>
      </pc:sldChg>
      <pc:sldChg chg="modSp add mod">
        <pc:chgData name="Karl Michael Höferl" userId="544d2ce1-0a3b-4706-9dfd-c6d69d0e3c8e" providerId="ADAL" clId="{728816E0-0922-4745-AF12-C87F45E7DFA0}" dt="2026-02-23T16:01:03.289" v="1482" actId="790"/>
        <pc:sldMkLst>
          <pc:docMk/>
          <pc:sldMk cId="1231586585" sldId="1338"/>
        </pc:sldMkLst>
        <pc:spChg chg="mod">
          <ac:chgData name="Karl Michael Höferl" userId="544d2ce1-0a3b-4706-9dfd-c6d69d0e3c8e" providerId="ADAL" clId="{728816E0-0922-4745-AF12-C87F45E7DFA0}" dt="2026-02-23T16:01:03.284" v="1479" actId="790"/>
          <ac:spMkLst>
            <pc:docMk/>
            <pc:sldMk cId="1231586585" sldId="1338"/>
            <ac:spMk id="4" creationId="{9910A6B7-E82B-9D1A-B950-EDB61E4E92F8}"/>
          </ac:spMkLst>
        </pc:spChg>
        <pc:spChg chg="mod">
          <ac:chgData name="Karl Michael Höferl" userId="544d2ce1-0a3b-4706-9dfd-c6d69d0e3c8e" providerId="ADAL" clId="{728816E0-0922-4745-AF12-C87F45E7DFA0}" dt="2026-02-23T16:01:03.285" v="1480" actId="790"/>
          <ac:spMkLst>
            <pc:docMk/>
            <pc:sldMk cId="1231586585" sldId="1338"/>
            <ac:spMk id="20" creationId="{C95878FD-1556-EA0B-6B3C-235F96D2E561}"/>
          </ac:spMkLst>
        </pc:spChg>
        <pc:spChg chg="mod">
          <ac:chgData name="Karl Michael Höferl" userId="544d2ce1-0a3b-4706-9dfd-c6d69d0e3c8e" providerId="ADAL" clId="{728816E0-0922-4745-AF12-C87F45E7DFA0}" dt="2026-02-23T16:01:03.288" v="1481" actId="790"/>
          <ac:spMkLst>
            <pc:docMk/>
            <pc:sldMk cId="1231586585" sldId="1338"/>
            <ac:spMk id="21" creationId="{5CE02DE5-6CBB-1A35-36C6-7B465361CC5B}"/>
          </ac:spMkLst>
        </pc:spChg>
        <pc:spChg chg="mod">
          <ac:chgData name="Karl Michael Höferl" userId="544d2ce1-0a3b-4706-9dfd-c6d69d0e3c8e" providerId="ADAL" clId="{728816E0-0922-4745-AF12-C87F45E7DFA0}" dt="2026-02-23T16:01:03.289" v="1482" actId="790"/>
          <ac:spMkLst>
            <pc:docMk/>
            <pc:sldMk cId="1231586585" sldId="1338"/>
            <ac:spMk id="22" creationId="{98C02D29-FD4E-0BCF-7EE2-A37B35E329AE}"/>
          </ac:spMkLst>
        </pc:spChg>
      </pc:sldChg>
      <pc:sldChg chg="addSp delSp modSp new mod">
        <pc:chgData name="Karl Michael Höferl" userId="544d2ce1-0a3b-4706-9dfd-c6d69d0e3c8e" providerId="ADAL" clId="{728816E0-0922-4745-AF12-C87F45E7DFA0}" dt="2026-02-23T16:01:03.357" v="1516" actId="790"/>
        <pc:sldMkLst>
          <pc:docMk/>
          <pc:sldMk cId="1771268595" sldId="1339"/>
        </pc:sldMkLst>
        <pc:spChg chg="mod">
          <ac:chgData name="Karl Michael Höferl" userId="544d2ce1-0a3b-4706-9dfd-c6d69d0e3c8e" providerId="ADAL" clId="{728816E0-0922-4745-AF12-C87F45E7DFA0}" dt="2026-02-23T16:01:03.350" v="1512" actId="790"/>
          <ac:spMkLst>
            <pc:docMk/>
            <pc:sldMk cId="1771268595" sldId="1339"/>
            <ac:spMk id="2" creationId="{A3B03313-183B-748A-B37D-6734B514D674}"/>
          </ac:spMkLst>
        </pc:spChg>
        <pc:spChg chg="mod">
          <ac:chgData name="Karl Michael Höferl" userId="544d2ce1-0a3b-4706-9dfd-c6d69d0e3c8e" providerId="ADAL" clId="{728816E0-0922-4745-AF12-C87F45E7DFA0}" dt="2026-02-23T16:01:03.353" v="1513" actId="790"/>
          <ac:spMkLst>
            <pc:docMk/>
            <pc:sldMk cId="1771268595" sldId="1339"/>
            <ac:spMk id="3" creationId="{7F18F139-18FD-913D-55CB-16BB04BEF65B}"/>
          </ac:spMkLst>
        </pc:spChg>
        <pc:spChg chg="mod">
          <ac:chgData name="Karl Michael Höferl" userId="544d2ce1-0a3b-4706-9dfd-c6d69d0e3c8e" providerId="ADAL" clId="{728816E0-0922-4745-AF12-C87F45E7DFA0}" dt="2026-02-23T16:01:03.354" v="1514" actId="790"/>
          <ac:spMkLst>
            <pc:docMk/>
            <pc:sldMk cId="1771268595" sldId="1339"/>
            <ac:spMk id="5" creationId="{C8904E72-245B-AAFF-D342-BF9619C68CE6}"/>
          </ac:spMkLst>
        </pc:spChg>
        <pc:spChg chg="mod">
          <ac:chgData name="Karl Michael Höferl" userId="544d2ce1-0a3b-4706-9dfd-c6d69d0e3c8e" providerId="ADAL" clId="{728816E0-0922-4745-AF12-C87F45E7DFA0}" dt="2026-02-23T16:01:03.355" v="1515" actId="790"/>
          <ac:spMkLst>
            <pc:docMk/>
            <pc:sldMk cId="1771268595" sldId="1339"/>
            <ac:spMk id="6" creationId="{0BB23414-5F32-1980-4D73-A675B6849C2D}"/>
          </ac:spMkLst>
        </pc:spChg>
        <pc:spChg chg="add mod">
          <ac:chgData name="Karl Michael Höferl" userId="544d2ce1-0a3b-4706-9dfd-c6d69d0e3c8e" providerId="ADAL" clId="{728816E0-0922-4745-AF12-C87F45E7DFA0}" dt="2026-02-23T16:01:03.357" v="1516" actId="790"/>
          <ac:spMkLst>
            <pc:docMk/>
            <pc:sldMk cId="1771268595" sldId="1339"/>
            <ac:spMk id="10" creationId="{657D6A45-B622-B262-8FB4-86D3E2B9509D}"/>
          </ac:spMkLst>
        </pc:spChg>
        <pc:picChg chg="add mod">
          <ac:chgData name="Karl Michael Höferl" userId="544d2ce1-0a3b-4706-9dfd-c6d69d0e3c8e" providerId="ADAL" clId="{728816E0-0922-4745-AF12-C87F45E7DFA0}" dt="2026-02-19T10:09:01.012" v="1321"/>
          <ac:picMkLst>
            <pc:docMk/>
            <pc:sldMk cId="1771268595" sldId="1339"/>
            <ac:picMk id="11" creationId="{94A95BC1-8A8D-95C3-0D69-F9A6E75B32FC}"/>
          </ac:picMkLst>
        </pc:picChg>
      </pc:sldChg>
      <pc:sldChg chg="modSp add mod ord">
        <pc:chgData name="Karl Michael Höferl" userId="544d2ce1-0a3b-4706-9dfd-c6d69d0e3c8e" providerId="ADAL" clId="{728816E0-0922-4745-AF12-C87F45E7DFA0}" dt="2026-02-23T16:01:03.348" v="1511" actId="790"/>
        <pc:sldMkLst>
          <pc:docMk/>
          <pc:sldMk cId="1005464021" sldId="1340"/>
        </pc:sldMkLst>
        <pc:spChg chg="mod">
          <ac:chgData name="Karl Michael Höferl" userId="544d2ce1-0a3b-4706-9dfd-c6d69d0e3c8e" providerId="ADAL" clId="{728816E0-0922-4745-AF12-C87F45E7DFA0}" dt="2026-02-23T16:01:03.348" v="1511" actId="790"/>
          <ac:spMkLst>
            <pc:docMk/>
            <pc:sldMk cId="1005464021" sldId="1340"/>
            <ac:spMk id="2" creationId="{19A06AF7-2C0A-F8AF-26F3-4344437218BE}"/>
          </ac:spMkLst>
        </pc:spChg>
        <pc:spChg chg="mod">
          <ac:chgData name="Karl Michael Höferl" userId="544d2ce1-0a3b-4706-9dfd-c6d69d0e3c8e" providerId="ADAL" clId="{728816E0-0922-4745-AF12-C87F45E7DFA0}" dt="2026-02-23T16:01:03.347" v="1510" actId="790"/>
          <ac:spMkLst>
            <pc:docMk/>
            <pc:sldMk cId="1005464021" sldId="1340"/>
            <ac:spMk id="7" creationId="{D1E9E1BA-7469-A59B-24D4-6B3B1B4FC883}"/>
          </ac:spMkLst>
        </pc:spChg>
      </pc:sldChg>
      <pc:sldChg chg="modSp add mod">
        <pc:chgData name="Karl Michael Höferl" userId="544d2ce1-0a3b-4706-9dfd-c6d69d0e3c8e" providerId="ADAL" clId="{728816E0-0922-4745-AF12-C87F45E7DFA0}" dt="2026-02-23T16:05:44.788" v="1611" actId="403"/>
        <pc:sldMkLst>
          <pc:docMk/>
          <pc:sldMk cId="2425424132" sldId="1341"/>
        </pc:sldMkLst>
        <pc:spChg chg="mod">
          <ac:chgData name="Karl Michael Höferl" userId="544d2ce1-0a3b-4706-9dfd-c6d69d0e3c8e" providerId="ADAL" clId="{728816E0-0922-4745-AF12-C87F45E7DFA0}" dt="2026-02-23T16:05:44.788" v="1611" actId="403"/>
          <ac:spMkLst>
            <pc:docMk/>
            <pc:sldMk cId="2425424132" sldId="1341"/>
            <ac:spMk id="4" creationId="{5BFFD212-B4BD-FC90-8D08-C985CCE9A383}"/>
          </ac:spMkLst>
        </pc:spChg>
      </pc:sldChg>
      <pc:sldChg chg="modSp add mod">
        <pc:chgData name="Karl Michael Höferl" userId="544d2ce1-0a3b-4706-9dfd-c6d69d0e3c8e" providerId="ADAL" clId="{728816E0-0922-4745-AF12-C87F45E7DFA0}" dt="2026-02-23T16:10:07.762" v="1690" actId="20577"/>
        <pc:sldMkLst>
          <pc:docMk/>
          <pc:sldMk cId="3579263404" sldId="1342"/>
        </pc:sldMkLst>
        <pc:spChg chg="mod">
          <ac:chgData name="Karl Michael Höferl" userId="544d2ce1-0a3b-4706-9dfd-c6d69d0e3c8e" providerId="ADAL" clId="{728816E0-0922-4745-AF12-C87F45E7DFA0}" dt="2026-02-23T16:10:07.762" v="1690" actId="20577"/>
          <ac:spMkLst>
            <pc:docMk/>
            <pc:sldMk cId="3579263404" sldId="1342"/>
            <ac:spMk id="7" creationId="{23C423ED-AEB1-BB98-7E3D-3B9D39DD07FB}"/>
          </ac:spMkLst>
        </pc:spChg>
      </pc:sldChg>
      <pc:sldChg chg="modSp add mod">
        <pc:chgData name="Karl Michael Höferl" userId="544d2ce1-0a3b-4706-9dfd-c6d69d0e3c8e" providerId="ADAL" clId="{728816E0-0922-4745-AF12-C87F45E7DFA0}" dt="2026-02-23T16:13:40.961" v="1778" actId="20577"/>
        <pc:sldMkLst>
          <pc:docMk/>
          <pc:sldMk cId="3550928331" sldId="1343"/>
        </pc:sldMkLst>
        <pc:spChg chg="mod">
          <ac:chgData name="Karl Michael Höferl" userId="544d2ce1-0a3b-4706-9dfd-c6d69d0e3c8e" providerId="ADAL" clId="{728816E0-0922-4745-AF12-C87F45E7DFA0}" dt="2026-02-23T16:13:40.961" v="1778" actId="20577"/>
          <ac:spMkLst>
            <pc:docMk/>
            <pc:sldMk cId="3550928331" sldId="1343"/>
            <ac:spMk id="7" creationId="{4FE8B04C-5944-4265-6466-3EA0B31E38DC}"/>
          </ac:spMkLst>
        </pc:spChg>
      </pc:sldChg>
      <pc:sldMasterChg chg="delSldLayout modSldLayout">
        <pc:chgData name="Karl Michael Höferl" userId="544d2ce1-0a3b-4706-9dfd-c6d69d0e3c8e" providerId="ADAL" clId="{728816E0-0922-4745-AF12-C87F45E7DFA0}" dt="2026-02-19T09:26:06.448" v="1284" actId="47"/>
        <pc:sldMasterMkLst>
          <pc:docMk/>
          <pc:sldMasterMk cId="2449632651" sldId="2147483703"/>
        </pc:sldMasterMkLst>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55FD11B-FA1C-4DCD-9BCD-3ACCFA6F2BA1}" type="doc">
      <dgm:prSet loTypeId="urn:microsoft.com/office/officeart/2005/8/layout/orgChart1" loCatId="hierarchy" qsTypeId="urn:microsoft.com/office/officeart/2005/8/quickstyle/simple1" qsCatId="simple" csTypeId="urn:microsoft.com/office/officeart/2005/8/colors/colorful1" csCatId="colorful" phldr="1"/>
      <dgm:spPr/>
      <dgm:t>
        <a:bodyPr/>
        <a:lstStyle/>
        <a:p>
          <a:endParaRPr lang="de-DE"/>
        </a:p>
      </dgm:t>
    </dgm:pt>
    <dgm:pt modelId="{0987A398-7C08-4132-90C6-497696421E15}">
      <dgm:prSet phldrT="[Text]" custT="1"/>
      <dgm:spPr>
        <a:xfrm>
          <a:off x="3604134" y="39169"/>
          <a:ext cx="1507574" cy="860753"/>
        </a:xfrm>
        <a:prstGeom prst="rect">
          <a:avLst/>
        </a:pr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pPr>
            <a:buNone/>
          </a:pPr>
          <a:r>
            <a:rPr lang="de-DE" sz="1400" b="1" dirty="0">
              <a:solidFill>
                <a:sysClr val="window" lastClr="FFFFFF"/>
              </a:solidFill>
              <a:latin typeface="Calibri"/>
              <a:ea typeface="+mn-ea"/>
              <a:cs typeface="+mn-cs"/>
            </a:rPr>
            <a:t>Erwerbsfähige Personen</a:t>
          </a:r>
          <a:br>
            <a:rPr lang="de-DE" sz="1400" b="1" dirty="0">
              <a:solidFill>
                <a:sysClr val="window" lastClr="FFFFFF"/>
              </a:solidFill>
              <a:latin typeface="Calibri"/>
              <a:ea typeface="+mn-ea"/>
              <a:cs typeface="+mn-cs"/>
            </a:rPr>
          </a:br>
          <a:r>
            <a:rPr lang="de-DE" sz="1400" b="1" dirty="0">
              <a:solidFill>
                <a:sysClr val="window" lastClr="FFFFFF"/>
              </a:solidFill>
              <a:latin typeface="Calibri"/>
              <a:ea typeface="+mn-ea"/>
              <a:cs typeface="+mn-cs"/>
            </a:rPr>
            <a:t>(18 bis 65)</a:t>
          </a:r>
        </a:p>
      </dgm:t>
    </dgm:pt>
    <dgm:pt modelId="{B6FEB2FF-4F0A-4384-9E65-4A2AD29A232A}" type="parTrans" cxnId="{AD136B4F-4980-4A70-AC38-DA8A18748E68}">
      <dgm:prSet/>
      <dgm:spPr/>
      <dgm:t>
        <a:bodyPr/>
        <a:lstStyle/>
        <a:p>
          <a:endParaRPr lang="de-DE"/>
        </a:p>
      </dgm:t>
    </dgm:pt>
    <dgm:pt modelId="{DA26A650-E27C-467E-BEFE-A4105A9C1C2B}" type="sibTrans" cxnId="{AD136B4F-4980-4A70-AC38-DA8A18748E68}">
      <dgm:prSet/>
      <dgm:spPr/>
      <dgm:t>
        <a:bodyPr/>
        <a:lstStyle/>
        <a:p>
          <a:endParaRPr lang="de-DE"/>
        </a:p>
      </dgm:t>
    </dgm:pt>
    <dgm:pt modelId="{EB384215-BE09-4B22-969C-80932B6BF970}">
      <dgm:prSet phldrT="[Text]" custT="1"/>
      <dgm:spPr>
        <a:xfrm>
          <a:off x="4570157" y="1154417"/>
          <a:ext cx="1211876" cy="605938"/>
        </a:xfrm>
        <a:prstGeom prst="rect">
          <a:avLst/>
        </a:prstGeom>
        <a:solidFill>
          <a:srgbClr val="C0504D">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pPr>
            <a:buNone/>
          </a:pPr>
          <a:r>
            <a:rPr lang="de-DE" sz="1400" dirty="0">
              <a:solidFill>
                <a:sysClr val="window" lastClr="FFFFFF"/>
              </a:solidFill>
              <a:latin typeface="Calibri"/>
              <a:ea typeface="+mn-ea"/>
              <a:cs typeface="+mn-cs"/>
            </a:rPr>
            <a:t>Erwerbstätige</a:t>
          </a:r>
        </a:p>
      </dgm:t>
    </dgm:pt>
    <dgm:pt modelId="{80649FD3-542B-439E-81F4-E6DA5FA9E003}" type="parTrans" cxnId="{002CC24B-467F-40D8-8266-D7D28B6D736A}">
      <dgm:prSet/>
      <dgm:spPr>
        <a:xfrm>
          <a:off x="4357921" y="899923"/>
          <a:ext cx="818174" cy="254494"/>
        </a:xfrm>
        <a:custGeom>
          <a:avLst/>
          <a:gdLst/>
          <a:ahLst/>
          <a:cxnLst/>
          <a:rect l="0" t="0" r="0" b="0"/>
          <a:pathLst>
            <a:path>
              <a:moveTo>
                <a:pt x="0" y="0"/>
              </a:moveTo>
              <a:lnTo>
                <a:pt x="0" y="127247"/>
              </a:lnTo>
              <a:lnTo>
                <a:pt x="818174" y="127247"/>
              </a:lnTo>
              <a:lnTo>
                <a:pt x="818174" y="254494"/>
              </a:lnTo>
            </a:path>
          </a:pathLst>
        </a:custGeom>
        <a:noFill/>
        <a:ln w="25400" cap="flat" cmpd="sng" algn="ctr">
          <a:solidFill>
            <a:srgbClr val="C0504D">
              <a:hueOff val="0"/>
              <a:satOff val="0"/>
              <a:lumOff val="0"/>
              <a:alphaOff val="0"/>
            </a:srgbClr>
          </a:solidFill>
          <a:prstDash val="solid"/>
        </a:ln>
        <a:effectLst/>
      </dgm:spPr>
      <dgm:t>
        <a:bodyPr/>
        <a:lstStyle/>
        <a:p>
          <a:endParaRPr lang="de-DE"/>
        </a:p>
      </dgm:t>
    </dgm:pt>
    <dgm:pt modelId="{5E888183-DC87-4495-AA62-349425AF7C49}" type="sibTrans" cxnId="{002CC24B-467F-40D8-8266-D7D28B6D736A}">
      <dgm:prSet/>
      <dgm:spPr/>
      <dgm:t>
        <a:bodyPr/>
        <a:lstStyle/>
        <a:p>
          <a:endParaRPr lang="de-DE"/>
        </a:p>
      </dgm:t>
    </dgm:pt>
    <dgm:pt modelId="{03775883-ECD1-4AB1-ADE1-C4508BC0FA1C}">
      <dgm:prSet phldrT="[Text]" custT="1"/>
      <dgm:spPr>
        <a:xfrm>
          <a:off x="2810545" y="2014849"/>
          <a:ext cx="1211876" cy="605938"/>
        </a:xfrm>
        <a:prstGeom prst="rect">
          <a:avLst/>
        </a:prstGeom>
        <a:solidFill>
          <a:srgbClr val="9BBB59">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pPr>
            <a:buNone/>
          </a:pPr>
          <a:r>
            <a:rPr lang="de-DE" sz="1400" dirty="0">
              <a:solidFill>
                <a:sysClr val="window" lastClr="FFFFFF"/>
              </a:solidFill>
              <a:latin typeface="Calibri"/>
              <a:ea typeface="+mn-ea"/>
              <a:cs typeface="+mn-cs"/>
            </a:rPr>
            <a:t>Selbständig Erwerbstätige</a:t>
          </a:r>
        </a:p>
      </dgm:t>
    </dgm:pt>
    <dgm:pt modelId="{B62847A3-A443-446A-A787-2C54FFE045C4}" type="parTrans" cxnId="{08BA576F-AE3F-4BFB-8728-E3B5517159A3}">
      <dgm:prSet/>
      <dgm:spPr>
        <a:xfrm>
          <a:off x="3416484" y="1760355"/>
          <a:ext cx="1759611" cy="254494"/>
        </a:xfrm>
        <a:custGeom>
          <a:avLst/>
          <a:gdLst/>
          <a:ahLst/>
          <a:cxnLst/>
          <a:rect l="0" t="0" r="0" b="0"/>
          <a:pathLst>
            <a:path>
              <a:moveTo>
                <a:pt x="1759611" y="0"/>
              </a:moveTo>
              <a:lnTo>
                <a:pt x="1759611" y="127247"/>
              </a:lnTo>
              <a:lnTo>
                <a:pt x="0" y="127247"/>
              </a:lnTo>
              <a:lnTo>
                <a:pt x="0" y="254494"/>
              </a:lnTo>
            </a:path>
          </a:pathLst>
        </a:custGeom>
        <a:noFill/>
        <a:ln w="25400" cap="flat" cmpd="sng" algn="ctr">
          <a:solidFill>
            <a:srgbClr val="9BBB59">
              <a:hueOff val="0"/>
              <a:satOff val="0"/>
              <a:lumOff val="0"/>
              <a:alphaOff val="0"/>
            </a:srgbClr>
          </a:solidFill>
          <a:prstDash val="solid"/>
        </a:ln>
        <a:effectLst/>
      </dgm:spPr>
      <dgm:t>
        <a:bodyPr/>
        <a:lstStyle/>
        <a:p>
          <a:endParaRPr lang="de-DE"/>
        </a:p>
      </dgm:t>
    </dgm:pt>
    <dgm:pt modelId="{73547149-F0DD-4F16-9953-0559F4E1C32F}" type="sibTrans" cxnId="{08BA576F-AE3F-4BFB-8728-E3B5517159A3}">
      <dgm:prSet/>
      <dgm:spPr/>
      <dgm:t>
        <a:bodyPr/>
        <a:lstStyle/>
        <a:p>
          <a:endParaRPr lang="de-DE"/>
        </a:p>
      </dgm:t>
    </dgm:pt>
    <dgm:pt modelId="{A4AFFDC4-69E0-4A1A-A3CF-0BDAE86824ED}">
      <dgm:prSet phldrT="[Text]" custT="1"/>
      <dgm:spPr>
        <a:xfrm>
          <a:off x="6329768" y="2014849"/>
          <a:ext cx="1211876" cy="605938"/>
        </a:xfrm>
        <a:prstGeom prst="rect">
          <a:avLst/>
        </a:prstGeom>
        <a:solidFill>
          <a:srgbClr val="9BBB59">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pPr>
            <a:buNone/>
          </a:pPr>
          <a:r>
            <a:rPr lang="de-DE" sz="1400" dirty="0">
              <a:solidFill>
                <a:sysClr val="window" lastClr="FFFFFF"/>
              </a:solidFill>
              <a:latin typeface="Calibri"/>
              <a:ea typeface="+mn-ea"/>
              <a:cs typeface="+mn-cs"/>
            </a:rPr>
            <a:t>Unselbständig Erwerbstätige</a:t>
          </a:r>
        </a:p>
      </dgm:t>
    </dgm:pt>
    <dgm:pt modelId="{4B1F043C-36A4-4F71-80C5-EED20F73B65D}" type="parTrans" cxnId="{CC381C7B-2C20-4E2B-8D09-C71119FDB6B1}">
      <dgm:prSet/>
      <dgm:spPr>
        <a:xfrm>
          <a:off x="5176095" y="1760355"/>
          <a:ext cx="1759611" cy="254494"/>
        </a:xfrm>
        <a:custGeom>
          <a:avLst/>
          <a:gdLst/>
          <a:ahLst/>
          <a:cxnLst/>
          <a:rect l="0" t="0" r="0" b="0"/>
          <a:pathLst>
            <a:path>
              <a:moveTo>
                <a:pt x="0" y="0"/>
              </a:moveTo>
              <a:lnTo>
                <a:pt x="0" y="127247"/>
              </a:lnTo>
              <a:lnTo>
                <a:pt x="1759611" y="127247"/>
              </a:lnTo>
              <a:lnTo>
                <a:pt x="1759611" y="254494"/>
              </a:lnTo>
            </a:path>
          </a:pathLst>
        </a:custGeom>
        <a:noFill/>
        <a:ln w="25400" cap="flat" cmpd="sng" algn="ctr">
          <a:solidFill>
            <a:srgbClr val="9BBB59">
              <a:hueOff val="0"/>
              <a:satOff val="0"/>
              <a:lumOff val="0"/>
              <a:alphaOff val="0"/>
            </a:srgbClr>
          </a:solidFill>
          <a:prstDash val="solid"/>
        </a:ln>
        <a:effectLst/>
      </dgm:spPr>
      <dgm:t>
        <a:bodyPr/>
        <a:lstStyle/>
        <a:p>
          <a:endParaRPr lang="de-DE"/>
        </a:p>
      </dgm:t>
    </dgm:pt>
    <dgm:pt modelId="{D13CFD97-8FED-444D-8B31-ABB91D95D0C7}" type="sibTrans" cxnId="{CC381C7B-2C20-4E2B-8D09-C71119FDB6B1}">
      <dgm:prSet/>
      <dgm:spPr/>
      <dgm:t>
        <a:bodyPr/>
        <a:lstStyle/>
        <a:p>
          <a:endParaRPr lang="de-DE"/>
        </a:p>
      </dgm:t>
    </dgm:pt>
    <dgm:pt modelId="{F6D43EA0-A4FB-4BE6-A2D9-D0D107129243}">
      <dgm:prSet phldrT="[Text]" custT="1"/>
      <dgm:spPr>
        <a:xfrm>
          <a:off x="1067" y="1154417"/>
          <a:ext cx="1211876" cy="605938"/>
        </a:xfrm>
        <a:prstGeom prst="rect">
          <a:avLst/>
        </a:prstGeom>
        <a:solidFill>
          <a:srgbClr val="C0504D">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pPr>
            <a:buNone/>
          </a:pPr>
          <a:r>
            <a:rPr lang="de-DE" sz="1400" dirty="0">
              <a:solidFill>
                <a:sysClr val="window" lastClr="FFFFFF"/>
              </a:solidFill>
              <a:latin typeface="Calibri"/>
              <a:ea typeface="+mn-ea"/>
              <a:cs typeface="+mn-cs"/>
            </a:rPr>
            <a:t>Arbeitslose</a:t>
          </a:r>
        </a:p>
      </dgm:t>
    </dgm:pt>
    <dgm:pt modelId="{69FCCC16-8A88-441F-B0EA-98B27BB200D8}" type="parTrans" cxnId="{5B696E4E-D6B8-4C99-A858-BFCA4D70AE80}">
      <dgm:prSet/>
      <dgm:spPr>
        <a:xfrm>
          <a:off x="607005" y="899923"/>
          <a:ext cx="3750915" cy="254494"/>
        </a:xfrm>
        <a:custGeom>
          <a:avLst/>
          <a:gdLst/>
          <a:ahLst/>
          <a:cxnLst/>
          <a:rect l="0" t="0" r="0" b="0"/>
          <a:pathLst>
            <a:path>
              <a:moveTo>
                <a:pt x="3750915" y="0"/>
              </a:moveTo>
              <a:lnTo>
                <a:pt x="3750915" y="127247"/>
              </a:lnTo>
              <a:lnTo>
                <a:pt x="0" y="127247"/>
              </a:lnTo>
              <a:lnTo>
                <a:pt x="0" y="254494"/>
              </a:lnTo>
            </a:path>
          </a:pathLst>
        </a:custGeom>
        <a:noFill/>
        <a:ln w="25400" cap="flat" cmpd="sng" algn="ctr">
          <a:solidFill>
            <a:srgbClr val="C0504D">
              <a:hueOff val="0"/>
              <a:satOff val="0"/>
              <a:lumOff val="0"/>
              <a:alphaOff val="0"/>
            </a:srgbClr>
          </a:solidFill>
          <a:prstDash val="solid"/>
        </a:ln>
        <a:effectLst/>
      </dgm:spPr>
      <dgm:t>
        <a:bodyPr/>
        <a:lstStyle/>
        <a:p>
          <a:endParaRPr lang="de-DE"/>
        </a:p>
      </dgm:t>
    </dgm:pt>
    <dgm:pt modelId="{733B1BA5-B774-4741-87E1-3FDD21E91099}" type="sibTrans" cxnId="{5B696E4E-D6B8-4C99-A858-BFCA4D70AE80}">
      <dgm:prSet/>
      <dgm:spPr/>
      <dgm:t>
        <a:bodyPr/>
        <a:lstStyle/>
        <a:p>
          <a:endParaRPr lang="de-DE"/>
        </a:p>
      </dgm:t>
    </dgm:pt>
    <dgm:pt modelId="{05992BAE-678C-4E62-AD32-E4074FDFA303}">
      <dgm:prSet phldrT="[Text]" custT="1"/>
      <dgm:spPr>
        <a:xfrm>
          <a:off x="1467438" y="1154417"/>
          <a:ext cx="1211876" cy="605938"/>
        </a:xfrm>
        <a:prstGeom prst="rect">
          <a:avLst/>
        </a:prstGeom>
        <a:solidFill>
          <a:srgbClr val="C0504D">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pPr>
            <a:buNone/>
          </a:pPr>
          <a:r>
            <a:rPr lang="de-DE" sz="1400" dirty="0">
              <a:solidFill>
                <a:sysClr val="window" lastClr="FFFFFF"/>
              </a:solidFill>
              <a:latin typeface="Calibri"/>
              <a:ea typeface="+mn-ea"/>
              <a:cs typeface="+mn-cs"/>
            </a:rPr>
            <a:t>Personen in Ausbildung</a:t>
          </a:r>
        </a:p>
      </dgm:t>
    </dgm:pt>
    <dgm:pt modelId="{4C4E5FC4-24E4-43F7-B63E-640733D10939}" type="parTrans" cxnId="{9DB5B5FA-DB0F-448C-8025-F585BF0B8786}">
      <dgm:prSet/>
      <dgm:spPr>
        <a:xfrm>
          <a:off x="2073376" y="899923"/>
          <a:ext cx="2284544" cy="254494"/>
        </a:xfrm>
        <a:custGeom>
          <a:avLst/>
          <a:gdLst/>
          <a:ahLst/>
          <a:cxnLst/>
          <a:rect l="0" t="0" r="0" b="0"/>
          <a:pathLst>
            <a:path>
              <a:moveTo>
                <a:pt x="2284544" y="0"/>
              </a:moveTo>
              <a:lnTo>
                <a:pt x="2284544" y="127247"/>
              </a:lnTo>
              <a:lnTo>
                <a:pt x="0" y="127247"/>
              </a:lnTo>
              <a:lnTo>
                <a:pt x="0" y="254494"/>
              </a:lnTo>
            </a:path>
          </a:pathLst>
        </a:custGeom>
        <a:noFill/>
        <a:ln w="25400" cap="flat" cmpd="sng" algn="ctr">
          <a:solidFill>
            <a:srgbClr val="C0504D">
              <a:hueOff val="0"/>
              <a:satOff val="0"/>
              <a:lumOff val="0"/>
              <a:alphaOff val="0"/>
            </a:srgbClr>
          </a:solidFill>
          <a:prstDash val="solid"/>
        </a:ln>
        <a:effectLst/>
      </dgm:spPr>
      <dgm:t>
        <a:bodyPr/>
        <a:lstStyle/>
        <a:p>
          <a:endParaRPr lang="de-DE"/>
        </a:p>
      </dgm:t>
    </dgm:pt>
    <dgm:pt modelId="{E3D44BAB-C9AA-41B5-A125-9F0DA0AEFF23}" type="sibTrans" cxnId="{9DB5B5FA-DB0F-448C-8025-F585BF0B8786}">
      <dgm:prSet/>
      <dgm:spPr/>
      <dgm:t>
        <a:bodyPr/>
        <a:lstStyle/>
        <a:p>
          <a:endParaRPr lang="de-DE"/>
        </a:p>
      </dgm:t>
    </dgm:pt>
    <dgm:pt modelId="{AFF552A3-377E-48CA-B7F5-9652D3A8C165}">
      <dgm:prSet phldrT="[Text]" custT="1"/>
      <dgm:spPr>
        <a:xfrm>
          <a:off x="6036528" y="1154417"/>
          <a:ext cx="1211876" cy="605938"/>
        </a:xfrm>
        <a:prstGeom prst="rect">
          <a:avLst/>
        </a:prstGeom>
        <a:solidFill>
          <a:srgbClr val="C0504D">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pPr>
            <a:buNone/>
          </a:pPr>
          <a:r>
            <a:rPr lang="de-DE" sz="1400" dirty="0">
              <a:solidFill>
                <a:sysClr val="window" lastClr="FFFFFF"/>
              </a:solidFill>
              <a:latin typeface="Calibri"/>
              <a:ea typeface="+mn-ea"/>
              <a:cs typeface="+mn-cs"/>
            </a:rPr>
            <a:t>Schatten-wirtschaft</a:t>
          </a:r>
        </a:p>
      </dgm:t>
    </dgm:pt>
    <dgm:pt modelId="{926A221E-479E-4FA0-94EC-543D47FA757A}" type="parTrans" cxnId="{4A37DFBB-1D5B-408D-A5E7-7A6620D25B1A}">
      <dgm:prSet/>
      <dgm:spPr>
        <a:xfrm>
          <a:off x="4357921" y="899923"/>
          <a:ext cx="2284544" cy="254494"/>
        </a:xfrm>
        <a:custGeom>
          <a:avLst/>
          <a:gdLst/>
          <a:ahLst/>
          <a:cxnLst/>
          <a:rect l="0" t="0" r="0" b="0"/>
          <a:pathLst>
            <a:path>
              <a:moveTo>
                <a:pt x="0" y="0"/>
              </a:moveTo>
              <a:lnTo>
                <a:pt x="0" y="127247"/>
              </a:lnTo>
              <a:lnTo>
                <a:pt x="2284544" y="127247"/>
              </a:lnTo>
              <a:lnTo>
                <a:pt x="2284544" y="254494"/>
              </a:lnTo>
            </a:path>
          </a:pathLst>
        </a:custGeom>
        <a:noFill/>
        <a:ln w="25400" cap="flat" cmpd="sng" algn="ctr">
          <a:solidFill>
            <a:srgbClr val="C0504D">
              <a:hueOff val="0"/>
              <a:satOff val="0"/>
              <a:lumOff val="0"/>
              <a:alphaOff val="0"/>
            </a:srgbClr>
          </a:solidFill>
          <a:prstDash val="solid"/>
        </a:ln>
        <a:effectLst/>
      </dgm:spPr>
      <dgm:t>
        <a:bodyPr/>
        <a:lstStyle/>
        <a:p>
          <a:endParaRPr lang="de-DE"/>
        </a:p>
      </dgm:t>
    </dgm:pt>
    <dgm:pt modelId="{E8931D56-5EF0-450A-9E1C-F75AE45C5429}" type="sibTrans" cxnId="{4A37DFBB-1D5B-408D-A5E7-7A6620D25B1A}">
      <dgm:prSet/>
      <dgm:spPr/>
      <dgm:t>
        <a:bodyPr/>
        <a:lstStyle/>
        <a:p>
          <a:endParaRPr lang="de-DE"/>
        </a:p>
      </dgm:t>
    </dgm:pt>
    <dgm:pt modelId="{4B476F6C-9BCF-4881-B47C-6DC734B26CF9}">
      <dgm:prSet phldrT="[Text]" custT="1"/>
      <dgm:spPr>
        <a:xfrm>
          <a:off x="7502898" y="1154417"/>
          <a:ext cx="1211876" cy="605938"/>
        </a:xfrm>
        <a:prstGeom prst="rect">
          <a:avLst/>
        </a:prstGeom>
        <a:solidFill>
          <a:srgbClr val="C0504D">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pPr>
            <a:buNone/>
          </a:pPr>
          <a:r>
            <a:rPr lang="de-DE" sz="1400" dirty="0">
              <a:solidFill>
                <a:sysClr val="window" lastClr="FFFFFF"/>
              </a:solidFill>
              <a:latin typeface="Calibri"/>
              <a:ea typeface="+mn-ea"/>
              <a:cs typeface="+mn-cs"/>
            </a:rPr>
            <a:t>Freiwilligen-arbeit</a:t>
          </a:r>
        </a:p>
      </dgm:t>
    </dgm:pt>
    <dgm:pt modelId="{DEED3954-7445-4811-B325-9087F05BFA2B}" type="parTrans" cxnId="{82F82123-8112-418F-9805-FE80C498270B}">
      <dgm:prSet/>
      <dgm:spPr>
        <a:xfrm>
          <a:off x="4357921" y="899923"/>
          <a:ext cx="3750915" cy="254494"/>
        </a:xfrm>
        <a:custGeom>
          <a:avLst/>
          <a:gdLst/>
          <a:ahLst/>
          <a:cxnLst/>
          <a:rect l="0" t="0" r="0" b="0"/>
          <a:pathLst>
            <a:path>
              <a:moveTo>
                <a:pt x="0" y="0"/>
              </a:moveTo>
              <a:lnTo>
                <a:pt x="0" y="127247"/>
              </a:lnTo>
              <a:lnTo>
                <a:pt x="3750915" y="127247"/>
              </a:lnTo>
              <a:lnTo>
                <a:pt x="3750915" y="254494"/>
              </a:lnTo>
            </a:path>
          </a:pathLst>
        </a:custGeom>
        <a:noFill/>
        <a:ln w="25400" cap="flat" cmpd="sng" algn="ctr">
          <a:solidFill>
            <a:srgbClr val="C0504D">
              <a:hueOff val="0"/>
              <a:satOff val="0"/>
              <a:lumOff val="0"/>
              <a:alphaOff val="0"/>
            </a:srgbClr>
          </a:solidFill>
          <a:prstDash val="solid"/>
        </a:ln>
        <a:effectLst/>
      </dgm:spPr>
      <dgm:t>
        <a:bodyPr/>
        <a:lstStyle/>
        <a:p>
          <a:endParaRPr lang="de-DE"/>
        </a:p>
      </dgm:t>
    </dgm:pt>
    <dgm:pt modelId="{6FADC805-C1BB-4654-A692-A9262FA71FC3}" type="sibTrans" cxnId="{82F82123-8112-418F-9805-FE80C498270B}">
      <dgm:prSet/>
      <dgm:spPr/>
      <dgm:t>
        <a:bodyPr/>
        <a:lstStyle/>
        <a:p>
          <a:endParaRPr lang="de-DE"/>
        </a:p>
      </dgm:t>
    </dgm:pt>
    <dgm:pt modelId="{6ACAB30C-8553-48DF-9208-C9C02491E098}">
      <dgm:prSet phldrT="[Text]" custT="1"/>
      <dgm:spPr>
        <a:xfrm>
          <a:off x="2933808" y="1154417"/>
          <a:ext cx="1381854" cy="605938"/>
        </a:xfrm>
        <a:prstGeom prst="rect">
          <a:avLst/>
        </a:prstGeom>
        <a:solidFill>
          <a:srgbClr val="C0504D">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pPr>
            <a:buNone/>
          </a:pPr>
          <a:r>
            <a:rPr lang="de-DE" sz="1400" dirty="0">
              <a:solidFill>
                <a:sysClr val="window" lastClr="FFFFFF"/>
              </a:solidFill>
              <a:latin typeface="Calibri"/>
              <a:ea typeface="+mn-ea"/>
              <a:cs typeface="+mn-cs"/>
            </a:rPr>
            <a:t>Frühpensionierte</a:t>
          </a:r>
        </a:p>
      </dgm:t>
    </dgm:pt>
    <dgm:pt modelId="{372AC953-952B-47A9-BF52-09F369994548}" type="parTrans" cxnId="{104397AD-68C9-4D8D-9445-E798DBE218AA}">
      <dgm:prSet/>
      <dgm:spPr>
        <a:xfrm>
          <a:off x="3624736" y="899923"/>
          <a:ext cx="733185" cy="254494"/>
        </a:xfrm>
        <a:custGeom>
          <a:avLst/>
          <a:gdLst/>
          <a:ahLst/>
          <a:cxnLst/>
          <a:rect l="0" t="0" r="0" b="0"/>
          <a:pathLst>
            <a:path>
              <a:moveTo>
                <a:pt x="733185" y="0"/>
              </a:moveTo>
              <a:lnTo>
                <a:pt x="733185" y="127247"/>
              </a:lnTo>
              <a:lnTo>
                <a:pt x="0" y="127247"/>
              </a:lnTo>
              <a:lnTo>
                <a:pt x="0" y="254494"/>
              </a:lnTo>
            </a:path>
          </a:pathLst>
        </a:custGeom>
        <a:noFill/>
        <a:ln w="25400" cap="flat" cmpd="sng" algn="ctr">
          <a:solidFill>
            <a:srgbClr val="C0504D">
              <a:hueOff val="0"/>
              <a:satOff val="0"/>
              <a:lumOff val="0"/>
              <a:alphaOff val="0"/>
            </a:srgbClr>
          </a:solidFill>
          <a:prstDash val="solid"/>
        </a:ln>
        <a:effectLst/>
      </dgm:spPr>
      <dgm:t>
        <a:bodyPr/>
        <a:lstStyle/>
        <a:p>
          <a:endParaRPr lang="de-DE"/>
        </a:p>
      </dgm:t>
    </dgm:pt>
    <dgm:pt modelId="{7DE803CF-3A95-40A4-ACBC-65577C393EC4}" type="sibTrans" cxnId="{104397AD-68C9-4D8D-9445-E798DBE218AA}">
      <dgm:prSet/>
      <dgm:spPr/>
      <dgm:t>
        <a:bodyPr/>
        <a:lstStyle/>
        <a:p>
          <a:endParaRPr lang="de-DE"/>
        </a:p>
      </dgm:t>
    </dgm:pt>
    <dgm:pt modelId="{512A2AE1-1276-4E1C-9F63-57A98C7822BA}">
      <dgm:prSet phldrT="[Text]" custT="1"/>
      <dgm:spPr>
        <a:xfrm>
          <a:off x="454724" y="2875282"/>
          <a:ext cx="1524407" cy="605938"/>
        </a:xfrm>
        <a:prstGeom prst="rect">
          <a:avLst/>
        </a:prstGeom>
        <a:solidFill>
          <a:srgbClr val="8064A2">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pPr>
            <a:buNone/>
          </a:pPr>
          <a:r>
            <a:rPr lang="de-DE" sz="1400" dirty="0">
              <a:solidFill>
                <a:sysClr val="window" lastClr="FFFFFF"/>
              </a:solidFill>
              <a:latin typeface="Calibri"/>
              <a:ea typeface="+mn-ea"/>
              <a:cs typeface="+mn-cs"/>
            </a:rPr>
            <a:t>Gewerbl. Erwerbstätigkeit</a:t>
          </a:r>
        </a:p>
      </dgm:t>
    </dgm:pt>
    <dgm:pt modelId="{177D4E3F-06E8-4482-8E8F-50C9AF995663}" type="parTrans" cxnId="{B0E7DD5C-4C44-42DD-B7B4-C35069AEECDC}">
      <dgm:prSet/>
      <dgm:spPr>
        <a:xfrm>
          <a:off x="1216928" y="2620788"/>
          <a:ext cx="2199556" cy="254494"/>
        </a:xfrm>
        <a:custGeom>
          <a:avLst/>
          <a:gdLst/>
          <a:ahLst/>
          <a:cxnLst/>
          <a:rect l="0" t="0" r="0" b="0"/>
          <a:pathLst>
            <a:path>
              <a:moveTo>
                <a:pt x="2199556" y="0"/>
              </a:moveTo>
              <a:lnTo>
                <a:pt x="2199556" y="127247"/>
              </a:lnTo>
              <a:lnTo>
                <a:pt x="0" y="127247"/>
              </a:lnTo>
              <a:lnTo>
                <a:pt x="0" y="254494"/>
              </a:lnTo>
            </a:path>
          </a:pathLst>
        </a:custGeom>
        <a:noFill/>
        <a:ln w="25400" cap="flat" cmpd="sng" algn="ctr">
          <a:solidFill>
            <a:srgbClr val="8064A2">
              <a:hueOff val="0"/>
              <a:satOff val="0"/>
              <a:lumOff val="0"/>
              <a:alphaOff val="0"/>
            </a:srgbClr>
          </a:solidFill>
          <a:prstDash val="solid"/>
        </a:ln>
        <a:effectLst/>
      </dgm:spPr>
      <dgm:t>
        <a:bodyPr/>
        <a:lstStyle/>
        <a:p>
          <a:endParaRPr lang="de-DE"/>
        </a:p>
      </dgm:t>
    </dgm:pt>
    <dgm:pt modelId="{DC6C36D0-EBFC-4B6B-8FF1-7076656A9802}" type="sibTrans" cxnId="{B0E7DD5C-4C44-42DD-B7B4-C35069AEECDC}">
      <dgm:prSet/>
      <dgm:spPr/>
      <dgm:t>
        <a:bodyPr/>
        <a:lstStyle/>
        <a:p>
          <a:endParaRPr lang="de-DE"/>
        </a:p>
      </dgm:t>
    </dgm:pt>
    <dgm:pt modelId="{E0F9AFF2-77A4-4CCB-8F86-F848ED0C872C}">
      <dgm:prSet phldrT="[Text]" custT="1"/>
      <dgm:spPr>
        <a:xfrm>
          <a:off x="2233625" y="2875282"/>
          <a:ext cx="1211876" cy="605938"/>
        </a:xfrm>
        <a:prstGeom prst="rect">
          <a:avLst/>
        </a:prstGeom>
        <a:solidFill>
          <a:srgbClr val="8064A2">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pPr>
            <a:buNone/>
          </a:pPr>
          <a:r>
            <a:rPr lang="de-DE" sz="1400" dirty="0">
              <a:solidFill>
                <a:sysClr val="window" lastClr="FFFFFF"/>
              </a:solidFill>
              <a:latin typeface="Calibri"/>
              <a:ea typeface="+mn-ea"/>
              <a:cs typeface="+mn-cs"/>
            </a:rPr>
            <a:t>Urproduktion</a:t>
          </a:r>
        </a:p>
      </dgm:t>
    </dgm:pt>
    <dgm:pt modelId="{93D687E8-5E55-47A0-9900-A302EE67E9A3}" type="parTrans" cxnId="{FE398EF0-B334-43FE-B555-62538CDF9882}">
      <dgm:prSet/>
      <dgm:spPr>
        <a:xfrm>
          <a:off x="2839564" y="2620788"/>
          <a:ext cx="576919" cy="254494"/>
        </a:xfrm>
        <a:custGeom>
          <a:avLst/>
          <a:gdLst/>
          <a:ahLst/>
          <a:cxnLst/>
          <a:rect l="0" t="0" r="0" b="0"/>
          <a:pathLst>
            <a:path>
              <a:moveTo>
                <a:pt x="576919" y="0"/>
              </a:moveTo>
              <a:lnTo>
                <a:pt x="576919" y="127247"/>
              </a:lnTo>
              <a:lnTo>
                <a:pt x="0" y="127247"/>
              </a:lnTo>
              <a:lnTo>
                <a:pt x="0" y="254494"/>
              </a:lnTo>
            </a:path>
          </a:pathLst>
        </a:custGeom>
        <a:noFill/>
        <a:ln w="25400" cap="flat" cmpd="sng" algn="ctr">
          <a:solidFill>
            <a:srgbClr val="8064A2">
              <a:hueOff val="0"/>
              <a:satOff val="0"/>
              <a:lumOff val="0"/>
              <a:alphaOff val="0"/>
            </a:srgbClr>
          </a:solidFill>
          <a:prstDash val="solid"/>
        </a:ln>
        <a:effectLst/>
      </dgm:spPr>
      <dgm:t>
        <a:bodyPr/>
        <a:lstStyle/>
        <a:p>
          <a:endParaRPr lang="de-DE"/>
        </a:p>
      </dgm:t>
    </dgm:pt>
    <dgm:pt modelId="{6FCEBF28-CC3A-4F77-8305-61723478F2FE}" type="sibTrans" cxnId="{FE398EF0-B334-43FE-B555-62538CDF9882}">
      <dgm:prSet/>
      <dgm:spPr/>
      <dgm:t>
        <a:bodyPr/>
        <a:lstStyle/>
        <a:p>
          <a:endParaRPr lang="de-DE"/>
        </a:p>
      </dgm:t>
    </dgm:pt>
    <dgm:pt modelId="{0539B760-C77A-4D0B-B691-FBDD8A98393E}">
      <dgm:prSet phldrT="[Text]" custT="1"/>
      <dgm:spPr>
        <a:xfrm>
          <a:off x="3699996" y="2875282"/>
          <a:ext cx="1211876" cy="605938"/>
        </a:xfrm>
        <a:prstGeom prst="rect">
          <a:avLst/>
        </a:prstGeom>
        <a:solidFill>
          <a:srgbClr val="8064A2">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pPr>
            <a:buNone/>
          </a:pPr>
          <a:r>
            <a:rPr lang="de-DE" sz="1400" dirty="0">
              <a:solidFill>
                <a:sysClr val="window" lastClr="FFFFFF"/>
              </a:solidFill>
              <a:latin typeface="Calibri"/>
              <a:ea typeface="+mn-ea"/>
              <a:cs typeface="+mn-cs"/>
            </a:rPr>
            <a:t>Freiberufl. Tätigkeit</a:t>
          </a:r>
        </a:p>
      </dgm:t>
    </dgm:pt>
    <dgm:pt modelId="{B96A8448-E034-4A56-A7D2-81DAE314F5FA}" type="parTrans" cxnId="{E411A0B3-48CD-4E90-8052-5BA467F0ED8B}">
      <dgm:prSet/>
      <dgm:spPr>
        <a:xfrm>
          <a:off x="3416484" y="2620788"/>
          <a:ext cx="889450" cy="254494"/>
        </a:xfrm>
        <a:custGeom>
          <a:avLst/>
          <a:gdLst/>
          <a:ahLst/>
          <a:cxnLst/>
          <a:rect l="0" t="0" r="0" b="0"/>
          <a:pathLst>
            <a:path>
              <a:moveTo>
                <a:pt x="0" y="0"/>
              </a:moveTo>
              <a:lnTo>
                <a:pt x="0" y="127247"/>
              </a:lnTo>
              <a:lnTo>
                <a:pt x="889450" y="127247"/>
              </a:lnTo>
              <a:lnTo>
                <a:pt x="889450" y="254494"/>
              </a:lnTo>
            </a:path>
          </a:pathLst>
        </a:custGeom>
        <a:noFill/>
        <a:ln w="25400" cap="flat" cmpd="sng" algn="ctr">
          <a:solidFill>
            <a:srgbClr val="8064A2">
              <a:hueOff val="0"/>
              <a:satOff val="0"/>
              <a:lumOff val="0"/>
              <a:alphaOff val="0"/>
            </a:srgbClr>
          </a:solidFill>
          <a:prstDash val="solid"/>
        </a:ln>
        <a:effectLst/>
      </dgm:spPr>
      <dgm:t>
        <a:bodyPr/>
        <a:lstStyle/>
        <a:p>
          <a:endParaRPr lang="de-DE"/>
        </a:p>
      </dgm:t>
    </dgm:pt>
    <dgm:pt modelId="{5069A971-0CEC-4269-BEBE-E70B7D51901E}" type="sibTrans" cxnId="{E411A0B3-48CD-4E90-8052-5BA467F0ED8B}">
      <dgm:prSet/>
      <dgm:spPr/>
      <dgm:t>
        <a:bodyPr/>
        <a:lstStyle/>
        <a:p>
          <a:endParaRPr lang="de-DE"/>
        </a:p>
      </dgm:t>
    </dgm:pt>
    <dgm:pt modelId="{A18B57E0-249F-49D5-B48F-BCBCF8EED1AB}">
      <dgm:prSet phldrT="[Text]" custT="1"/>
      <dgm:spPr>
        <a:xfrm>
          <a:off x="5166367" y="2875282"/>
          <a:ext cx="1211876" cy="605938"/>
        </a:xfrm>
        <a:prstGeom prst="rect">
          <a:avLst/>
        </a:prstGeom>
        <a:solidFill>
          <a:srgbClr val="8064A2">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pPr>
            <a:buNone/>
          </a:pPr>
          <a:r>
            <a:rPr lang="de-DE" sz="1400" dirty="0">
              <a:solidFill>
                <a:sysClr val="window" lastClr="FFFFFF"/>
              </a:solidFill>
              <a:latin typeface="Calibri"/>
              <a:ea typeface="+mn-ea"/>
              <a:cs typeface="+mn-cs"/>
            </a:rPr>
            <a:t>„Neue“ Selbständigkeit</a:t>
          </a:r>
        </a:p>
      </dgm:t>
    </dgm:pt>
    <dgm:pt modelId="{A856DE70-88E3-43D5-BBCD-E0AD77978A3D}" type="parTrans" cxnId="{0693A2F7-0D05-42F8-ACF5-99046DC86ED8}">
      <dgm:prSet/>
      <dgm:spPr>
        <a:xfrm>
          <a:off x="3416484" y="2620788"/>
          <a:ext cx="2355821" cy="254494"/>
        </a:xfrm>
        <a:custGeom>
          <a:avLst/>
          <a:gdLst/>
          <a:ahLst/>
          <a:cxnLst/>
          <a:rect l="0" t="0" r="0" b="0"/>
          <a:pathLst>
            <a:path>
              <a:moveTo>
                <a:pt x="0" y="0"/>
              </a:moveTo>
              <a:lnTo>
                <a:pt x="0" y="127247"/>
              </a:lnTo>
              <a:lnTo>
                <a:pt x="2355821" y="127247"/>
              </a:lnTo>
              <a:lnTo>
                <a:pt x="2355821" y="254494"/>
              </a:lnTo>
            </a:path>
          </a:pathLst>
        </a:custGeom>
        <a:noFill/>
        <a:ln w="25400" cap="flat" cmpd="sng" algn="ctr">
          <a:solidFill>
            <a:srgbClr val="8064A2">
              <a:hueOff val="0"/>
              <a:satOff val="0"/>
              <a:lumOff val="0"/>
              <a:alphaOff val="0"/>
            </a:srgbClr>
          </a:solidFill>
          <a:prstDash val="solid"/>
        </a:ln>
        <a:effectLst/>
      </dgm:spPr>
      <dgm:t>
        <a:bodyPr/>
        <a:lstStyle/>
        <a:p>
          <a:endParaRPr lang="de-DE"/>
        </a:p>
      </dgm:t>
    </dgm:pt>
    <dgm:pt modelId="{C108905C-5A2C-4487-9CA2-8070F9C6CE9B}" type="sibTrans" cxnId="{0693A2F7-0D05-42F8-ACF5-99046DC86ED8}">
      <dgm:prSet/>
      <dgm:spPr/>
      <dgm:t>
        <a:bodyPr/>
        <a:lstStyle/>
        <a:p>
          <a:endParaRPr lang="de-DE"/>
        </a:p>
      </dgm:t>
    </dgm:pt>
    <dgm:pt modelId="{7C1007E9-A435-493B-A84F-0720333BDB14}">
      <dgm:prSet phldrT="[Text]" custT="1"/>
      <dgm:spPr>
        <a:xfrm>
          <a:off x="6632737" y="2875282"/>
          <a:ext cx="2043684" cy="605938"/>
        </a:xfrm>
        <a:prstGeom prst="rect">
          <a:avLst/>
        </a:prstGeom>
        <a:solidFill>
          <a:srgbClr val="8064A2">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pPr>
            <a:buNone/>
          </a:pPr>
          <a:r>
            <a:rPr lang="de-DE" sz="1400" dirty="0">
              <a:solidFill>
                <a:sysClr val="window" lastClr="FFFFFF"/>
              </a:solidFill>
              <a:latin typeface="Calibri"/>
              <a:ea typeface="+mn-ea"/>
              <a:cs typeface="+mn-cs"/>
            </a:rPr>
            <a:t>ÖNACE A: Land- &amp; Forstwirtschaft, Fischerei</a:t>
          </a:r>
        </a:p>
      </dgm:t>
    </dgm:pt>
    <dgm:pt modelId="{E3D91DC2-13FF-440B-94A8-42A93C2E7437}" type="parTrans" cxnId="{9F8C446C-EE72-4479-AA19-5BAE867D8D47}">
      <dgm:prSet/>
      <dgm:spPr>
        <a:xfrm>
          <a:off x="6450956" y="2620788"/>
          <a:ext cx="181781" cy="557463"/>
        </a:xfrm>
        <a:custGeom>
          <a:avLst/>
          <a:gdLst/>
          <a:ahLst/>
          <a:cxnLst/>
          <a:rect l="0" t="0" r="0" b="0"/>
          <a:pathLst>
            <a:path>
              <a:moveTo>
                <a:pt x="0" y="0"/>
              </a:moveTo>
              <a:lnTo>
                <a:pt x="0" y="557463"/>
              </a:lnTo>
              <a:lnTo>
                <a:pt x="181781" y="557463"/>
              </a:lnTo>
            </a:path>
          </a:pathLst>
        </a:custGeom>
        <a:noFill/>
        <a:ln w="25400" cap="flat" cmpd="sng" algn="ctr">
          <a:solidFill>
            <a:srgbClr val="8064A2">
              <a:hueOff val="0"/>
              <a:satOff val="0"/>
              <a:lumOff val="0"/>
              <a:alphaOff val="0"/>
            </a:srgbClr>
          </a:solidFill>
          <a:prstDash val="solid"/>
        </a:ln>
        <a:effectLst/>
      </dgm:spPr>
      <dgm:t>
        <a:bodyPr/>
        <a:lstStyle/>
        <a:p>
          <a:endParaRPr lang="de-DE"/>
        </a:p>
      </dgm:t>
    </dgm:pt>
    <dgm:pt modelId="{24CDA05D-4593-469E-9111-8BA0E8A167A5}" type="sibTrans" cxnId="{9F8C446C-EE72-4479-AA19-5BAE867D8D47}">
      <dgm:prSet/>
      <dgm:spPr/>
      <dgm:t>
        <a:bodyPr/>
        <a:lstStyle/>
        <a:p>
          <a:endParaRPr lang="de-DE"/>
        </a:p>
      </dgm:t>
    </dgm:pt>
    <dgm:pt modelId="{EBD8D5B6-DEB0-46F8-9A99-525864176B28}">
      <dgm:prSet phldrT="[Text]" custT="1"/>
      <dgm:spPr>
        <a:xfrm>
          <a:off x="6632737" y="3735714"/>
          <a:ext cx="1211876" cy="605938"/>
        </a:xfrm>
        <a:prstGeom prst="rect">
          <a:avLst/>
        </a:prstGeom>
        <a:solidFill>
          <a:srgbClr val="8064A2">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pPr>
            <a:buNone/>
          </a:pPr>
          <a:r>
            <a:rPr lang="de-DE" sz="1050" dirty="0">
              <a:solidFill>
                <a:sysClr val="window" lastClr="FFFFFF"/>
              </a:solidFill>
              <a:latin typeface="Calibri"/>
              <a:ea typeface="+mn-ea"/>
              <a:cs typeface="+mn-cs"/>
            </a:rPr>
            <a:t>…</a:t>
          </a:r>
        </a:p>
      </dgm:t>
    </dgm:pt>
    <dgm:pt modelId="{87CA7FFE-0075-4C7A-AF8B-0458F4A319EB}" type="parTrans" cxnId="{727A52FD-9C24-4FDE-B876-8F7AE1727BD0}">
      <dgm:prSet/>
      <dgm:spPr>
        <a:xfrm>
          <a:off x="6450956" y="2620788"/>
          <a:ext cx="181781" cy="1417895"/>
        </a:xfrm>
        <a:custGeom>
          <a:avLst/>
          <a:gdLst/>
          <a:ahLst/>
          <a:cxnLst/>
          <a:rect l="0" t="0" r="0" b="0"/>
          <a:pathLst>
            <a:path>
              <a:moveTo>
                <a:pt x="0" y="0"/>
              </a:moveTo>
              <a:lnTo>
                <a:pt x="0" y="1417895"/>
              </a:lnTo>
              <a:lnTo>
                <a:pt x="181781" y="1417895"/>
              </a:lnTo>
            </a:path>
          </a:pathLst>
        </a:custGeom>
        <a:noFill/>
        <a:ln w="25400" cap="flat" cmpd="sng" algn="ctr">
          <a:solidFill>
            <a:srgbClr val="8064A2">
              <a:hueOff val="0"/>
              <a:satOff val="0"/>
              <a:lumOff val="0"/>
              <a:alphaOff val="0"/>
            </a:srgbClr>
          </a:solidFill>
          <a:prstDash val="solid"/>
        </a:ln>
        <a:effectLst/>
      </dgm:spPr>
      <dgm:t>
        <a:bodyPr/>
        <a:lstStyle/>
        <a:p>
          <a:endParaRPr lang="de-DE"/>
        </a:p>
      </dgm:t>
    </dgm:pt>
    <dgm:pt modelId="{AE3EB3C4-79AA-4758-AC0A-3732887C789E}" type="sibTrans" cxnId="{727A52FD-9C24-4FDE-B876-8F7AE1727BD0}">
      <dgm:prSet/>
      <dgm:spPr/>
      <dgm:t>
        <a:bodyPr/>
        <a:lstStyle/>
        <a:p>
          <a:endParaRPr lang="de-DE"/>
        </a:p>
      </dgm:t>
    </dgm:pt>
    <dgm:pt modelId="{BA7C84E3-3217-46C3-B390-5ACA91EC2BEF}">
      <dgm:prSet phldrT="[Text]" custT="1"/>
      <dgm:spPr>
        <a:xfrm>
          <a:off x="6632737" y="4596146"/>
          <a:ext cx="2132369" cy="605938"/>
        </a:xfrm>
        <a:prstGeom prst="rect">
          <a:avLst/>
        </a:prstGeom>
        <a:solidFill>
          <a:srgbClr val="8064A2">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pPr>
            <a:buNone/>
          </a:pPr>
          <a:r>
            <a:rPr lang="de-DE" sz="1400" dirty="0">
              <a:solidFill>
                <a:sysClr val="window" lastClr="FFFFFF"/>
              </a:solidFill>
              <a:latin typeface="Calibri"/>
              <a:ea typeface="+mn-ea"/>
              <a:cs typeface="+mn-cs"/>
            </a:rPr>
            <a:t>ÖNACE U: Exterritoriale Organisationen</a:t>
          </a:r>
        </a:p>
      </dgm:t>
    </dgm:pt>
    <dgm:pt modelId="{F0F6ED42-99D7-452D-9CB3-353B979F2C61}" type="parTrans" cxnId="{1E64A785-8EB4-4EA9-B5E4-3374B781AFEB}">
      <dgm:prSet/>
      <dgm:spPr>
        <a:xfrm>
          <a:off x="6450956" y="2620788"/>
          <a:ext cx="181781" cy="2278328"/>
        </a:xfrm>
        <a:custGeom>
          <a:avLst/>
          <a:gdLst/>
          <a:ahLst/>
          <a:cxnLst/>
          <a:rect l="0" t="0" r="0" b="0"/>
          <a:pathLst>
            <a:path>
              <a:moveTo>
                <a:pt x="0" y="0"/>
              </a:moveTo>
              <a:lnTo>
                <a:pt x="0" y="2278328"/>
              </a:lnTo>
              <a:lnTo>
                <a:pt x="181781" y="2278328"/>
              </a:lnTo>
            </a:path>
          </a:pathLst>
        </a:custGeom>
        <a:noFill/>
        <a:ln w="25400" cap="flat" cmpd="sng" algn="ctr">
          <a:solidFill>
            <a:srgbClr val="8064A2">
              <a:hueOff val="0"/>
              <a:satOff val="0"/>
              <a:lumOff val="0"/>
              <a:alphaOff val="0"/>
            </a:srgbClr>
          </a:solidFill>
          <a:prstDash val="solid"/>
        </a:ln>
        <a:effectLst/>
      </dgm:spPr>
      <dgm:t>
        <a:bodyPr/>
        <a:lstStyle/>
        <a:p>
          <a:endParaRPr lang="de-DE"/>
        </a:p>
      </dgm:t>
    </dgm:pt>
    <dgm:pt modelId="{14C8BAD8-B2A3-4C7F-8400-61F11647F908}" type="sibTrans" cxnId="{1E64A785-8EB4-4EA9-B5E4-3374B781AFEB}">
      <dgm:prSet/>
      <dgm:spPr/>
      <dgm:t>
        <a:bodyPr/>
        <a:lstStyle/>
        <a:p>
          <a:endParaRPr lang="de-DE"/>
        </a:p>
      </dgm:t>
    </dgm:pt>
    <dgm:pt modelId="{D3ACF448-F9A4-4D57-9E8D-F2B3EBFAB12A}">
      <dgm:prSet phldrT="[Text]" custT="1"/>
      <dgm:spPr>
        <a:xfrm>
          <a:off x="835826" y="3735714"/>
          <a:ext cx="1211876" cy="605938"/>
        </a:xfrm>
        <a:prstGeom prst="rect">
          <a:avLst/>
        </a:prstGeom>
        <a:solidFill>
          <a:srgbClr val="8064A2">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pPr>
            <a:buNone/>
          </a:pPr>
          <a:r>
            <a:rPr lang="de-DE" sz="1400" dirty="0">
              <a:solidFill>
                <a:sysClr val="window" lastClr="FFFFFF"/>
              </a:solidFill>
              <a:latin typeface="Calibri"/>
              <a:ea typeface="+mn-ea"/>
              <a:cs typeface="+mn-cs"/>
            </a:rPr>
            <a:t>Freie Gewerbe</a:t>
          </a:r>
        </a:p>
      </dgm:t>
    </dgm:pt>
    <dgm:pt modelId="{1B67CFA5-2FEA-4BF5-A16D-747A2A040BAD}" type="parTrans" cxnId="{53469013-82D9-4C07-BA7F-EB1148547F4C}">
      <dgm:prSet/>
      <dgm:spPr>
        <a:xfrm>
          <a:off x="607165" y="3481220"/>
          <a:ext cx="228661" cy="557463"/>
        </a:xfrm>
        <a:custGeom>
          <a:avLst/>
          <a:gdLst/>
          <a:ahLst/>
          <a:cxnLst/>
          <a:rect l="0" t="0" r="0" b="0"/>
          <a:pathLst>
            <a:path>
              <a:moveTo>
                <a:pt x="0" y="0"/>
              </a:moveTo>
              <a:lnTo>
                <a:pt x="0" y="557463"/>
              </a:lnTo>
              <a:lnTo>
                <a:pt x="228661" y="557463"/>
              </a:lnTo>
            </a:path>
          </a:pathLst>
        </a:custGeom>
        <a:noFill/>
        <a:ln w="25400" cap="flat" cmpd="sng" algn="ctr">
          <a:solidFill>
            <a:srgbClr val="8064A2">
              <a:hueOff val="0"/>
              <a:satOff val="0"/>
              <a:lumOff val="0"/>
              <a:alphaOff val="0"/>
            </a:srgbClr>
          </a:solidFill>
          <a:prstDash val="solid"/>
        </a:ln>
        <a:effectLst/>
      </dgm:spPr>
      <dgm:t>
        <a:bodyPr/>
        <a:lstStyle/>
        <a:p>
          <a:endParaRPr lang="de-DE"/>
        </a:p>
      </dgm:t>
    </dgm:pt>
    <dgm:pt modelId="{306B370C-E930-4488-8860-E31C9C528AEC}" type="sibTrans" cxnId="{53469013-82D9-4C07-BA7F-EB1148547F4C}">
      <dgm:prSet/>
      <dgm:spPr/>
      <dgm:t>
        <a:bodyPr/>
        <a:lstStyle/>
        <a:p>
          <a:endParaRPr lang="de-DE"/>
        </a:p>
      </dgm:t>
    </dgm:pt>
    <dgm:pt modelId="{0F54D8F9-E8D0-4525-B44A-6D072B3AFA4E}">
      <dgm:prSet phldrT="[Text]" custT="1"/>
      <dgm:spPr>
        <a:xfrm>
          <a:off x="835826" y="4596146"/>
          <a:ext cx="1211876" cy="605938"/>
        </a:xfrm>
        <a:prstGeom prst="rect">
          <a:avLst/>
        </a:prstGeom>
        <a:solidFill>
          <a:srgbClr val="8064A2">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pPr>
            <a:buNone/>
          </a:pPr>
          <a:r>
            <a:rPr lang="de-DE" sz="1400" dirty="0">
              <a:solidFill>
                <a:sysClr val="window" lastClr="FFFFFF"/>
              </a:solidFill>
              <a:latin typeface="Calibri"/>
              <a:ea typeface="+mn-ea"/>
              <a:cs typeface="+mn-cs"/>
            </a:rPr>
            <a:t>Reglementierte Gewerbe</a:t>
          </a:r>
        </a:p>
      </dgm:t>
    </dgm:pt>
    <dgm:pt modelId="{65E9B78C-6C3D-4BC6-9846-A39A1481966E}" type="parTrans" cxnId="{8F99C80B-9A6C-43EE-AF29-076E7D73D008}">
      <dgm:prSet/>
      <dgm:spPr>
        <a:xfrm>
          <a:off x="607165" y="3481220"/>
          <a:ext cx="228661" cy="1417895"/>
        </a:xfrm>
        <a:custGeom>
          <a:avLst/>
          <a:gdLst/>
          <a:ahLst/>
          <a:cxnLst/>
          <a:rect l="0" t="0" r="0" b="0"/>
          <a:pathLst>
            <a:path>
              <a:moveTo>
                <a:pt x="0" y="0"/>
              </a:moveTo>
              <a:lnTo>
                <a:pt x="0" y="1417895"/>
              </a:lnTo>
              <a:lnTo>
                <a:pt x="228661" y="1417895"/>
              </a:lnTo>
            </a:path>
          </a:pathLst>
        </a:custGeom>
        <a:noFill/>
        <a:ln w="25400" cap="flat" cmpd="sng" algn="ctr">
          <a:solidFill>
            <a:srgbClr val="8064A2">
              <a:hueOff val="0"/>
              <a:satOff val="0"/>
              <a:lumOff val="0"/>
              <a:alphaOff val="0"/>
            </a:srgbClr>
          </a:solidFill>
          <a:prstDash val="solid"/>
        </a:ln>
        <a:effectLst/>
      </dgm:spPr>
      <dgm:t>
        <a:bodyPr/>
        <a:lstStyle/>
        <a:p>
          <a:endParaRPr lang="de-DE"/>
        </a:p>
      </dgm:t>
    </dgm:pt>
    <dgm:pt modelId="{3D861DB9-5166-4EA7-961E-85918E7C249D}" type="sibTrans" cxnId="{8F99C80B-9A6C-43EE-AF29-076E7D73D008}">
      <dgm:prSet/>
      <dgm:spPr/>
      <dgm:t>
        <a:bodyPr/>
        <a:lstStyle/>
        <a:p>
          <a:endParaRPr lang="de-DE"/>
        </a:p>
      </dgm:t>
    </dgm:pt>
    <dgm:pt modelId="{70B39C0D-1C94-4E54-A4FA-34A2131BA043}" type="pres">
      <dgm:prSet presAssocID="{655FD11B-FA1C-4DCD-9BCD-3ACCFA6F2BA1}" presName="hierChild1" presStyleCnt="0">
        <dgm:presLayoutVars>
          <dgm:orgChart val="1"/>
          <dgm:chPref val="1"/>
          <dgm:dir/>
          <dgm:animOne val="branch"/>
          <dgm:animLvl val="lvl"/>
          <dgm:resizeHandles/>
        </dgm:presLayoutVars>
      </dgm:prSet>
      <dgm:spPr/>
    </dgm:pt>
    <dgm:pt modelId="{0BF40D1E-F96D-4C3A-BA13-D40ECEEAFE2D}" type="pres">
      <dgm:prSet presAssocID="{0987A398-7C08-4132-90C6-497696421E15}" presName="hierRoot1" presStyleCnt="0">
        <dgm:presLayoutVars>
          <dgm:hierBranch val="init"/>
        </dgm:presLayoutVars>
      </dgm:prSet>
      <dgm:spPr/>
    </dgm:pt>
    <dgm:pt modelId="{1AEEA9C6-F118-477E-9D60-A67D70CB70DB}" type="pres">
      <dgm:prSet presAssocID="{0987A398-7C08-4132-90C6-497696421E15}" presName="rootComposite1" presStyleCnt="0"/>
      <dgm:spPr/>
    </dgm:pt>
    <dgm:pt modelId="{E6009B74-CFF9-46AC-9159-98C22F493006}" type="pres">
      <dgm:prSet presAssocID="{0987A398-7C08-4132-90C6-497696421E15}" presName="rootText1" presStyleLbl="node0" presStyleIdx="0" presStyleCnt="1" custScaleX="124400" custScaleY="142053">
        <dgm:presLayoutVars>
          <dgm:chPref val="3"/>
        </dgm:presLayoutVars>
      </dgm:prSet>
      <dgm:spPr/>
    </dgm:pt>
    <dgm:pt modelId="{990AD77B-F8DE-4AD8-B0EB-E312424F63E0}" type="pres">
      <dgm:prSet presAssocID="{0987A398-7C08-4132-90C6-497696421E15}" presName="rootConnector1" presStyleLbl="node1" presStyleIdx="0" presStyleCnt="0"/>
      <dgm:spPr/>
    </dgm:pt>
    <dgm:pt modelId="{BFA49D9C-874C-4AB7-95FD-EE7A0C4EC649}" type="pres">
      <dgm:prSet presAssocID="{0987A398-7C08-4132-90C6-497696421E15}" presName="hierChild2" presStyleCnt="0"/>
      <dgm:spPr/>
    </dgm:pt>
    <dgm:pt modelId="{A6AA32B3-7119-4B6F-8E0A-C2D091729F3E}" type="pres">
      <dgm:prSet presAssocID="{69FCCC16-8A88-441F-B0EA-98B27BB200D8}" presName="Name37" presStyleLbl="parChTrans1D2" presStyleIdx="0" presStyleCnt="6"/>
      <dgm:spPr/>
    </dgm:pt>
    <dgm:pt modelId="{79A94D4E-D9C5-45FD-994C-B0130A524145}" type="pres">
      <dgm:prSet presAssocID="{F6D43EA0-A4FB-4BE6-A2D9-D0D107129243}" presName="hierRoot2" presStyleCnt="0">
        <dgm:presLayoutVars>
          <dgm:hierBranch val="init"/>
        </dgm:presLayoutVars>
      </dgm:prSet>
      <dgm:spPr/>
    </dgm:pt>
    <dgm:pt modelId="{78099418-5C47-4764-A730-139E106A40D2}" type="pres">
      <dgm:prSet presAssocID="{F6D43EA0-A4FB-4BE6-A2D9-D0D107129243}" presName="rootComposite" presStyleCnt="0"/>
      <dgm:spPr/>
    </dgm:pt>
    <dgm:pt modelId="{B75595B8-4196-4FE2-A78C-D0B391A2E535}" type="pres">
      <dgm:prSet presAssocID="{F6D43EA0-A4FB-4BE6-A2D9-D0D107129243}" presName="rootText" presStyleLbl="node2" presStyleIdx="0" presStyleCnt="6">
        <dgm:presLayoutVars>
          <dgm:chPref val="3"/>
        </dgm:presLayoutVars>
      </dgm:prSet>
      <dgm:spPr/>
    </dgm:pt>
    <dgm:pt modelId="{5FD90DD6-7DAB-44C4-B281-65C0D08F0109}" type="pres">
      <dgm:prSet presAssocID="{F6D43EA0-A4FB-4BE6-A2D9-D0D107129243}" presName="rootConnector" presStyleLbl="node2" presStyleIdx="0" presStyleCnt="6"/>
      <dgm:spPr/>
    </dgm:pt>
    <dgm:pt modelId="{8301EFFD-4CF4-423B-A3B9-71F64CCA96D3}" type="pres">
      <dgm:prSet presAssocID="{F6D43EA0-A4FB-4BE6-A2D9-D0D107129243}" presName="hierChild4" presStyleCnt="0"/>
      <dgm:spPr/>
    </dgm:pt>
    <dgm:pt modelId="{088FFC9C-F7DC-4796-8901-7848FD039198}" type="pres">
      <dgm:prSet presAssocID="{F6D43EA0-A4FB-4BE6-A2D9-D0D107129243}" presName="hierChild5" presStyleCnt="0"/>
      <dgm:spPr/>
    </dgm:pt>
    <dgm:pt modelId="{D2130C2A-EF57-4A98-BBBD-5AC8C4B381E4}" type="pres">
      <dgm:prSet presAssocID="{4C4E5FC4-24E4-43F7-B63E-640733D10939}" presName="Name37" presStyleLbl="parChTrans1D2" presStyleIdx="1" presStyleCnt="6"/>
      <dgm:spPr/>
    </dgm:pt>
    <dgm:pt modelId="{0AFEAB0F-7692-4CF0-8622-FA6D5F878EE8}" type="pres">
      <dgm:prSet presAssocID="{05992BAE-678C-4E62-AD32-E4074FDFA303}" presName="hierRoot2" presStyleCnt="0">
        <dgm:presLayoutVars>
          <dgm:hierBranch val="init"/>
        </dgm:presLayoutVars>
      </dgm:prSet>
      <dgm:spPr/>
    </dgm:pt>
    <dgm:pt modelId="{A5810982-FEDC-43DA-87EE-14BE93135F4A}" type="pres">
      <dgm:prSet presAssocID="{05992BAE-678C-4E62-AD32-E4074FDFA303}" presName="rootComposite" presStyleCnt="0"/>
      <dgm:spPr/>
    </dgm:pt>
    <dgm:pt modelId="{D9A8A5B7-DCCC-4BA7-BE3F-D1A5EDA65E94}" type="pres">
      <dgm:prSet presAssocID="{05992BAE-678C-4E62-AD32-E4074FDFA303}" presName="rootText" presStyleLbl="node2" presStyleIdx="1" presStyleCnt="6">
        <dgm:presLayoutVars>
          <dgm:chPref val="3"/>
        </dgm:presLayoutVars>
      </dgm:prSet>
      <dgm:spPr/>
    </dgm:pt>
    <dgm:pt modelId="{9971A0DD-64F9-4DB4-BAD7-0DD7533609A1}" type="pres">
      <dgm:prSet presAssocID="{05992BAE-678C-4E62-AD32-E4074FDFA303}" presName="rootConnector" presStyleLbl="node2" presStyleIdx="1" presStyleCnt="6"/>
      <dgm:spPr/>
    </dgm:pt>
    <dgm:pt modelId="{9C5FC8D0-CF8A-4FAC-A159-B217BEB9CBD5}" type="pres">
      <dgm:prSet presAssocID="{05992BAE-678C-4E62-AD32-E4074FDFA303}" presName="hierChild4" presStyleCnt="0"/>
      <dgm:spPr/>
    </dgm:pt>
    <dgm:pt modelId="{F3A11785-82CC-4313-B8EB-9636D7B2E742}" type="pres">
      <dgm:prSet presAssocID="{05992BAE-678C-4E62-AD32-E4074FDFA303}" presName="hierChild5" presStyleCnt="0"/>
      <dgm:spPr/>
    </dgm:pt>
    <dgm:pt modelId="{9C54291F-163B-4FD4-8338-7AFC7E7C6573}" type="pres">
      <dgm:prSet presAssocID="{372AC953-952B-47A9-BF52-09F369994548}" presName="Name37" presStyleLbl="parChTrans1D2" presStyleIdx="2" presStyleCnt="6"/>
      <dgm:spPr/>
    </dgm:pt>
    <dgm:pt modelId="{E44B91CF-AEA4-4166-AE95-610C38813AE1}" type="pres">
      <dgm:prSet presAssocID="{6ACAB30C-8553-48DF-9208-C9C02491E098}" presName="hierRoot2" presStyleCnt="0">
        <dgm:presLayoutVars>
          <dgm:hierBranch val="init"/>
        </dgm:presLayoutVars>
      </dgm:prSet>
      <dgm:spPr/>
    </dgm:pt>
    <dgm:pt modelId="{0BEFD5FE-89B9-4570-9789-EE757E1B9915}" type="pres">
      <dgm:prSet presAssocID="{6ACAB30C-8553-48DF-9208-C9C02491E098}" presName="rootComposite" presStyleCnt="0"/>
      <dgm:spPr/>
    </dgm:pt>
    <dgm:pt modelId="{5A27C7B7-290A-427E-AD0D-DDB6625F4099}" type="pres">
      <dgm:prSet presAssocID="{6ACAB30C-8553-48DF-9208-C9C02491E098}" presName="rootText" presStyleLbl="node2" presStyleIdx="2" presStyleCnt="6" custScaleX="114026">
        <dgm:presLayoutVars>
          <dgm:chPref val="3"/>
        </dgm:presLayoutVars>
      </dgm:prSet>
      <dgm:spPr/>
    </dgm:pt>
    <dgm:pt modelId="{148F9E53-0595-4096-8C37-FB95C7F379FB}" type="pres">
      <dgm:prSet presAssocID="{6ACAB30C-8553-48DF-9208-C9C02491E098}" presName="rootConnector" presStyleLbl="node2" presStyleIdx="2" presStyleCnt="6"/>
      <dgm:spPr/>
    </dgm:pt>
    <dgm:pt modelId="{474275E6-5B8F-454B-AE47-BE2162D3D47C}" type="pres">
      <dgm:prSet presAssocID="{6ACAB30C-8553-48DF-9208-C9C02491E098}" presName="hierChild4" presStyleCnt="0"/>
      <dgm:spPr/>
    </dgm:pt>
    <dgm:pt modelId="{6C3665F1-9290-41F4-934F-D08C99F007F9}" type="pres">
      <dgm:prSet presAssocID="{6ACAB30C-8553-48DF-9208-C9C02491E098}" presName="hierChild5" presStyleCnt="0"/>
      <dgm:spPr/>
    </dgm:pt>
    <dgm:pt modelId="{3C61FC4A-99EE-4707-9FCE-1F3DAA711A4F}" type="pres">
      <dgm:prSet presAssocID="{80649FD3-542B-439E-81F4-E6DA5FA9E003}" presName="Name37" presStyleLbl="parChTrans1D2" presStyleIdx="3" presStyleCnt="6"/>
      <dgm:spPr/>
    </dgm:pt>
    <dgm:pt modelId="{1249175B-B4A3-4E38-8C9C-292F43404BE3}" type="pres">
      <dgm:prSet presAssocID="{EB384215-BE09-4B22-969C-80932B6BF970}" presName="hierRoot2" presStyleCnt="0">
        <dgm:presLayoutVars>
          <dgm:hierBranch val="init"/>
        </dgm:presLayoutVars>
      </dgm:prSet>
      <dgm:spPr/>
    </dgm:pt>
    <dgm:pt modelId="{503436AE-7FE2-41E1-92B5-66F0B1EB9070}" type="pres">
      <dgm:prSet presAssocID="{EB384215-BE09-4B22-969C-80932B6BF970}" presName="rootComposite" presStyleCnt="0"/>
      <dgm:spPr/>
    </dgm:pt>
    <dgm:pt modelId="{929B7E3A-DAA8-4FF0-90E5-EDDF2292ABE4}" type="pres">
      <dgm:prSet presAssocID="{EB384215-BE09-4B22-969C-80932B6BF970}" presName="rootText" presStyleLbl="node2" presStyleIdx="3" presStyleCnt="6">
        <dgm:presLayoutVars>
          <dgm:chPref val="3"/>
        </dgm:presLayoutVars>
      </dgm:prSet>
      <dgm:spPr/>
    </dgm:pt>
    <dgm:pt modelId="{ED71A7E5-BB68-4F77-A0C1-D305445F4067}" type="pres">
      <dgm:prSet presAssocID="{EB384215-BE09-4B22-969C-80932B6BF970}" presName="rootConnector" presStyleLbl="node2" presStyleIdx="3" presStyleCnt="6"/>
      <dgm:spPr/>
    </dgm:pt>
    <dgm:pt modelId="{7DADC1E5-BEBF-4586-9854-170ED3AEBE67}" type="pres">
      <dgm:prSet presAssocID="{EB384215-BE09-4B22-969C-80932B6BF970}" presName="hierChild4" presStyleCnt="0"/>
      <dgm:spPr/>
    </dgm:pt>
    <dgm:pt modelId="{1ACC9212-4E9E-4338-A44B-35F0139267D2}" type="pres">
      <dgm:prSet presAssocID="{B62847A3-A443-446A-A787-2C54FFE045C4}" presName="Name37" presStyleLbl="parChTrans1D3" presStyleIdx="0" presStyleCnt="2"/>
      <dgm:spPr/>
    </dgm:pt>
    <dgm:pt modelId="{DFF1728E-0878-47E4-8086-A836A69A0333}" type="pres">
      <dgm:prSet presAssocID="{03775883-ECD1-4AB1-ADE1-C4508BC0FA1C}" presName="hierRoot2" presStyleCnt="0">
        <dgm:presLayoutVars>
          <dgm:hierBranch val="init"/>
        </dgm:presLayoutVars>
      </dgm:prSet>
      <dgm:spPr/>
    </dgm:pt>
    <dgm:pt modelId="{FDC858B3-3C88-4BF8-877D-044E92091174}" type="pres">
      <dgm:prSet presAssocID="{03775883-ECD1-4AB1-ADE1-C4508BC0FA1C}" presName="rootComposite" presStyleCnt="0"/>
      <dgm:spPr/>
    </dgm:pt>
    <dgm:pt modelId="{529F671A-09E0-40C1-A960-EC0DAD40E7AB}" type="pres">
      <dgm:prSet presAssocID="{03775883-ECD1-4AB1-ADE1-C4508BC0FA1C}" presName="rootText" presStyleLbl="node3" presStyleIdx="0" presStyleCnt="2">
        <dgm:presLayoutVars>
          <dgm:chPref val="3"/>
        </dgm:presLayoutVars>
      </dgm:prSet>
      <dgm:spPr/>
    </dgm:pt>
    <dgm:pt modelId="{B46DB1C2-110F-4AED-AFDA-67AFD60872E9}" type="pres">
      <dgm:prSet presAssocID="{03775883-ECD1-4AB1-ADE1-C4508BC0FA1C}" presName="rootConnector" presStyleLbl="node3" presStyleIdx="0" presStyleCnt="2"/>
      <dgm:spPr/>
    </dgm:pt>
    <dgm:pt modelId="{0173D38F-733D-496E-8D5C-B742747944DD}" type="pres">
      <dgm:prSet presAssocID="{03775883-ECD1-4AB1-ADE1-C4508BC0FA1C}" presName="hierChild4" presStyleCnt="0"/>
      <dgm:spPr/>
    </dgm:pt>
    <dgm:pt modelId="{BDB517BA-69E3-4085-9304-568C8CDA6757}" type="pres">
      <dgm:prSet presAssocID="{177D4E3F-06E8-4482-8E8F-50C9AF995663}" presName="Name37" presStyleLbl="parChTrans1D4" presStyleIdx="0" presStyleCnt="9"/>
      <dgm:spPr/>
    </dgm:pt>
    <dgm:pt modelId="{4450EBB8-714E-4FF2-96E7-20876AB7CFDB}" type="pres">
      <dgm:prSet presAssocID="{512A2AE1-1276-4E1C-9F63-57A98C7822BA}" presName="hierRoot2" presStyleCnt="0">
        <dgm:presLayoutVars>
          <dgm:hierBranch val="init"/>
        </dgm:presLayoutVars>
      </dgm:prSet>
      <dgm:spPr/>
    </dgm:pt>
    <dgm:pt modelId="{1DE94073-CB5E-4CA2-AAEF-9FF23AC81160}" type="pres">
      <dgm:prSet presAssocID="{512A2AE1-1276-4E1C-9F63-57A98C7822BA}" presName="rootComposite" presStyleCnt="0"/>
      <dgm:spPr/>
    </dgm:pt>
    <dgm:pt modelId="{AE3074DE-753F-4009-96F1-142C0E504465}" type="pres">
      <dgm:prSet presAssocID="{512A2AE1-1276-4E1C-9F63-57A98C7822BA}" presName="rootText" presStyleLbl="node4" presStyleIdx="0" presStyleCnt="9" custScaleX="125789">
        <dgm:presLayoutVars>
          <dgm:chPref val="3"/>
        </dgm:presLayoutVars>
      </dgm:prSet>
      <dgm:spPr/>
    </dgm:pt>
    <dgm:pt modelId="{1A2D2A88-2D7A-4E90-B00D-F9A8C81DE516}" type="pres">
      <dgm:prSet presAssocID="{512A2AE1-1276-4E1C-9F63-57A98C7822BA}" presName="rootConnector" presStyleLbl="node4" presStyleIdx="0" presStyleCnt="9"/>
      <dgm:spPr/>
    </dgm:pt>
    <dgm:pt modelId="{BB2088D8-FDE1-48BD-994A-B4D4201F7B2E}" type="pres">
      <dgm:prSet presAssocID="{512A2AE1-1276-4E1C-9F63-57A98C7822BA}" presName="hierChild4" presStyleCnt="0"/>
      <dgm:spPr/>
    </dgm:pt>
    <dgm:pt modelId="{411A83D8-3BA3-48E5-9F08-BB87EB70B487}" type="pres">
      <dgm:prSet presAssocID="{1B67CFA5-2FEA-4BF5-A16D-747A2A040BAD}" presName="Name37" presStyleLbl="parChTrans1D4" presStyleIdx="1" presStyleCnt="9"/>
      <dgm:spPr/>
    </dgm:pt>
    <dgm:pt modelId="{E24B1A9E-7E98-4314-B5FB-085ADFF38BFC}" type="pres">
      <dgm:prSet presAssocID="{D3ACF448-F9A4-4D57-9E8D-F2B3EBFAB12A}" presName="hierRoot2" presStyleCnt="0">
        <dgm:presLayoutVars>
          <dgm:hierBranch val="init"/>
        </dgm:presLayoutVars>
      </dgm:prSet>
      <dgm:spPr/>
    </dgm:pt>
    <dgm:pt modelId="{8E321CC5-920E-424B-AEBA-9AEE81F8F7D6}" type="pres">
      <dgm:prSet presAssocID="{D3ACF448-F9A4-4D57-9E8D-F2B3EBFAB12A}" presName="rootComposite" presStyleCnt="0"/>
      <dgm:spPr/>
    </dgm:pt>
    <dgm:pt modelId="{4E852348-34E2-4608-B429-6F03213E9572}" type="pres">
      <dgm:prSet presAssocID="{D3ACF448-F9A4-4D57-9E8D-F2B3EBFAB12A}" presName="rootText" presStyleLbl="node4" presStyleIdx="1" presStyleCnt="9">
        <dgm:presLayoutVars>
          <dgm:chPref val="3"/>
        </dgm:presLayoutVars>
      </dgm:prSet>
      <dgm:spPr/>
    </dgm:pt>
    <dgm:pt modelId="{E65891B8-F9A9-49D4-BDAA-41F2B05E3030}" type="pres">
      <dgm:prSet presAssocID="{D3ACF448-F9A4-4D57-9E8D-F2B3EBFAB12A}" presName="rootConnector" presStyleLbl="node4" presStyleIdx="1" presStyleCnt="9"/>
      <dgm:spPr/>
    </dgm:pt>
    <dgm:pt modelId="{9B9F6554-5EFA-4A2B-A8A7-9DFAE1A06718}" type="pres">
      <dgm:prSet presAssocID="{D3ACF448-F9A4-4D57-9E8D-F2B3EBFAB12A}" presName="hierChild4" presStyleCnt="0"/>
      <dgm:spPr/>
    </dgm:pt>
    <dgm:pt modelId="{D1F6CEC6-FC58-4435-A82C-3F4B21FC88CA}" type="pres">
      <dgm:prSet presAssocID="{D3ACF448-F9A4-4D57-9E8D-F2B3EBFAB12A}" presName="hierChild5" presStyleCnt="0"/>
      <dgm:spPr/>
    </dgm:pt>
    <dgm:pt modelId="{E9A7EA76-5FBF-4556-918C-A84879F45A08}" type="pres">
      <dgm:prSet presAssocID="{65E9B78C-6C3D-4BC6-9846-A39A1481966E}" presName="Name37" presStyleLbl="parChTrans1D4" presStyleIdx="2" presStyleCnt="9"/>
      <dgm:spPr/>
    </dgm:pt>
    <dgm:pt modelId="{339BC9D4-2B55-44F5-AE12-E7CCE88D4B92}" type="pres">
      <dgm:prSet presAssocID="{0F54D8F9-E8D0-4525-B44A-6D072B3AFA4E}" presName="hierRoot2" presStyleCnt="0">
        <dgm:presLayoutVars>
          <dgm:hierBranch val="init"/>
        </dgm:presLayoutVars>
      </dgm:prSet>
      <dgm:spPr/>
    </dgm:pt>
    <dgm:pt modelId="{33BC28B1-400D-4A38-897C-E307AE0427F4}" type="pres">
      <dgm:prSet presAssocID="{0F54D8F9-E8D0-4525-B44A-6D072B3AFA4E}" presName="rootComposite" presStyleCnt="0"/>
      <dgm:spPr/>
    </dgm:pt>
    <dgm:pt modelId="{45E2A1DF-379B-4EEF-9427-5CD8A9727E2D}" type="pres">
      <dgm:prSet presAssocID="{0F54D8F9-E8D0-4525-B44A-6D072B3AFA4E}" presName="rootText" presStyleLbl="node4" presStyleIdx="2" presStyleCnt="9">
        <dgm:presLayoutVars>
          <dgm:chPref val="3"/>
        </dgm:presLayoutVars>
      </dgm:prSet>
      <dgm:spPr/>
    </dgm:pt>
    <dgm:pt modelId="{93CED9D2-BAD4-4204-B128-FDFB5995122E}" type="pres">
      <dgm:prSet presAssocID="{0F54D8F9-E8D0-4525-B44A-6D072B3AFA4E}" presName="rootConnector" presStyleLbl="node4" presStyleIdx="2" presStyleCnt="9"/>
      <dgm:spPr/>
    </dgm:pt>
    <dgm:pt modelId="{D6628C56-B2CB-4FB9-A0DB-54B3105E0AD0}" type="pres">
      <dgm:prSet presAssocID="{0F54D8F9-E8D0-4525-B44A-6D072B3AFA4E}" presName="hierChild4" presStyleCnt="0"/>
      <dgm:spPr/>
    </dgm:pt>
    <dgm:pt modelId="{495C14CC-DB9E-4567-9820-1C5C23B2DA88}" type="pres">
      <dgm:prSet presAssocID="{0F54D8F9-E8D0-4525-B44A-6D072B3AFA4E}" presName="hierChild5" presStyleCnt="0"/>
      <dgm:spPr/>
    </dgm:pt>
    <dgm:pt modelId="{6CE7E85B-8510-4A45-9A57-014B62FF8CB3}" type="pres">
      <dgm:prSet presAssocID="{512A2AE1-1276-4E1C-9F63-57A98C7822BA}" presName="hierChild5" presStyleCnt="0"/>
      <dgm:spPr/>
    </dgm:pt>
    <dgm:pt modelId="{FB272A40-49C6-4C05-A392-3403E9157C02}" type="pres">
      <dgm:prSet presAssocID="{93D687E8-5E55-47A0-9900-A302EE67E9A3}" presName="Name37" presStyleLbl="parChTrans1D4" presStyleIdx="3" presStyleCnt="9"/>
      <dgm:spPr/>
    </dgm:pt>
    <dgm:pt modelId="{BF565954-E13C-4A9B-A361-C04B39FC496C}" type="pres">
      <dgm:prSet presAssocID="{E0F9AFF2-77A4-4CCB-8F86-F848ED0C872C}" presName="hierRoot2" presStyleCnt="0">
        <dgm:presLayoutVars>
          <dgm:hierBranch val="init"/>
        </dgm:presLayoutVars>
      </dgm:prSet>
      <dgm:spPr/>
    </dgm:pt>
    <dgm:pt modelId="{D83A4605-361F-4515-ABFB-96C35CDC68F3}" type="pres">
      <dgm:prSet presAssocID="{E0F9AFF2-77A4-4CCB-8F86-F848ED0C872C}" presName="rootComposite" presStyleCnt="0"/>
      <dgm:spPr/>
    </dgm:pt>
    <dgm:pt modelId="{9C113891-80DD-40A3-986A-1860F5F0D8CD}" type="pres">
      <dgm:prSet presAssocID="{E0F9AFF2-77A4-4CCB-8F86-F848ED0C872C}" presName="rootText" presStyleLbl="node4" presStyleIdx="3" presStyleCnt="9">
        <dgm:presLayoutVars>
          <dgm:chPref val="3"/>
        </dgm:presLayoutVars>
      </dgm:prSet>
      <dgm:spPr/>
    </dgm:pt>
    <dgm:pt modelId="{2962067D-1F53-403D-B28E-B77D66E7ED35}" type="pres">
      <dgm:prSet presAssocID="{E0F9AFF2-77A4-4CCB-8F86-F848ED0C872C}" presName="rootConnector" presStyleLbl="node4" presStyleIdx="3" presStyleCnt="9"/>
      <dgm:spPr/>
    </dgm:pt>
    <dgm:pt modelId="{2C0860D5-E360-45C4-87C0-AF1CEC6AE414}" type="pres">
      <dgm:prSet presAssocID="{E0F9AFF2-77A4-4CCB-8F86-F848ED0C872C}" presName="hierChild4" presStyleCnt="0"/>
      <dgm:spPr/>
    </dgm:pt>
    <dgm:pt modelId="{09E97D8E-382A-4B5A-BE92-16330BF32066}" type="pres">
      <dgm:prSet presAssocID="{E0F9AFF2-77A4-4CCB-8F86-F848ED0C872C}" presName="hierChild5" presStyleCnt="0"/>
      <dgm:spPr/>
    </dgm:pt>
    <dgm:pt modelId="{16C38147-8611-4E46-9727-BBA100053BCC}" type="pres">
      <dgm:prSet presAssocID="{B96A8448-E034-4A56-A7D2-81DAE314F5FA}" presName="Name37" presStyleLbl="parChTrans1D4" presStyleIdx="4" presStyleCnt="9"/>
      <dgm:spPr/>
    </dgm:pt>
    <dgm:pt modelId="{02AE275A-8C76-4E17-BD96-1C8C67C671EE}" type="pres">
      <dgm:prSet presAssocID="{0539B760-C77A-4D0B-B691-FBDD8A98393E}" presName="hierRoot2" presStyleCnt="0">
        <dgm:presLayoutVars>
          <dgm:hierBranch val="init"/>
        </dgm:presLayoutVars>
      </dgm:prSet>
      <dgm:spPr/>
    </dgm:pt>
    <dgm:pt modelId="{A399116B-1A28-454A-A7A6-196C8D72666B}" type="pres">
      <dgm:prSet presAssocID="{0539B760-C77A-4D0B-B691-FBDD8A98393E}" presName="rootComposite" presStyleCnt="0"/>
      <dgm:spPr/>
    </dgm:pt>
    <dgm:pt modelId="{A3CD14F2-B28E-476E-969A-162B0271D8BC}" type="pres">
      <dgm:prSet presAssocID="{0539B760-C77A-4D0B-B691-FBDD8A98393E}" presName="rootText" presStyleLbl="node4" presStyleIdx="4" presStyleCnt="9">
        <dgm:presLayoutVars>
          <dgm:chPref val="3"/>
        </dgm:presLayoutVars>
      </dgm:prSet>
      <dgm:spPr/>
    </dgm:pt>
    <dgm:pt modelId="{B3AC2F8A-D206-422D-B6DE-6191EFBA0633}" type="pres">
      <dgm:prSet presAssocID="{0539B760-C77A-4D0B-B691-FBDD8A98393E}" presName="rootConnector" presStyleLbl="node4" presStyleIdx="4" presStyleCnt="9"/>
      <dgm:spPr/>
    </dgm:pt>
    <dgm:pt modelId="{5377E526-75CB-430C-9686-13A07F0DD4B7}" type="pres">
      <dgm:prSet presAssocID="{0539B760-C77A-4D0B-B691-FBDD8A98393E}" presName="hierChild4" presStyleCnt="0"/>
      <dgm:spPr/>
    </dgm:pt>
    <dgm:pt modelId="{24AB32E8-3D09-4EC6-91B7-017B427485CC}" type="pres">
      <dgm:prSet presAssocID="{0539B760-C77A-4D0B-B691-FBDD8A98393E}" presName="hierChild5" presStyleCnt="0"/>
      <dgm:spPr/>
    </dgm:pt>
    <dgm:pt modelId="{98881E5A-D986-43E2-BA75-FE171E9DFAEE}" type="pres">
      <dgm:prSet presAssocID="{A856DE70-88E3-43D5-BBCD-E0AD77978A3D}" presName="Name37" presStyleLbl="parChTrans1D4" presStyleIdx="5" presStyleCnt="9"/>
      <dgm:spPr/>
    </dgm:pt>
    <dgm:pt modelId="{78F3AD5D-3B3D-4449-9355-F50C7A872DD3}" type="pres">
      <dgm:prSet presAssocID="{A18B57E0-249F-49D5-B48F-BCBCF8EED1AB}" presName="hierRoot2" presStyleCnt="0">
        <dgm:presLayoutVars>
          <dgm:hierBranch val="init"/>
        </dgm:presLayoutVars>
      </dgm:prSet>
      <dgm:spPr/>
    </dgm:pt>
    <dgm:pt modelId="{955526CF-6957-4C69-9E8D-031F648DFEEF}" type="pres">
      <dgm:prSet presAssocID="{A18B57E0-249F-49D5-B48F-BCBCF8EED1AB}" presName="rootComposite" presStyleCnt="0"/>
      <dgm:spPr/>
    </dgm:pt>
    <dgm:pt modelId="{FF94009C-6576-4DD8-9EE2-048F2FEDDAF1}" type="pres">
      <dgm:prSet presAssocID="{A18B57E0-249F-49D5-B48F-BCBCF8EED1AB}" presName="rootText" presStyleLbl="node4" presStyleIdx="5" presStyleCnt="9">
        <dgm:presLayoutVars>
          <dgm:chPref val="3"/>
        </dgm:presLayoutVars>
      </dgm:prSet>
      <dgm:spPr/>
    </dgm:pt>
    <dgm:pt modelId="{5A842FD8-3693-48BF-9D0B-FBE6E89A86AD}" type="pres">
      <dgm:prSet presAssocID="{A18B57E0-249F-49D5-B48F-BCBCF8EED1AB}" presName="rootConnector" presStyleLbl="node4" presStyleIdx="5" presStyleCnt="9"/>
      <dgm:spPr/>
    </dgm:pt>
    <dgm:pt modelId="{AC2F29CA-889F-4AC9-ABF7-5F15B296EE32}" type="pres">
      <dgm:prSet presAssocID="{A18B57E0-249F-49D5-B48F-BCBCF8EED1AB}" presName="hierChild4" presStyleCnt="0"/>
      <dgm:spPr/>
    </dgm:pt>
    <dgm:pt modelId="{ED0A1B6F-426E-4F05-9454-864A0C015DF4}" type="pres">
      <dgm:prSet presAssocID="{A18B57E0-249F-49D5-B48F-BCBCF8EED1AB}" presName="hierChild5" presStyleCnt="0"/>
      <dgm:spPr/>
    </dgm:pt>
    <dgm:pt modelId="{69B11A83-0B6B-4AA1-A22D-2552E8B2AD15}" type="pres">
      <dgm:prSet presAssocID="{03775883-ECD1-4AB1-ADE1-C4508BC0FA1C}" presName="hierChild5" presStyleCnt="0"/>
      <dgm:spPr/>
    </dgm:pt>
    <dgm:pt modelId="{B5082DD8-5C81-40FE-8ECD-212C76647D7D}" type="pres">
      <dgm:prSet presAssocID="{4B1F043C-36A4-4F71-80C5-EED20F73B65D}" presName="Name37" presStyleLbl="parChTrans1D3" presStyleIdx="1" presStyleCnt="2"/>
      <dgm:spPr/>
    </dgm:pt>
    <dgm:pt modelId="{0FF9E24A-C57F-44B5-B935-70328CFA9269}" type="pres">
      <dgm:prSet presAssocID="{A4AFFDC4-69E0-4A1A-A3CF-0BDAE86824ED}" presName="hierRoot2" presStyleCnt="0">
        <dgm:presLayoutVars>
          <dgm:hierBranch val="init"/>
        </dgm:presLayoutVars>
      </dgm:prSet>
      <dgm:spPr/>
    </dgm:pt>
    <dgm:pt modelId="{D1E57D7C-E1F1-4201-9B17-E85249522CE7}" type="pres">
      <dgm:prSet presAssocID="{A4AFFDC4-69E0-4A1A-A3CF-0BDAE86824ED}" presName="rootComposite" presStyleCnt="0"/>
      <dgm:spPr/>
    </dgm:pt>
    <dgm:pt modelId="{FADD41A1-0380-4D99-AB23-811491EF50AB}" type="pres">
      <dgm:prSet presAssocID="{A4AFFDC4-69E0-4A1A-A3CF-0BDAE86824ED}" presName="rootText" presStyleLbl="node3" presStyleIdx="1" presStyleCnt="2">
        <dgm:presLayoutVars>
          <dgm:chPref val="3"/>
        </dgm:presLayoutVars>
      </dgm:prSet>
      <dgm:spPr/>
    </dgm:pt>
    <dgm:pt modelId="{55BF8105-61D2-42B1-85DA-4BF195C9B03A}" type="pres">
      <dgm:prSet presAssocID="{A4AFFDC4-69E0-4A1A-A3CF-0BDAE86824ED}" presName="rootConnector" presStyleLbl="node3" presStyleIdx="1" presStyleCnt="2"/>
      <dgm:spPr/>
    </dgm:pt>
    <dgm:pt modelId="{2B15B811-AD5D-436C-BB09-23AA8DA47399}" type="pres">
      <dgm:prSet presAssocID="{A4AFFDC4-69E0-4A1A-A3CF-0BDAE86824ED}" presName="hierChild4" presStyleCnt="0"/>
      <dgm:spPr/>
    </dgm:pt>
    <dgm:pt modelId="{22BCC800-A033-47AF-8C05-8A63B3C6B243}" type="pres">
      <dgm:prSet presAssocID="{E3D91DC2-13FF-440B-94A8-42A93C2E7437}" presName="Name37" presStyleLbl="parChTrans1D4" presStyleIdx="6" presStyleCnt="9"/>
      <dgm:spPr/>
    </dgm:pt>
    <dgm:pt modelId="{93A673A0-65EC-41A3-8572-120D82EC2171}" type="pres">
      <dgm:prSet presAssocID="{7C1007E9-A435-493B-A84F-0720333BDB14}" presName="hierRoot2" presStyleCnt="0">
        <dgm:presLayoutVars>
          <dgm:hierBranch val="init"/>
        </dgm:presLayoutVars>
      </dgm:prSet>
      <dgm:spPr/>
    </dgm:pt>
    <dgm:pt modelId="{E7325FC1-1C5B-4E27-980E-A6E8BAA3217D}" type="pres">
      <dgm:prSet presAssocID="{7C1007E9-A435-493B-A84F-0720333BDB14}" presName="rootComposite" presStyleCnt="0"/>
      <dgm:spPr/>
    </dgm:pt>
    <dgm:pt modelId="{D4911F27-747A-4CB3-AF45-6E732896E339}" type="pres">
      <dgm:prSet presAssocID="{7C1007E9-A435-493B-A84F-0720333BDB14}" presName="rootText" presStyleLbl="node4" presStyleIdx="6" presStyleCnt="9" custScaleX="168638">
        <dgm:presLayoutVars>
          <dgm:chPref val="3"/>
        </dgm:presLayoutVars>
      </dgm:prSet>
      <dgm:spPr/>
    </dgm:pt>
    <dgm:pt modelId="{1238B3D1-C007-4071-8E4A-4E020ECE7A6C}" type="pres">
      <dgm:prSet presAssocID="{7C1007E9-A435-493B-A84F-0720333BDB14}" presName="rootConnector" presStyleLbl="node4" presStyleIdx="6" presStyleCnt="9"/>
      <dgm:spPr/>
    </dgm:pt>
    <dgm:pt modelId="{E01AD063-DD60-41D3-98FA-03AD2AC873A0}" type="pres">
      <dgm:prSet presAssocID="{7C1007E9-A435-493B-A84F-0720333BDB14}" presName="hierChild4" presStyleCnt="0"/>
      <dgm:spPr/>
    </dgm:pt>
    <dgm:pt modelId="{2CB98A14-9F4A-4E96-A22F-3BD313B91FA4}" type="pres">
      <dgm:prSet presAssocID="{7C1007E9-A435-493B-A84F-0720333BDB14}" presName="hierChild5" presStyleCnt="0"/>
      <dgm:spPr/>
    </dgm:pt>
    <dgm:pt modelId="{0D1F3CCD-905F-4DA5-9760-EC5611C58DC1}" type="pres">
      <dgm:prSet presAssocID="{87CA7FFE-0075-4C7A-AF8B-0458F4A319EB}" presName="Name37" presStyleLbl="parChTrans1D4" presStyleIdx="7" presStyleCnt="9"/>
      <dgm:spPr/>
    </dgm:pt>
    <dgm:pt modelId="{C39065EC-1894-4DE7-B296-467E76DD61EC}" type="pres">
      <dgm:prSet presAssocID="{EBD8D5B6-DEB0-46F8-9A99-525864176B28}" presName="hierRoot2" presStyleCnt="0">
        <dgm:presLayoutVars>
          <dgm:hierBranch val="init"/>
        </dgm:presLayoutVars>
      </dgm:prSet>
      <dgm:spPr/>
    </dgm:pt>
    <dgm:pt modelId="{DEC85D4C-2BBC-4DDE-9F67-411C2F38B4C3}" type="pres">
      <dgm:prSet presAssocID="{EBD8D5B6-DEB0-46F8-9A99-525864176B28}" presName="rootComposite" presStyleCnt="0"/>
      <dgm:spPr/>
    </dgm:pt>
    <dgm:pt modelId="{AB73DE01-242C-468C-A0F6-FE351E5349D1}" type="pres">
      <dgm:prSet presAssocID="{EBD8D5B6-DEB0-46F8-9A99-525864176B28}" presName="rootText" presStyleLbl="node4" presStyleIdx="7" presStyleCnt="9">
        <dgm:presLayoutVars>
          <dgm:chPref val="3"/>
        </dgm:presLayoutVars>
      </dgm:prSet>
      <dgm:spPr/>
    </dgm:pt>
    <dgm:pt modelId="{784681D7-5EB4-43E1-9E63-69A37C43CDEA}" type="pres">
      <dgm:prSet presAssocID="{EBD8D5B6-DEB0-46F8-9A99-525864176B28}" presName="rootConnector" presStyleLbl="node4" presStyleIdx="7" presStyleCnt="9"/>
      <dgm:spPr/>
    </dgm:pt>
    <dgm:pt modelId="{0C5A1EE6-8701-429F-9C41-D7191BD4C345}" type="pres">
      <dgm:prSet presAssocID="{EBD8D5B6-DEB0-46F8-9A99-525864176B28}" presName="hierChild4" presStyleCnt="0"/>
      <dgm:spPr/>
    </dgm:pt>
    <dgm:pt modelId="{5DF1CF9F-7A8B-4076-A6F0-77E6B2D3BA1A}" type="pres">
      <dgm:prSet presAssocID="{EBD8D5B6-DEB0-46F8-9A99-525864176B28}" presName="hierChild5" presStyleCnt="0"/>
      <dgm:spPr/>
    </dgm:pt>
    <dgm:pt modelId="{7368F3AF-593A-4C64-957F-C4052320F9BE}" type="pres">
      <dgm:prSet presAssocID="{F0F6ED42-99D7-452D-9CB3-353B979F2C61}" presName="Name37" presStyleLbl="parChTrans1D4" presStyleIdx="8" presStyleCnt="9"/>
      <dgm:spPr/>
    </dgm:pt>
    <dgm:pt modelId="{85C5E111-0DAD-477C-AC3F-A4696DFEA97D}" type="pres">
      <dgm:prSet presAssocID="{BA7C84E3-3217-46C3-B390-5ACA91EC2BEF}" presName="hierRoot2" presStyleCnt="0">
        <dgm:presLayoutVars>
          <dgm:hierBranch val="init"/>
        </dgm:presLayoutVars>
      </dgm:prSet>
      <dgm:spPr/>
    </dgm:pt>
    <dgm:pt modelId="{2744A622-C5AA-4A74-BF5E-1952C721BB64}" type="pres">
      <dgm:prSet presAssocID="{BA7C84E3-3217-46C3-B390-5ACA91EC2BEF}" presName="rootComposite" presStyleCnt="0"/>
      <dgm:spPr/>
    </dgm:pt>
    <dgm:pt modelId="{F2D25944-C587-4ABD-A1C8-85AC316B08E7}" type="pres">
      <dgm:prSet presAssocID="{BA7C84E3-3217-46C3-B390-5ACA91EC2BEF}" presName="rootText" presStyleLbl="node4" presStyleIdx="8" presStyleCnt="9" custScaleX="175956">
        <dgm:presLayoutVars>
          <dgm:chPref val="3"/>
        </dgm:presLayoutVars>
      </dgm:prSet>
      <dgm:spPr/>
    </dgm:pt>
    <dgm:pt modelId="{F3B62A30-0084-4371-995B-C06B0B752E4C}" type="pres">
      <dgm:prSet presAssocID="{BA7C84E3-3217-46C3-B390-5ACA91EC2BEF}" presName="rootConnector" presStyleLbl="node4" presStyleIdx="8" presStyleCnt="9"/>
      <dgm:spPr/>
    </dgm:pt>
    <dgm:pt modelId="{14A7062A-CCA3-4BC5-8926-297BD6BC16E4}" type="pres">
      <dgm:prSet presAssocID="{BA7C84E3-3217-46C3-B390-5ACA91EC2BEF}" presName="hierChild4" presStyleCnt="0"/>
      <dgm:spPr/>
    </dgm:pt>
    <dgm:pt modelId="{D7BAE594-02F4-4416-806D-FA601EF7280B}" type="pres">
      <dgm:prSet presAssocID="{BA7C84E3-3217-46C3-B390-5ACA91EC2BEF}" presName="hierChild5" presStyleCnt="0"/>
      <dgm:spPr/>
    </dgm:pt>
    <dgm:pt modelId="{1D2FD85F-8079-48E6-90ED-CBFE775B41F7}" type="pres">
      <dgm:prSet presAssocID="{A4AFFDC4-69E0-4A1A-A3CF-0BDAE86824ED}" presName="hierChild5" presStyleCnt="0"/>
      <dgm:spPr/>
    </dgm:pt>
    <dgm:pt modelId="{004BAD69-D78E-411B-8B16-D1FBF8906A22}" type="pres">
      <dgm:prSet presAssocID="{EB384215-BE09-4B22-969C-80932B6BF970}" presName="hierChild5" presStyleCnt="0"/>
      <dgm:spPr/>
    </dgm:pt>
    <dgm:pt modelId="{15268DC8-28DF-476E-9BCE-B0ED6A8E84C9}" type="pres">
      <dgm:prSet presAssocID="{926A221E-479E-4FA0-94EC-543D47FA757A}" presName="Name37" presStyleLbl="parChTrans1D2" presStyleIdx="4" presStyleCnt="6"/>
      <dgm:spPr/>
    </dgm:pt>
    <dgm:pt modelId="{E95632F7-136D-4C72-8839-DFB6262E5CB4}" type="pres">
      <dgm:prSet presAssocID="{AFF552A3-377E-48CA-B7F5-9652D3A8C165}" presName="hierRoot2" presStyleCnt="0">
        <dgm:presLayoutVars>
          <dgm:hierBranch val="init"/>
        </dgm:presLayoutVars>
      </dgm:prSet>
      <dgm:spPr/>
    </dgm:pt>
    <dgm:pt modelId="{F6B01B4E-F8F1-4AD2-9354-B8913EA4C413}" type="pres">
      <dgm:prSet presAssocID="{AFF552A3-377E-48CA-B7F5-9652D3A8C165}" presName="rootComposite" presStyleCnt="0"/>
      <dgm:spPr/>
    </dgm:pt>
    <dgm:pt modelId="{F56820C0-9251-4AB3-B6D1-A6FABDA610EE}" type="pres">
      <dgm:prSet presAssocID="{AFF552A3-377E-48CA-B7F5-9652D3A8C165}" presName="rootText" presStyleLbl="node2" presStyleIdx="4" presStyleCnt="6">
        <dgm:presLayoutVars>
          <dgm:chPref val="3"/>
        </dgm:presLayoutVars>
      </dgm:prSet>
      <dgm:spPr/>
    </dgm:pt>
    <dgm:pt modelId="{257A897F-46B6-4230-A4B8-5884D113ABF4}" type="pres">
      <dgm:prSet presAssocID="{AFF552A3-377E-48CA-B7F5-9652D3A8C165}" presName="rootConnector" presStyleLbl="node2" presStyleIdx="4" presStyleCnt="6"/>
      <dgm:spPr/>
    </dgm:pt>
    <dgm:pt modelId="{35BAEDBD-913D-44A2-A4F0-DA3D4F3141D3}" type="pres">
      <dgm:prSet presAssocID="{AFF552A3-377E-48CA-B7F5-9652D3A8C165}" presName="hierChild4" presStyleCnt="0"/>
      <dgm:spPr/>
    </dgm:pt>
    <dgm:pt modelId="{5AD83E19-C798-41E6-A4CF-862DED9D0E55}" type="pres">
      <dgm:prSet presAssocID="{AFF552A3-377E-48CA-B7F5-9652D3A8C165}" presName="hierChild5" presStyleCnt="0"/>
      <dgm:spPr/>
    </dgm:pt>
    <dgm:pt modelId="{B559D384-ABB4-4DCE-BFEC-554225C6E595}" type="pres">
      <dgm:prSet presAssocID="{DEED3954-7445-4811-B325-9087F05BFA2B}" presName="Name37" presStyleLbl="parChTrans1D2" presStyleIdx="5" presStyleCnt="6"/>
      <dgm:spPr/>
    </dgm:pt>
    <dgm:pt modelId="{7D21885D-1829-4139-87A9-6A8AE81F3BA3}" type="pres">
      <dgm:prSet presAssocID="{4B476F6C-9BCF-4881-B47C-6DC734B26CF9}" presName="hierRoot2" presStyleCnt="0">
        <dgm:presLayoutVars>
          <dgm:hierBranch val="init"/>
        </dgm:presLayoutVars>
      </dgm:prSet>
      <dgm:spPr/>
    </dgm:pt>
    <dgm:pt modelId="{8BC42FD6-DD73-47FA-B24F-12A351AF490A}" type="pres">
      <dgm:prSet presAssocID="{4B476F6C-9BCF-4881-B47C-6DC734B26CF9}" presName="rootComposite" presStyleCnt="0"/>
      <dgm:spPr/>
    </dgm:pt>
    <dgm:pt modelId="{54BD0633-2DFD-4FF6-823B-BDCA49ED0ECD}" type="pres">
      <dgm:prSet presAssocID="{4B476F6C-9BCF-4881-B47C-6DC734B26CF9}" presName="rootText" presStyleLbl="node2" presStyleIdx="5" presStyleCnt="6">
        <dgm:presLayoutVars>
          <dgm:chPref val="3"/>
        </dgm:presLayoutVars>
      </dgm:prSet>
      <dgm:spPr/>
    </dgm:pt>
    <dgm:pt modelId="{2945B915-AD54-4B69-A0D2-2C2CDC6BD361}" type="pres">
      <dgm:prSet presAssocID="{4B476F6C-9BCF-4881-B47C-6DC734B26CF9}" presName="rootConnector" presStyleLbl="node2" presStyleIdx="5" presStyleCnt="6"/>
      <dgm:spPr/>
    </dgm:pt>
    <dgm:pt modelId="{C82EBD6A-F0CB-48E5-A41A-9D4D56F6032F}" type="pres">
      <dgm:prSet presAssocID="{4B476F6C-9BCF-4881-B47C-6DC734B26CF9}" presName="hierChild4" presStyleCnt="0"/>
      <dgm:spPr/>
    </dgm:pt>
    <dgm:pt modelId="{44253823-94C5-4A46-9E68-32A6AC712C94}" type="pres">
      <dgm:prSet presAssocID="{4B476F6C-9BCF-4881-B47C-6DC734B26CF9}" presName="hierChild5" presStyleCnt="0"/>
      <dgm:spPr/>
    </dgm:pt>
    <dgm:pt modelId="{55A27779-0E4B-481F-8787-18F2BA9E2FDC}" type="pres">
      <dgm:prSet presAssocID="{0987A398-7C08-4132-90C6-497696421E15}" presName="hierChild3" presStyleCnt="0"/>
      <dgm:spPr/>
    </dgm:pt>
  </dgm:ptLst>
  <dgm:cxnLst>
    <dgm:cxn modelId="{FC512C0A-1E6D-419A-ACDC-D6AD2DC19ED0}" type="presOf" srcId="{655FD11B-FA1C-4DCD-9BCD-3ACCFA6F2BA1}" destId="{70B39C0D-1C94-4E54-A4FA-34A2131BA043}" srcOrd="0" destOrd="0" presId="urn:microsoft.com/office/officeart/2005/8/layout/orgChart1"/>
    <dgm:cxn modelId="{20CD770B-0D7F-4D1E-B754-96F3535B0310}" type="presOf" srcId="{F6D43EA0-A4FB-4BE6-A2D9-D0D107129243}" destId="{5FD90DD6-7DAB-44C4-B281-65C0D08F0109}" srcOrd="1" destOrd="0" presId="urn:microsoft.com/office/officeart/2005/8/layout/orgChart1"/>
    <dgm:cxn modelId="{8F99C80B-9A6C-43EE-AF29-076E7D73D008}" srcId="{512A2AE1-1276-4E1C-9F63-57A98C7822BA}" destId="{0F54D8F9-E8D0-4525-B44A-6D072B3AFA4E}" srcOrd="1" destOrd="0" parTransId="{65E9B78C-6C3D-4BC6-9846-A39A1481966E}" sibTransId="{3D861DB9-5166-4EA7-961E-85918E7C249D}"/>
    <dgm:cxn modelId="{7A21060E-53E8-4B0F-81B7-B6BDAC3C2A00}" type="presOf" srcId="{AFF552A3-377E-48CA-B7F5-9652D3A8C165}" destId="{257A897F-46B6-4230-A4B8-5884D113ABF4}" srcOrd="1" destOrd="0" presId="urn:microsoft.com/office/officeart/2005/8/layout/orgChart1"/>
    <dgm:cxn modelId="{2E2BC210-959E-485F-A5E1-DC7AB53DB69C}" type="presOf" srcId="{E0F9AFF2-77A4-4CCB-8F86-F848ED0C872C}" destId="{9C113891-80DD-40A3-986A-1860F5F0D8CD}" srcOrd="0" destOrd="0" presId="urn:microsoft.com/office/officeart/2005/8/layout/orgChart1"/>
    <dgm:cxn modelId="{EE9FCF10-3A16-4E6C-A855-69F7D5DA9B6F}" type="presOf" srcId="{E0F9AFF2-77A4-4CCB-8F86-F848ED0C872C}" destId="{2962067D-1F53-403D-B28E-B77D66E7ED35}" srcOrd="1" destOrd="0" presId="urn:microsoft.com/office/officeart/2005/8/layout/orgChart1"/>
    <dgm:cxn modelId="{DD244C13-AD4A-4BBC-A1B1-911206CD3691}" type="presOf" srcId="{F0F6ED42-99D7-452D-9CB3-353B979F2C61}" destId="{7368F3AF-593A-4C64-957F-C4052320F9BE}" srcOrd="0" destOrd="0" presId="urn:microsoft.com/office/officeart/2005/8/layout/orgChart1"/>
    <dgm:cxn modelId="{A2848613-1BA5-4D1B-B220-257C64AF4235}" type="presOf" srcId="{372AC953-952B-47A9-BF52-09F369994548}" destId="{9C54291F-163B-4FD4-8338-7AFC7E7C6573}" srcOrd="0" destOrd="0" presId="urn:microsoft.com/office/officeart/2005/8/layout/orgChart1"/>
    <dgm:cxn modelId="{53469013-82D9-4C07-BA7F-EB1148547F4C}" srcId="{512A2AE1-1276-4E1C-9F63-57A98C7822BA}" destId="{D3ACF448-F9A4-4D57-9E8D-F2B3EBFAB12A}" srcOrd="0" destOrd="0" parTransId="{1B67CFA5-2FEA-4BF5-A16D-747A2A040BAD}" sibTransId="{306B370C-E930-4488-8860-E31C9C528AEC}"/>
    <dgm:cxn modelId="{B00B5517-431E-4466-97CF-43F7D3AA4BF8}" type="presOf" srcId="{F6D43EA0-A4FB-4BE6-A2D9-D0D107129243}" destId="{B75595B8-4196-4FE2-A78C-D0B391A2E535}" srcOrd="0" destOrd="0" presId="urn:microsoft.com/office/officeart/2005/8/layout/orgChart1"/>
    <dgm:cxn modelId="{579A6218-2E16-4862-A1BA-A6659D275AD9}" type="presOf" srcId="{05992BAE-678C-4E62-AD32-E4074FDFA303}" destId="{9971A0DD-64F9-4DB4-BAD7-0DD7533609A1}" srcOrd="1" destOrd="0" presId="urn:microsoft.com/office/officeart/2005/8/layout/orgChart1"/>
    <dgm:cxn modelId="{66DE791D-81E2-457A-8311-1432B33CDF9B}" type="presOf" srcId="{E3D91DC2-13FF-440B-94A8-42A93C2E7437}" destId="{22BCC800-A033-47AF-8C05-8A63B3C6B243}" srcOrd="0" destOrd="0" presId="urn:microsoft.com/office/officeart/2005/8/layout/orgChart1"/>
    <dgm:cxn modelId="{05195420-7DE5-427C-A026-1F61AB20B51D}" type="presOf" srcId="{A856DE70-88E3-43D5-BBCD-E0AD77978A3D}" destId="{98881E5A-D986-43E2-BA75-FE171E9DFAEE}" srcOrd="0" destOrd="0" presId="urn:microsoft.com/office/officeart/2005/8/layout/orgChart1"/>
    <dgm:cxn modelId="{0D75AE21-3C11-4E44-BF28-0B22C643FAAB}" type="presOf" srcId="{A4AFFDC4-69E0-4A1A-A3CF-0BDAE86824ED}" destId="{55BF8105-61D2-42B1-85DA-4BF195C9B03A}" srcOrd="1" destOrd="0" presId="urn:microsoft.com/office/officeart/2005/8/layout/orgChart1"/>
    <dgm:cxn modelId="{82F82123-8112-418F-9805-FE80C498270B}" srcId="{0987A398-7C08-4132-90C6-497696421E15}" destId="{4B476F6C-9BCF-4881-B47C-6DC734B26CF9}" srcOrd="5" destOrd="0" parTransId="{DEED3954-7445-4811-B325-9087F05BFA2B}" sibTransId="{6FADC805-C1BB-4654-A692-A9262FA71FC3}"/>
    <dgm:cxn modelId="{79C84E23-B803-435C-89E1-BF034CE67781}" type="presOf" srcId="{87CA7FFE-0075-4C7A-AF8B-0458F4A319EB}" destId="{0D1F3CCD-905F-4DA5-9760-EC5611C58DC1}" srcOrd="0" destOrd="0" presId="urn:microsoft.com/office/officeart/2005/8/layout/orgChart1"/>
    <dgm:cxn modelId="{AA8B142D-9FC8-4AEC-8190-B9405F383459}" type="presOf" srcId="{4B1F043C-36A4-4F71-80C5-EED20F73B65D}" destId="{B5082DD8-5C81-40FE-8ECD-212C76647D7D}" srcOrd="0" destOrd="0" presId="urn:microsoft.com/office/officeart/2005/8/layout/orgChart1"/>
    <dgm:cxn modelId="{3D6EB437-F293-4D75-99F4-93C4723FECDF}" type="presOf" srcId="{4B476F6C-9BCF-4881-B47C-6DC734B26CF9}" destId="{54BD0633-2DFD-4FF6-823B-BDCA49ED0ECD}" srcOrd="0" destOrd="0" presId="urn:microsoft.com/office/officeart/2005/8/layout/orgChart1"/>
    <dgm:cxn modelId="{AC4D7E38-8F46-4338-9A9E-66DD71952504}" type="presOf" srcId="{AFF552A3-377E-48CA-B7F5-9652D3A8C165}" destId="{F56820C0-9251-4AB3-B6D1-A6FABDA610EE}" srcOrd="0" destOrd="0" presId="urn:microsoft.com/office/officeart/2005/8/layout/orgChart1"/>
    <dgm:cxn modelId="{BCAD063A-C868-4876-AE70-7601C8C26530}" type="presOf" srcId="{65E9B78C-6C3D-4BC6-9846-A39A1481966E}" destId="{E9A7EA76-5FBF-4556-918C-A84879F45A08}" srcOrd="0" destOrd="0" presId="urn:microsoft.com/office/officeart/2005/8/layout/orgChart1"/>
    <dgm:cxn modelId="{B0E7DD5C-4C44-42DD-B7B4-C35069AEECDC}" srcId="{03775883-ECD1-4AB1-ADE1-C4508BC0FA1C}" destId="{512A2AE1-1276-4E1C-9F63-57A98C7822BA}" srcOrd="0" destOrd="0" parTransId="{177D4E3F-06E8-4482-8E8F-50C9AF995663}" sibTransId="{DC6C36D0-EBFC-4B6B-8FF1-7076656A9802}"/>
    <dgm:cxn modelId="{D5ECD041-F6DE-4668-BA8C-1D33078EC1B9}" type="presOf" srcId="{D3ACF448-F9A4-4D57-9E8D-F2B3EBFAB12A}" destId="{E65891B8-F9A9-49D4-BDAA-41F2B05E3030}" srcOrd="1" destOrd="0" presId="urn:microsoft.com/office/officeart/2005/8/layout/orgChart1"/>
    <dgm:cxn modelId="{873F2A62-16FA-417A-B22C-36E946BD6B59}" type="presOf" srcId="{0987A398-7C08-4132-90C6-497696421E15}" destId="{990AD77B-F8DE-4AD8-B0EB-E312424F63E0}" srcOrd="1" destOrd="0" presId="urn:microsoft.com/office/officeart/2005/8/layout/orgChart1"/>
    <dgm:cxn modelId="{023A8D44-CFFC-4F15-A06B-42970E800B8D}" type="presOf" srcId="{0F54D8F9-E8D0-4525-B44A-6D072B3AFA4E}" destId="{45E2A1DF-379B-4EEF-9427-5CD8A9727E2D}" srcOrd="0" destOrd="0" presId="urn:microsoft.com/office/officeart/2005/8/layout/orgChart1"/>
    <dgm:cxn modelId="{825B6E6A-AD3E-45B6-B6FE-3D238F7127C2}" type="presOf" srcId="{0539B760-C77A-4D0B-B691-FBDD8A98393E}" destId="{B3AC2F8A-D206-422D-B6DE-6191EFBA0633}" srcOrd="1" destOrd="0" presId="urn:microsoft.com/office/officeart/2005/8/layout/orgChart1"/>
    <dgm:cxn modelId="{002CC24B-467F-40D8-8266-D7D28B6D736A}" srcId="{0987A398-7C08-4132-90C6-497696421E15}" destId="{EB384215-BE09-4B22-969C-80932B6BF970}" srcOrd="3" destOrd="0" parTransId="{80649FD3-542B-439E-81F4-E6DA5FA9E003}" sibTransId="{5E888183-DC87-4495-AA62-349425AF7C49}"/>
    <dgm:cxn modelId="{9F8C446C-EE72-4479-AA19-5BAE867D8D47}" srcId="{A4AFFDC4-69E0-4A1A-A3CF-0BDAE86824ED}" destId="{7C1007E9-A435-493B-A84F-0720333BDB14}" srcOrd="0" destOrd="0" parTransId="{E3D91DC2-13FF-440B-94A8-42A93C2E7437}" sibTransId="{24CDA05D-4593-469E-9111-8BA0E8A167A5}"/>
    <dgm:cxn modelId="{8A39414E-33FD-459D-A8A4-FD7611A48AF9}" type="presOf" srcId="{A18B57E0-249F-49D5-B48F-BCBCF8EED1AB}" destId="{5A842FD8-3693-48BF-9D0B-FBE6E89A86AD}" srcOrd="1" destOrd="0" presId="urn:microsoft.com/office/officeart/2005/8/layout/orgChart1"/>
    <dgm:cxn modelId="{5B696E4E-D6B8-4C99-A858-BFCA4D70AE80}" srcId="{0987A398-7C08-4132-90C6-497696421E15}" destId="{F6D43EA0-A4FB-4BE6-A2D9-D0D107129243}" srcOrd="0" destOrd="0" parTransId="{69FCCC16-8A88-441F-B0EA-98B27BB200D8}" sibTransId="{733B1BA5-B774-4741-87E1-3FDD21E91099}"/>
    <dgm:cxn modelId="{69EDBA6E-522B-468E-9D70-3D718ADDC5DE}" type="presOf" srcId="{BA7C84E3-3217-46C3-B390-5ACA91EC2BEF}" destId="{F3B62A30-0084-4371-995B-C06B0B752E4C}" srcOrd="1" destOrd="0" presId="urn:microsoft.com/office/officeart/2005/8/layout/orgChart1"/>
    <dgm:cxn modelId="{CF615B6F-FF95-4592-A464-90D7677690E7}" type="presOf" srcId="{512A2AE1-1276-4E1C-9F63-57A98C7822BA}" destId="{1A2D2A88-2D7A-4E90-B00D-F9A8C81DE516}" srcOrd="1" destOrd="0" presId="urn:microsoft.com/office/officeart/2005/8/layout/orgChart1"/>
    <dgm:cxn modelId="{AD136B4F-4980-4A70-AC38-DA8A18748E68}" srcId="{655FD11B-FA1C-4DCD-9BCD-3ACCFA6F2BA1}" destId="{0987A398-7C08-4132-90C6-497696421E15}" srcOrd="0" destOrd="0" parTransId="{B6FEB2FF-4F0A-4384-9E65-4A2AD29A232A}" sibTransId="{DA26A650-E27C-467E-BEFE-A4105A9C1C2B}"/>
    <dgm:cxn modelId="{08BA576F-AE3F-4BFB-8728-E3B5517159A3}" srcId="{EB384215-BE09-4B22-969C-80932B6BF970}" destId="{03775883-ECD1-4AB1-ADE1-C4508BC0FA1C}" srcOrd="0" destOrd="0" parTransId="{B62847A3-A443-446A-A787-2C54FFE045C4}" sibTransId="{73547149-F0DD-4F16-9953-0559F4E1C32F}"/>
    <dgm:cxn modelId="{5B799570-5B43-4E43-A782-4865388FAD00}" type="presOf" srcId="{0F54D8F9-E8D0-4525-B44A-6D072B3AFA4E}" destId="{93CED9D2-BAD4-4204-B128-FDFB5995122E}" srcOrd="1" destOrd="0" presId="urn:microsoft.com/office/officeart/2005/8/layout/orgChart1"/>
    <dgm:cxn modelId="{4F9F8256-0F30-4ABB-9C05-A0FF259AAD6E}" type="presOf" srcId="{80649FD3-542B-439E-81F4-E6DA5FA9E003}" destId="{3C61FC4A-99EE-4707-9FCE-1F3DAA711A4F}" srcOrd="0" destOrd="0" presId="urn:microsoft.com/office/officeart/2005/8/layout/orgChart1"/>
    <dgm:cxn modelId="{CC381C7B-2C20-4E2B-8D09-C71119FDB6B1}" srcId="{EB384215-BE09-4B22-969C-80932B6BF970}" destId="{A4AFFDC4-69E0-4A1A-A3CF-0BDAE86824ED}" srcOrd="1" destOrd="0" parTransId="{4B1F043C-36A4-4F71-80C5-EED20F73B65D}" sibTransId="{D13CFD97-8FED-444D-8B31-ABB91D95D0C7}"/>
    <dgm:cxn modelId="{678E1E7B-11BC-423E-A09B-A1CCD7C90E36}" type="presOf" srcId="{4C4E5FC4-24E4-43F7-B63E-640733D10939}" destId="{D2130C2A-EF57-4A98-BBBD-5AC8C4B381E4}" srcOrd="0" destOrd="0" presId="urn:microsoft.com/office/officeart/2005/8/layout/orgChart1"/>
    <dgm:cxn modelId="{D973BE7E-C75D-4726-A8C5-DD7B85DF81D9}" type="presOf" srcId="{926A221E-479E-4FA0-94EC-543D47FA757A}" destId="{15268DC8-28DF-476E-9BCE-B0ED6A8E84C9}" srcOrd="0" destOrd="0" presId="urn:microsoft.com/office/officeart/2005/8/layout/orgChart1"/>
    <dgm:cxn modelId="{A38E947F-6925-4808-82A6-BEF5988963DB}" type="presOf" srcId="{0987A398-7C08-4132-90C6-497696421E15}" destId="{E6009B74-CFF9-46AC-9159-98C22F493006}" srcOrd="0" destOrd="0" presId="urn:microsoft.com/office/officeart/2005/8/layout/orgChart1"/>
    <dgm:cxn modelId="{1E64A785-8EB4-4EA9-B5E4-3374B781AFEB}" srcId="{A4AFFDC4-69E0-4A1A-A3CF-0BDAE86824ED}" destId="{BA7C84E3-3217-46C3-B390-5ACA91EC2BEF}" srcOrd="2" destOrd="0" parTransId="{F0F6ED42-99D7-452D-9CB3-353B979F2C61}" sibTransId="{14C8BAD8-B2A3-4C7F-8400-61F11647F908}"/>
    <dgm:cxn modelId="{5F8D8A8C-C810-43CC-99AB-87C61E3FFA34}" type="presOf" srcId="{6ACAB30C-8553-48DF-9208-C9C02491E098}" destId="{5A27C7B7-290A-427E-AD0D-DDB6625F4099}" srcOrd="0" destOrd="0" presId="urn:microsoft.com/office/officeart/2005/8/layout/orgChart1"/>
    <dgm:cxn modelId="{5646B89D-B32D-45AE-8A08-EF34670C9D95}" type="presOf" srcId="{7C1007E9-A435-493B-A84F-0720333BDB14}" destId="{D4911F27-747A-4CB3-AF45-6E732896E339}" srcOrd="0" destOrd="0" presId="urn:microsoft.com/office/officeart/2005/8/layout/orgChart1"/>
    <dgm:cxn modelId="{B8251BA0-142F-43C7-A5AE-CAA5DE9322CF}" type="presOf" srcId="{4B476F6C-9BCF-4881-B47C-6DC734B26CF9}" destId="{2945B915-AD54-4B69-A0D2-2C2CDC6BD361}" srcOrd="1" destOrd="0" presId="urn:microsoft.com/office/officeart/2005/8/layout/orgChart1"/>
    <dgm:cxn modelId="{22F749A1-21B5-420D-9BE3-FB1F4CE889F3}" type="presOf" srcId="{03775883-ECD1-4AB1-ADE1-C4508BC0FA1C}" destId="{529F671A-09E0-40C1-A960-EC0DAD40E7AB}" srcOrd="0" destOrd="0" presId="urn:microsoft.com/office/officeart/2005/8/layout/orgChart1"/>
    <dgm:cxn modelId="{8DD06DA5-5382-479B-9440-53A31232877D}" type="presOf" srcId="{0539B760-C77A-4D0B-B691-FBDD8A98393E}" destId="{A3CD14F2-B28E-476E-969A-162B0271D8BC}" srcOrd="0" destOrd="0" presId="urn:microsoft.com/office/officeart/2005/8/layout/orgChart1"/>
    <dgm:cxn modelId="{CC7081A8-CC53-43D9-9CEE-CE7DD4E5451D}" type="presOf" srcId="{EB384215-BE09-4B22-969C-80932B6BF970}" destId="{929B7E3A-DAA8-4FF0-90E5-EDDF2292ABE4}" srcOrd="0" destOrd="0" presId="urn:microsoft.com/office/officeart/2005/8/layout/orgChart1"/>
    <dgm:cxn modelId="{104397AD-68C9-4D8D-9445-E798DBE218AA}" srcId="{0987A398-7C08-4132-90C6-497696421E15}" destId="{6ACAB30C-8553-48DF-9208-C9C02491E098}" srcOrd="2" destOrd="0" parTransId="{372AC953-952B-47A9-BF52-09F369994548}" sibTransId="{7DE803CF-3A95-40A4-ACBC-65577C393EC4}"/>
    <dgm:cxn modelId="{1FBB5BAE-3866-45AD-85AE-615E9719A029}" type="presOf" srcId="{177D4E3F-06E8-4482-8E8F-50C9AF995663}" destId="{BDB517BA-69E3-4085-9304-568C8CDA6757}" srcOrd="0" destOrd="0" presId="urn:microsoft.com/office/officeart/2005/8/layout/orgChart1"/>
    <dgm:cxn modelId="{E411A0B3-48CD-4E90-8052-5BA467F0ED8B}" srcId="{03775883-ECD1-4AB1-ADE1-C4508BC0FA1C}" destId="{0539B760-C77A-4D0B-B691-FBDD8A98393E}" srcOrd="2" destOrd="0" parTransId="{B96A8448-E034-4A56-A7D2-81DAE314F5FA}" sibTransId="{5069A971-0CEC-4269-BEBE-E70B7D51901E}"/>
    <dgm:cxn modelId="{8F2A79B8-2886-4ABB-9B47-E367161DAE27}" type="presOf" srcId="{EBD8D5B6-DEB0-46F8-9A99-525864176B28}" destId="{784681D7-5EB4-43E1-9E63-69A37C43CDEA}" srcOrd="1" destOrd="0" presId="urn:microsoft.com/office/officeart/2005/8/layout/orgChart1"/>
    <dgm:cxn modelId="{4A37DFBB-1D5B-408D-A5E7-7A6620D25B1A}" srcId="{0987A398-7C08-4132-90C6-497696421E15}" destId="{AFF552A3-377E-48CA-B7F5-9652D3A8C165}" srcOrd="4" destOrd="0" parTransId="{926A221E-479E-4FA0-94EC-543D47FA757A}" sibTransId="{E8931D56-5EF0-450A-9E1C-F75AE45C5429}"/>
    <dgm:cxn modelId="{B20E3EBD-8ECB-4810-97CB-3D3042916F9A}" type="presOf" srcId="{A4AFFDC4-69E0-4A1A-A3CF-0BDAE86824ED}" destId="{FADD41A1-0380-4D99-AB23-811491EF50AB}" srcOrd="0" destOrd="0" presId="urn:microsoft.com/office/officeart/2005/8/layout/orgChart1"/>
    <dgm:cxn modelId="{85DBF6BD-237D-42B7-A23E-88C26DC161D4}" type="presOf" srcId="{EBD8D5B6-DEB0-46F8-9A99-525864176B28}" destId="{AB73DE01-242C-468C-A0F6-FE351E5349D1}" srcOrd="0" destOrd="0" presId="urn:microsoft.com/office/officeart/2005/8/layout/orgChart1"/>
    <dgm:cxn modelId="{2B3C12C7-26B5-4A74-9939-9B00A384B435}" type="presOf" srcId="{93D687E8-5E55-47A0-9900-A302EE67E9A3}" destId="{FB272A40-49C6-4C05-A392-3403E9157C02}" srcOrd="0" destOrd="0" presId="urn:microsoft.com/office/officeart/2005/8/layout/orgChart1"/>
    <dgm:cxn modelId="{2D4195C8-7E9A-47CC-9D13-43C5475ED5B8}" type="presOf" srcId="{B96A8448-E034-4A56-A7D2-81DAE314F5FA}" destId="{16C38147-8611-4E46-9727-BBA100053BCC}" srcOrd="0" destOrd="0" presId="urn:microsoft.com/office/officeart/2005/8/layout/orgChart1"/>
    <dgm:cxn modelId="{50B936C9-68A4-479E-8AA4-68800692853E}" type="presOf" srcId="{69FCCC16-8A88-441F-B0EA-98B27BB200D8}" destId="{A6AA32B3-7119-4B6F-8E0A-C2D091729F3E}" srcOrd="0" destOrd="0" presId="urn:microsoft.com/office/officeart/2005/8/layout/orgChart1"/>
    <dgm:cxn modelId="{F039D5D7-13EA-4246-82CE-18BC4F1A2006}" type="presOf" srcId="{EB384215-BE09-4B22-969C-80932B6BF970}" destId="{ED71A7E5-BB68-4F77-A0C1-D305445F4067}" srcOrd="1" destOrd="0" presId="urn:microsoft.com/office/officeart/2005/8/layout/orgChart1"/>
    <dgm:cxn modelId="{BB844DD8-8A91-4EF2-8411-B8099CD7F520}" type="presOf" srcId="{7C1007E9-A435-493B-A84F-0720333BDB14}" destId="{1238B3D1-C007-4071-8E4A-4E020ECE7A6C}" srcOrd="1" destOrd="0" presId="urn:microsoft.com/office/officeart/2005/8/layout/orgChart1"/>
    <dgm:cxn modelId="{ED32BADA-E1D9-4EEF-B9E7-1A9B594AA9D3}" type="presOf" srcId="{03775883-ECD1-4AB1-ADE1-C4508BC0FA1C}" destId="{B46DB1C2-110F-4AED-AFDA-67AFD60872E9}" srcOrd="1" destOrd="0" presId="urn:microsoft.com/office/officeart/2005/8/layout/orgChart1"/>
    <dgm:cxn modelId="{2B91F9E4-48A1-4688-AABC-032A09618EFF}" type="presOf" srcId="{DEED3954-7445-4811-B325-9087F05BFA2B}" destId="{B559D384-ABB4-4DCE-BFEC-554225C6E595}" srcOrd="0" destOrd="0" presId="urn:microsoft.com/office/officeart/2005/8/layout/orgChart1"/>
    <dgm:cxn modelId="{235733EA-5780-4A5A-9128-9F3095B0F621}" type="presOf" srcId="{D3ACF448-F9A4-4D57-9E8D-F2B3EBFAB12A}" destId="{4E852348-34E2-4608-B429-6F03213E9572}" srcOrd="0" destOrd="0" presId="urn:microsoft.com/office/officeart/2005/8/layout/orgChart1"/>
    <dgm:cxn modelId="{B806BDED-0CAF-4A9C-810F-8B94C943A8D1}" type="presOf" srcId="{512A2AE1-1276-4E1C-9F63-57A98C7822BA}" destId="{AE3074DE-753F-4009-96F1-142C0E504465}" srcOrd="0" destOrd="0" presId="urn:microsoft.com/office/officeart/2005/8/layout/orgChart1"/>
    <dgm:cxn modelId="{FE398EF0-B334-43FE-B555-62538CDF9882}" srcId="{03775883-ECD1-4AB1-ADE1-C4508BC0FA1C}" destId="{E0F9AFF2-77A4-4CCB-8F86-F848ED0C872C}" srcOrd="1" destOrd="0" parTransId="{93D687E8-5E55-47A0-9900-A302EE67E9A3}" sibTransId="{6FCEBF28-CC3A-4F77-8305-61723478F2FE}"/>
    <dgm:cxn modelId="{D76915F1-3262-48BD-9321-851F8ECB5929}" type="presOf" srcId="{BA7C84E3-3217-46C3-B390-5ACA91EC2BEF}" destId="{F2D25944-C587-4ABD-A1C8-85AC316B08E7}" srcOrd="0" destOrd="0" presId="urn:microsoft.com/office/officeart/2005/8/layout/orgChart1"/>
    <dgm:cxn modelId="{061DC1F2-3B3A-4198-A783-221F8DCD640B}" type="presOf" srcId="{1B67CFA5-2FEA-4BF5-A16D-747A2A040BAD}" destId="{411A83D8-3BA3-48E5-9F08-BB87EB70B487}" srcOrd="0" destOrd="0" presId="urn:microsoft.com/office/officeart/2005/8/layout/orgChart1"/>
    <dgm:cxn modelId="{5DF8ACF3-B218-403A-8B5B-E29193BB6B05}" type="presOf" srcId="{B62847A3-A443-446A-A787-2C54FFE045C4}" destId="{1ACC9212-4E9E-4338-A44B-35F0139267D2}" srcOrd="0" destOrd="0" presId="urn:microsoft.com/office/officeart/2005/8/layout/orgChart1"/>
    <dgm:cxn modelId="{33CB95F5-5C30-4110-AC84-E404860BC6BA}" type="presOf" srcId="{6ACAB30C-8553-48DF-9208-C9C02491E098}" destId="{148F9E53-0595-4096-8C37-FB95C7F379FB}" srcOrd="1" destOrd="0" presId="urn:microsoft.com/office/officeart/2005/8/layout/orgChart1"/>
    <dgm:cxn modelId="{0693A2F7-0D05-42F8-ACF5-99046DC86ED8}" srcId="{03775883-ECD1-4AB1-ADE1-C4508BC0FA1C}" destId="{A18B57E0-249F-49D5-B48F-BCBCF8EED1AB}" srcOrd="3" destOrd="0" parTransId="{A856DE70-88E3-43D5-BBCD-E0AD77978A3D}" sibTransId="{C108905C-5A2C-4487-9CA2-8070F9C6CE9B}"/>
    <dgm:cxn modelId="{BD4021F9-BA3F-4DF8-A09E-249EFBBF0E18}" type="presOf" srcId="{05992BAE-678C-4E62-AD32-E4074FDFA303}" destId="{D9A8A5B7-DCCC-4BA7-BE3F-D1A5EDA65E94}" srcOrd="0" destOrd="0" presId="urn:microsoft.com/office/officeart/2005/8/layout/orgChart1"/>
    <dgm:cxn modelId="{9DB5B5FA-DB0F-448C-8025-F585BF0B8786}" srcId="{0987A398-7C08-4132-90C6-497696421E15}" destId="{05992BAE-678C-4E62-AD32-E4074FDFA303}" srcOrd="1" destOrd="0" parTransId="{4C4E5FC4-24E4-43F7-B63E-640733D10939}" sibTransId="{E3D44BAB-C9AA-41B5-A125-9F0DA0AEFF23}"/>
    <dgm:cxn modelId="{3A2C34FC-A51D-4FEF-9B10-0DE87DB4502C}" type="presOf" srcId="{A18B57E0-249F-49D5-B48F-BCBCF8EED1AB}" destId="{FF94009C-6576-4DD8-9EE2-048F2FEDDAF1}" srcOrd="0" destOrd="0" presId="urn:microsoft.com/office/officeart/2005/8/layout/orgChart1"/>
    <dgm:cxn modelId="{727A52FD-9C24-4FDE-B876-8F7AE1727BD0}" srcId="{A4AFFDC4-69E0-4A1A-A3CF-0BDAE86824ED}" destId="{EBD8D5B6-DEB0-46F8-9A99-525864176B28}" srcOrd="1" destOrd="0" parTransId="{87CA7FFE-0075-4C7A-AF8B-0458F4A319EB}" sibTransId="{AE3EB3C4-79AA-4758-AC0A-3732887C789E}"/>
    <dgm:cxn modelId="{D797E4ED-0637-4188-9CE8-999F47FE209C}" type="presParOf" srcId="{70B39C0D-1C94-4E54-A4FA-34A2131BA043}" destId="{0BF40D1E-F96D-4C3A-BA13-D40ECEEAFE2D}" srcOrd="0" destOrd="0" presId="urn:microsoft.com/office/officeart/2005/8/layout/orgChart1"/>
    <dgm:cxn modelId="{984958F1-95ED-4F9E-A5F2-9E1530C5642C}" type="presParOf" srcId="{0BF40D1E-F96D-4C3A-BA13-D40ECEEAFE2D}" destId="{1AEEA9C6-F118-477E-9D60-A67D70CB70DB}" srcOrd="0" destOrd="0" presId="urn:microsoft.com/office/officeart/2005/8/layout/orgChart1"/>
    <dgm:cxn modelId="{25A2C4EE-4938-4E1E-B17B-6D0315742C26}" type="presParOf" srcId="{1AEEA9C6-F118-477E-9D60-A67D70CB70DB}" destId="{E6009B74-CFF9-46AC-9159-98C22F493006}" srcOrd="0" destOrd="0" presId="urn:microsoft.com/office/officeart/2005/8/layout/orgChart1"/>
    <dgm:cxn modelId="{EF2A5FA9-456F-452F-BA00-42304ED142EE}" type="presParOf" srcId="{1AEEA9C6-F118-477E-9D60-A67D70CB70DB}" destId="{990AD77B-F8DE-4AD8-B0EB-E312424F63E0}" srcOrd="1" destOrd="0" presId="urn:microsoft.com/office/officeart/2005/8/layout/orgChart1"/>
    <dgm:cxn modelId="{316DCFD4-E91C-495B-9325-9163DD6C0B3A}" type="presParOf" srcId="{0BF40D1E-F96D-4C3A-BA13-D40ECEEAFE2D}" destId="{BFA49D9C-874C-4AB7-95FD-EE7A0C4EC649}" srcOrd="1" destOrd="0" presId="urn:microsoft.com/office/officeart/2005/8/layout/orgChart1"/>
    <dgm:cxn modelId="{D0CC0493-A358-4EAC-8B1B-C07A34DC155B}" type="presParOf" srcId="{BFA49D9C-874C-4AB7-95FD-EE7A0C4EC649}" destId="{A6AA32B3-7119-4B6F-8E0A-C2D091729F3E}" srcOrd="0" destOrd="0" presId="urn:microsoft.com/office/officeart/2005/8/layout/orgChart1"/>
    <dgm:cxn modelId="{D2F08A87-83FE-4167-A94B-E2BD18F6C4B1}" type="presParOf" srcId="{BFA49D9C-874C-4AB7-95FD-EE7A0C4EC649}" destId="{79A94D4E-D9C5-45FD-994C-B0130A524145}" srcOrd="1" destOrd="0" presId="urn:microsoft.com/office/officeart/2005/8/layout/orgChart1"/>
    <dgm:cxn modelId="{4D7B8566-DED1-499D-B3F0-C25778431157}" type="presParOf" srcId="{79A94D4E-D9C5-45FD-994C-B0130A524145}" destId="{78099418-5C47-4764-A730-139E106A40D2}" srcOrd="0" destOrd="0" presId="urn:microsoft.com/office/officeart/2005/8/layout/orgChart1"/>
    <dgm:cxn modelId="{596682A6-8881-47FB-9363-75AF2AFD0687}" type="presParOf" srcId="{78099418-5C47-4764-A730-139E106A40D2}" destId="{B75595B8-4196-4FE2-A78C-D0B391A2E535}" srcOrd="0" destOrd="0" presId="urn:microsoft.com/office/officeart/2005/8/layout/orgChart1"/>
    <dgm:cxn modelId="{9C142C09-6514-4FB4-9E9B-3737FBA539AD}" type="presParOf" srcId="{78099418-5C47-4764-A730-139E106A40D2}" destId="{5FD90DD6-7DAB-44C4-B281-65C0D08F0109}" srcOrd="1" destOrd="0" presId="urn:microsoft.com/office/officeart/2005/8/layout/orgChart1"/>
    <dgm:cxn modelId="{A01A01E8-468C-4965-95CB-B01C4AB7835F}" type="presParOf" srcId="{79A94D4E-D9C5-45FD-994C-B0130A524145}" destId="{8301EFFD-4CF4-423B-A3B9-71F64CCA96D3}" srcOrd="1" destOrd="0" presId="urn:microsoft.com/office/officeart/2005/8/layout/orgChart1"/>
    <dgm:cxn modelId="{9B177DF2-7E40-4EBE-B516-D45A363854A3}" type="presParOf" srcId="{79A94D4E-D9C5-45FD-994C-B0130A524145}" destId="{088FFC9C-F7DC-4796-8901-7848FD039198}" srcOrd="2" destOrd="0" presId="urn:microsoft.com/office/officeart/2005/8/layout/orgChart1"/>
    <dgm:cxn modelId="{52626488-8A1A-416C-8FB3-9516E7CE6447}" type="presParOf" srcId="{BFA49D9C-874C-4AB7-95FD-EE7A0C4EC649}" destId="{D2130C2A-EF57-4A98-BBBD-5AC8C4B381E4}" srcOrd="2" destOrd="0" presId="urn:microsoft.com/office/officeart/2005/8/layout/orgChart1"/>
    <dgm:cxn modelId="{AA891D07-7C5F-44C8-9036-3AE42D7CA98D}" type="presParOf" srcId="{BFA49D9C-874C-4AB7-95FD-EE7A0C4EC649}" destId="{0AFEAB0F-7692-4CF0-8622-FA6D5F878EE8}" srcOrd="3" destOrd="0" presId="urn:microsoft.com/office/officeart/2005/8/layout/orgChart1"/>
    <dgm:cxn modelId="{D4B26F6C-B9E7-4F3A-A681-4830D5B70C3C}" type="presParOf" srcId="{0AFEAB0F-7692-4CF0-8622-FA6D5F878EE8}" destId="{A5810982-FEDC-43DA-87EE-14BE93135F4A}" srcOrd="0" destOrd="0" presId="urn:microsoft.com/office/officeart/2005/8/layout/orgChart1"/>
    <dgm:cxn modelId="{46C70926-1403-432D-854B-404CACCAACCE}" type="presParOf" srcId="{A5810982-FEDC-43DA-87EE-14BE93135F4A}" destId="{D9A8A5B7-DCCC-4BA7-BE3F-D1A5EDA65E94}" srcOrd="0" destOrd="0" presId="urn:microsoft.com/office/officeart/2005/8/layout/orgChart1"/>
    <dgm:cxn modelId="{06E73B5D-478C-4D58-8946-E5D512B2C42A}" type="presParOf" srcId="{A5810982-FEDC-43DA-87EE-14BE93135F4A}" destId="{9971A0DD-64F9-4DB4-BAD7-0DD7533609A1}" srcOrd="1" destOrd="0" presId="urn:microsoft.com/office/officeart/2005/8/layout/orgChart1"/>
    <dgm:cxn modelId="{490A430C-62F2-4F26-944F-187F393013CA}" type="presParOf" srcId="{0AFEAB0F-7692-4CF0-8622-FA6D5F878EE8}" destId="{9C5FC8D0-CF8A-4FAC-A159-B217BEB9CBD5}" srcOrd="1" destOrd="0" presId="urn:microsoft.com/office/officeart/2005/8/layout/orgChart1"/>
    <dgm:cxn modelId="{2EF28C70-7786-44E0-A847-9539A37668C8}" type="presParOf" srcId="{0AFEAB0F-7692-4CF0-8622-FA6D5F878EE8}" destId="{F3A11785-82CC-4313-B8EB-9636D7B2E742}" srcOrd="2" destOrd="0" presId="urn:microsoft.com/office/officeart/2005/8/layout/orgChart1"/>
    <dgm:cxn modelId="{6262FC01-44A3-48E4-A5BA-D8F291B3CE76}" type="presParOf" srcId="{BFA49D9C-874C-4AB7-95FD-EE7A0C4EC649}" destId="{9C54291F-163B-4FD4-8338-7AFC7E7C6573}" srcOrd="4" destOrd="0" presId="urn:microsoft.com/office/officeart/2005/8/layout/orgChart1"/>
    <dgm:cxn modelId="{8E356B98-3E32-4BC0-B2B0-21B8161870A7}" type="presParOf" srcId="{BFA49D9C-874C-4AB7-95FD-EE7A0C4EC649}" destId="{E44B91CF-AEA4-4166-AE95-610C38813AE1}" srcOrd="5" destOrd="0" presId="urn:microsoft.com/office/officeart/2005/8/layout/orgChart1"/>
    <dgm:cxn modelId="{405E54EE-B430-4A42-987F-A3690A99F1C5}" type="presParOf" srcId="{E44B91CF-AEA4-4166-AE95-610C38813AE1}" destId="{0BEFD5FE-89B9-4570-9789-EE757E1B9915}" srcOrd="0" destOrd="0" presId="urn:microsoft.com/office/officeart/2005/8/layout/orgChart1"/>
    <dgm:cxn modelId="{B3A6CB5D-BBB8-4033-9EBF-6B5C9E6414FB}" type="presParOf" srcId="{0BEFD5FE-89B9-4570-9789-EE757E1B9915}" destId="{5A27C7B7-290A-427E-AD0D-DDB6625F4099}" srcOrd="0" destOrd="0" presId="urn:microsoft.com/office/officeart/2005/8/layout/orgChart1"/>
    <dgm:cxn modelId="{BD99F6CE-96A0-48AA-85DF-188B46A8B95E}" type="presParOf" srcId="{0BEFD5FE-89B9-4570-9789-EE757E1B9915}" destId="{148F9E53-0595-4096-8C37-FB95C7F379FB}" srcOrd="1" destOrd="0" presId="urn:microsoft.com/office/officeart/2005/8/layout/orgChart1"/>
    <dgm:cxn modelId="{98BE8D73-EE5B-48E6-9EE1-D6B1EA164B60}" type="presParOf" srcId="{E44B91CF-AEA4-4166-AE95-610C38813AE1}" destId="{474275E6-5B8F-454B-AE47-BE2162D3D47C}" srcOrd="1" destOrd="0" presId="urn:microsoft.com/office/officeart/2005/8/layout/orgChart1"/>
    <dgm:cxn modelId="{5B65ABA2-E9FB-490E-9889-2AE577BDC869}" type="presParOf" srcId="{E44B91CF-AEA4-4166-AE95-610C38813AE1}" destId="{6C3665F1-9290-41F4-934F-D08C99F007F9}" srcOrd="2" destOrd="0" presId="urn:microsoft.com/office/officeart/2005/8/layout/orgChart1"/>
    <dgm:cxn modelId="{D5F3465E-E268-4D84-83D3-EA844BE3EBD6}" type="presParOf" srcId="{BFA49D9C-874C-4AB7-95FD-EE7A0C4EC649}" destId="{3C61FC4A-99EE-4707-9FCE-1F3DAA711A4F}" srcOrd="6" destOrd="0" presId="urn:microsoft.com/office/officeart/2005/8/layout/orgChart1"/>
    <dgm:cxn modelId="{4E22AC15-056F-4797-A793-21544EC1C003}" type="presParOf" srcId="{BFA49D9C-874C-4AB7-95FD-EE7A0C4EC649}" destId="{1249175B-B4A3-4E38-8C9C-292F43404BE3}" srcOrd="7" destOrd="0" presId="urn:microsoft.com/office/officeart/2005/8/layout/orgChart1"/>
    <dgm:cxn modelId="{A87B0511-1B56-4BDA-9417-827EE4BEB1F2}" type="presParOf" srcId="{1249175B-B4A3-4E38-8C9C-292F43404BE3}" destId="{503436AE-7FE2-41E1-92B5-66F0B1EB9070}" srcOrd="0" destOrd="0" presId="urn:microsoft.com/office/officeart/2005/8/layout/orgChart1"/>
    <dgm:cxn modelId="{6B6D7FE3-8649-43B0-9952-97171C64D6F8}" type="presParOf" srcId="{503436AE-7FE2-41E1-92B5-66F0B1EB9070}" destId="{929B7E3A-DAA8-4FF0-90E5-EDDF2292ABE4}" srcOrd="0" destOrd="0" presId="urn:microsoft.com/office/officeart/2005/8/layout/orgChart1"/>
    <dgm:cxn modelId="{BFA089C7-B221-401D-AE03-1A590D207A2B}" type="presParOf" srcId="{503436AE-7FE2-41E1-92B5-66F0B1EB9070}" destId="{ED71A7E5-BB68-4F77-A0C1-D305445F4067}" srcOrd="1" destOrd="0" presId="urn:microsoft.com/office/officeart/2005/8/layout/orgChart1"/>
    <dgm:cxn modelId="{B3E13FED-0F44-4888-A505-B680D2CA9116}" type="presParOf" srcId="{1249175B-B4A3-4E38-8C9C-292F43404BE3}" destId="{7DADC1E5-BEBF-4586-9854-170ED3AEBE67}" srcOrd="1" destOrd="0" presId="urn:microsoft.com/office/officeart/2005/8/layout/orgChart1"/>
    <dgm:cxn modelId="{B5D70F94-D108-4395-9397-ED4F4F2382FF}" type="presParOf" srcId="{7DADC1E5-BEBF-4586-9854-170ED3AEBE67}" destId="{1ACC9212-4E9E-4338-A44B-35F0139267D2}" srcOrd="0" destOrd="0" presId="urn:microsoft.com/office/officeart/2005/8/layout/orgChart1"/>
    <dgm:cxn modelId="{E240FF79-4733-43BE-A3D5-457B900B488B}" type="presParOf" srcId="{7DADC1E5-BEBF-4586-9854-170ED3AEBE67}" destId="{DFF1728E-0878-47E4-8086-A836A69A0333}" srcOrd="1" destOrd="0" presId="urn:microsoft.com/office/officeart/2005/8/layout/orgChart1"/>
    <dgm:cxn modelId="{6053888A-BBE0-45C3-A1D6-C90CFB2EA4D9}" type="presParOf" srcId="{DFF1728E-0878-47E4-8086-A836A69A0333}" destId="{FDC858B3-3C88-4BF8-877D-044E92091174}" srcOrd="0" destOrd="0" presId="urn:microsoft.com/office/officeart/2005/8/layout/orgChart1"/>
    <dgm:cxn modelId="{AFAC009F-03FC-4BD9-AFFB-FEC1C9AE091F}" type="presParOf" srcId="{FDC858B3-3C88-4BF8-877D-044E92091174}" destId="{529F671A-09E0-40C1-A960-EC0DAD40E7AB}" srcOrd="0" destOrd="0" presId="urn:microsoft.com/office/officeart/2005/8/layout/orgChart1"/>
    <dgm:cxn modelId="{19C3CB40-EE2B-410F-B5B6-53473D2D6CA3}" type="presParOf" srcId="{FDC858B3-3C88-4BF8-877D-044E92091174}" destId="{B46DB1C2-110F-4AED-AFDA-67AFD60872E9}" srcOrd="1" destOrd="0" presId="urn:microsoft.com/office/officeart/2005/8/layout/orgChart1"/>
    <dgm:cxn modelId="{A68F6F64-7E8E-4EDA-8646-4D23D5579D6B}" type="presParOf" srcId="{DFF1728E-0878-47E4-8086-A836A69A0333}" destId="{0173D38F-733D-496E-8D5C-B742747944DD}" srcOrd="1" destOrd="0" presId="urn:microsoft.com/office/officeart/2005/8/layout/orgChart1"/>
    <dgm:cxn modelId="{6BC69EEC-D8E7-4192-AD8E-4AC69A5FF5B6}" type="presParOf" srcId="{0173D38F-733D-496E-8D5C-B742747944DD}" destId="{BDB517BA-69E3-4085-9304-568C8CDA6757}" srcOrd="0" destOrd="0" presId="urn:microsoft.com/office/officeart/2005/8/layout/orgChart1"/>
    <dgm:cxn modelId="{9AD130BC-93D7-4F5F-A55E-B19A8E1929B6}" type="presParOf" srcId="{0173D38F-733D-496E-8D5C-B742747944DD}" destId="{4450EBB8-714E-4FF2-96E7-20876AB7CFDB}" srcOrd="1" destOrd="0" presId="urn:microsoft.com/office/officeart/2005/8/layout/orgChart1"/>
    <dgm:cxn modelId="{2199570D-D271-48E0-A622-FFBBC5A4BF33}" type="presParOf" srcId="{4450EBB8-714E-4FF2-96E7-20876AB7CFDB}" destId="{1DE94073-CB5E-4CA2-AAEF-9FF23AC81160}" srcOrd="0" destOrd="0" presId="urn:microsoft.com/office/officeart/2005/8/layout/orgChart1"/>
    <dgm:cxn modelId="{FCCC9D76-1AEF-4768-B6C9-3364EA4F9841}" type="presParOf" srcId="{1DE94073-CB5E-4CA2-AAEF-9FF23AC81160}" destId="{AE3074DE-753F-4009-96F1-142C0E504465}" srcOrd="0" destOrd="0" presId="urn:microsoft.com/office/officeart/2005/8/layout/orgChart1"/>
    <dgm:cxn modelId="{E54FA1CB-FC74-42F4-8EC8-5E26532FF6F2}" type="presParOf" srcId="{1DE94073-CB5E-4CA2-AAEF-9FF23AC81160}" destId="{1A2D2A88-2D7A-4E90-B00D-F9A8C81DE516}" srcOrd="1" destOrd="0" presId="urn:microsoft.com/office/officeart/2005/8/layout/orgChart1"/>
    <dgm:cxn modelId="{30C7531F-C45D-4894-8442-502A42B98E35}" type="presParOf" srcId="{4450EBB8-714E-4FF2-96E7-20876AB7CFDB}" destId="{BB2088D8-FDE1-48BD-994A-B4D4201F7B2E}" srcOrd="1" destOrd="0" presId="urn:microsoft.com/office/officeart/2005/8/layout/orgChart1"/>
    <dgm:cxn modelId="{F1FCF42C-EA43-4C66-8F50-05D42F91A422}" type="presParOf" srcId="{BB2088D8-FDE1-48BD-994A-B4D4201F7B2E}" destId="{411A83D8-3BA3-48E5-9F08-BB87EB70B487}" srcOrd="0" destOrd="0" presId="urn:microsoft.com/office/officeart/2005/8/layout/orgChart1"/>
    <dgm:cxn modelId="{2E0AC1E6-5DF6-42C2-B35E-86A26A57BA32}" type="presParOf" srcId="{BB2088D8-FDE1-48BD-994A-B4D4201F7B2E}" destId="{E24B1A9E-7E98-4314-B5FB-085ADFF38BFC}" srcOrd="1" destOrd="0" presId="urn:microsoft.com/office/officeart/2005/8/layout/orgChart1"/>
    <dgm:cxn modelId="{5BD6FCB7-D70E-47A7-9B4D-FD28E55EA0E3}" type="presParOf" srcId="{E24B1A9E-7E98-4314-B5FB-085ADFF38BFC}" destId="{8E321CC5-920E-424B-AEBA-9AEE81F8F7D6}" srcOrd="0" destOrd="0" presId="urn:microsoft.com/office/officeart/2005/8/layout/orgChart1"/>
    <dgm:cxn modelId="{A1539279-43BD-4F10-B5BF-C55081E74BA0}" type="presParOf" srcId="{8E321CC5-920E-424B-AEBA-9AEE81F8F7D6}" destId="{4E852348-34E2-4608-B429-6F03213E9572}" srcOrd="0" destOrd="0" presId="urn:microsoft.com/office/officeart/2005/8/layout/orgChart1"/>
    <dgm:cxn modelId="{A6729181-1691-436B-B896-5267916B2DA8}" type="presParOf" srcId="{8E321CC5-920E-424B-AEBA-9AEE81F8F7D6}" destId="{E65891B8-F9A9-49D4-BDAA-41F2B05E3030}" srcOrd="1" destOrd="0" presId="urn:microsoft.com/office/officeart/2005/8/layout/orgChart1"/>
    <dgm:cxn modelId="{FBE0AAAB-202E-477E-B05E-338ADEF2ABF6}" type="presParOf" srcId="{E24B1A9E-7E98-4314-B5FB-085ADFF38BFC}" destId="{9B9F6554-5EFA-4A2B-A8A7-9DFAE1A06718}" srcOrd="1" destOrd="0" presId="urn:microsoft.com/office/officeart/2005/8/layout/orgChart1"/>
    <dgm:cxn modelId="{183FB0BD-1AD6-43D3-AECB-724F41793DBE}" type="presParOf" srcId="{E24B1A9E-7E98-4314-B5FB-085ADFF38BFC}" destId="{D1F6CEC6-FC58-4435-A82C-3F4B21FC88CA}" srcOrd="2" destOrd="0" presId="urn:microsoft.com/office/officeart/2005/8/layout/orgChart1"/>
    <dgm:cxn modelId="{51C801E4-18AB-4A71-AD2D-865C28604E6B}" type="presParOf" srcId="{BB2088D8-FDE1-48BD-994A-B4D4201F7B2E}" destId="{E9A7EA76-5FBF-4556-918C-A84879F45A08}" srcOrd="2" destOrd="0" presId="urn:microsoft.com/office/officeart/2005/8/layout/orgChart1"/>
    <dgm:cxn modelId="{23E7902A-DA2D-4B97-AE9B-0AFB18340AFA}" type="presParOf" srcId="{BB2088D8-FDE1-48BD-994A-B4D4201F7B2E}" destId="{339BC9D4-2B55-44F5-AE12-E7CCE88D4B92}" srcOrd="3" destOrd="0" presId="urn:microsoft.com/office/officeart/2005/8/layout/orgChart1"/>
    <dgm:cxn modelId="{E2D9D942-2251-4096-A461-90429624062A}" type="presParOf" srcId="{339BC9D4-2B55-44F5-AE12-E7CCE88D4B92}" destId="{33BC28B1-400D-4A38-897C-E307AE0427F4}" srcOrd="0" destOrd="0" presId="urn:microsoft.com/office/officeart/2005/8/layout/orgChart1"/>
    <dgm:cxn modelId="{C67DCD40-2F76-4F05-93CD-E4726261BDE5}" type="presParOf" srcId="{33BC28B1-400D-4A38-897C-E307AE0427F4}" destId="{45E2A1DF-379B-4EEF-9427-5CD8A9727E2D}" srcOrd="0" destOrd="0" presId="urn:microsoft.com/office/officeart/2005/8/layout/orgChart1"/>
    <dgm:cxn modelId="{F7B4870F-F026-4FC7-A173-BFC137AC468C}" type="presParOf" srcId="{33BC28B1-400D-4A38-897C-E307AE0427F4}" destId="{93CED9D2-BAD4-4204-B128-FDFB5995122E}" srcOrd="1" destOrd="0" presId="urn:microsoft.com/office/officeart/2005/8/layout/orgChart1"/>
    <dgm:cxn modelId="{45491F04-5F2C-4654-B8A1-3A862ADB3BF8}" type="presParOf" srcId="{339BC9D4-2B55-44F5-AE12-E7CCE88D4B92}" destId="{D6628C56-B2CB-4FB9-A0DB-54B3105E0AD0}" srcOrd="1" destOrd="0" presId="urn:microsoft.com/office/officeart/2005/8/layout/orgChart1"/>
    <dgm:cxn modelId="{E5184EA5-00E3-4314-AEB0-A1EB3B2AAB53}" type="presParOf" srcId="{339BC9D4-2B55-44F5-AE12-E7CCE88D4B92}" destId="{495C14CC-DB9E-4567-9820-1C5C23B2DA88}" srcOrd="2" destOrd="0" presId="urn:microsoft.com/office/officeart/2005/8/layout/orgChart1"/>
    <dgm:cxn modelId="{85B0131B-23B6-42E3-9D79-D8A9137E8167}" type="presParOf" srcId="{4450EBB8-714E-4FF2-96E7-20876AB7CFDB}" destId="{6CE7E85B-8510-4A45-9A57-014B62FF8CB3}" srcOrd="2" destOrd="0" presId="urn:microsoft.com/office/officeart/2005/8/layout/orgChart1"/>
    <dgm:cxn modelId="{D107DCB0-610B-41EA-A4FF-54497D7093FE}" type="presParOf" srcId="{0173D38F-733D-496E-8D5C-B742747944DD}" destId="{FB272A40-49C6-4C05-A392-3403E9157C02}" srcOrd="2" destOrd="0" presId="urn:microsoft.com/office/officeart/2005/8/layout/orgChart1"/>
    <dgm:cxn modelId="{24D6A36C-0846-4AA4-B52D-D6F129B7FA5E}" type="presParOf" srcId="{0173D38F-733D-496E-8D5C-B742747944DD}" destId="{BF565954-E13C-4A9B-A361-C04B39FC496C}" srcOrd="3" destOrd="0" presId="urn:microsoft.com/office/officeart/2005/8/layout/orgChart1"/>
    <dgm:cxn modelId="{849085BC-AABE-4E33-BAAF-0389F8F4B4B3}" type="presParOf" srcId="{BF565954-E13C-4A9B-A361-C04B39FC496C}" destId="{D83A4605-361F-4515-ABFB-96C35CDC68F3}" srcOrd="0" destOrd="0" presId="urn:microsoft.com/office/officeart/2005/8/layout/orgChart1"/>
    <dgm:cxn modelId="{48F78319-2456-42DF-ABAC-22B8FCAB2064}" type="presParOf" srcId="{D83A4605-361F-4515-ABFB-96C35CDC68F3}" destId="{9C113891-80DD-40A3-986A-1860F5F0D8CD}" srcOrd="0" destOrd="0" presId="urn:microsoft.com/office/officeart/2005/8/layout/orgChart1"/>
    <dgm:cxn modelId="{845AAF26-E204-48E9-9CF3-597856DE17FC}" type="presParOf" srcId="{D83A4605-361F-4515-ABFB-96C35CDC68F3}" destId="{2962067D-1F53-403D-B28E-B77D66E7ED35}" srcOrd="1" destOrd="0" presId="urn:microsoft.com/office/officeart/2005/8/layout/orgChart1"/>
    <dgm:cxn modelId="{4D92A1B8-2F57-4C56-BD47-93FCC23A9585}" type="presParOf" srcId="{BF565954-E13C-4A9B-A361-C04B39FC496C}" destId="{2C0860D5-E360-45C4-87C0-AF1CEC6AE414}" srcOrd="1" destOrd="0" presId="urn:microsoft.com/office/officeart/2005/8/layout/orgChart1"/>
    <dgm:cxn modelId="{16799C5F-76B6-45C1-B046-CF2A6A579C2E}" type="presParOf" srcId="{BF565954-E13C-4A9B-A361-C04B39FC496C}" destId="{09E97D8E-382A-4B5A-BE92-16330BF32066}" srcOrd="2" destOrd="0" presId="urn:microsoft.com/office/officeart/2005/8/layout/orgChart1"/>
    <dgm:cxn modelId="{1F31B2C7-7F22-4023-A5D0-E53FDC63036C}" type="presParOf" srcId="{0173D38F-733D-496E-8D5C-B742747944DD}" destId="{16C38147-8611-4E46-9727-BBA100053BCC}" srcOrd="4" destOrd="0" presId="urn:microsoft.com/office/officeart/2005/8/layout/orgChart1"/>
    <dgm:cxn modelId="{1ACA862E-CE61-43FE-B8F1-72633B77D981}" type="presParOf" srcId="{0173D38F-733D-496E-8D5C-B742747944DD}" destId="{02AE275A-8C76-4E17-BD96-1C8C67C671EE}" srcOrd="5" destOrd="0" presId="urn:microsoft.com/office/officeart/2005/8/layout/orgChart1"/>
    <dgm:cxn modelId="{A199F750-14C9-4E24-87B4-081CED7DF08C}" type="presParOf" srcId="{02AE275A-8C76-4E17-BD96-1C8C67C671EE}" destId="{A399116B-1A28-454A-A7A6-196C8D72666B}" srcOrd="0" destOrd="0" presId="urn:microsoft.com/office/officeart/2005/8/layout/orgChart1"/>
    <dgm:cxn modelId="{55BD4539-674E-46D1-A9FD-0370A2295BFD}" type="presParOf" srcId="{A399116B-1A28-454A-A7A6-196C8D72666B}" destId="{A3CD14F2-B28E-476E-969A-162B0271D8BC}" srcOrd="0" destOrd="0" presId="urn:microsoft.com/office/officeart/2005/8/layout/orgChart1"/>
    <dgm:cxn modelId="{3C12977A-8C5E-4AB9-9BBB-4534C73DDB67}" type="presParOf" srcId="{A399116B-1A28-454A-A7A6-196C8D72666B}" destId="{B3AC2F8A-D206-422D-B6DE-6191EFBA0633}" srcOrd="1" destOrd="0" presId="urn:microsoft.com/office/officeart/2005/8/layout/orgChart1"/>
    <dgm:cxn modelId="{E4F1BB49-3070-4621-8485-9F4536835722}" type="presParOf" srcId="{02AE275A-8C76-4E17-BD96-1C8C67C671EE}" destId="{5377E526-75CB-430C-9686-13A07F0DD4B7}" srcOrd="1" destOrd="0" presId="urn:microsoft.com/office/officeart/2005/8/layout/orgChart1"/>
    <dgm:cxn modelId="{967036A7-3F41-4E67-84D0-43B61BF883B9}" type="presParOf" srcId="{02AE275A-8C76-4E17-BD96-1C8C67C671EE}" destId="{24AB32E8-3D09-4EC6-91B7-017B427485CC}" srcOrd="2" destOrd="0" presId="urn:microsoft.com/office/officeart/2005/8/layout/orgChart1"/>
    <dgm:cxn modelId="{8CD84DF9-2F18-4C55-BBAF-306407CB9A68}" type="presParOf" srcId="{0173D38F-733D-496E-8D5C-B742747944DD}" destId="{98881E5A-D986-43E2-BA75-FE171E9DFAEE}" srcOrd="6" destOrd="0" presId="urn:microsoft.com/office/officeart/2005/8/layout/orgChart1"/>
    <dgm:cxn modelId="{1FE8DC1C-AB11-4463-B895-82CD8522A0F5}" type="presParOf" srcId="{0173D38F-733D-496E-8D5C-B742747944DD}" destId="{78F3AD5D-3B3D-4449-9355-F50C7A872DD3}" srcOrd="7" destOrd="0" presId="urn:microsoft.com/office/officeart/2005/8/layout/orgChart1"/>
    <dgm:cxn modelId="{48965C2A-6737-4748-9F03-5083F5744509}" type="presParOf" srcId="{78F3AD5D-3B3D-4449-9355-F50C7A872DD3}" destId="{955526CF-6957-4C69-9E8D-031F648DFEEF}" srcOrd="0" destOrd="0" presId="urn:microsoft.com/office/officeart/2005/8/layout/orgChart1"/>
    <dgm:cxn modelId="{A5064D3D-9411-4F4B-BB49-FE3F2EFA28AD}" type="presParOf" srcId="{955526CF-6957-4C69-9E8D-031F648DFEEF}" destId="{FF94009C-6576-4DD8-9EE2-048F2FEDDAF1}" srcOrd="0" destOrd="0" presId="urn:microsoft.com/office/officeart/2005/8/layout/orgChart1"/>
    <dgm:cxn modelId="{53310B27-38F4-4629-B2D8-9A6E0429E84D}" type="presParOf" srcId="{955526CF-6957-4C69-9E8D-031F648DFEEF}" destId="{5A842FD8-3693-48BF-9D0B-FBE6E89A86AD}" srcOrd="1" destOrd="0" presId="urn:microsoft.com/office/officeart/2005/8/layout/orgChart1"/>
    <dgm:cxn modelId="{BC1B7C05-10E6-4EB7-9ED2-89E28BE9126D}" type="presParOf" srcId="{78F3AD5D-3B3D-4449-9355-F50C7A872DD3}" destId="{AC2F29CA-889F-4AC9-ABF7-5F15B296EE32}" srcOrd="1" destOrd="0" presId="urn:microsoft.com/office/officeart/2005/8/layout/orgChart1"/>
    <dgm:cxn modelId="{ADDCE949-3226-4AC2-AA69-E8C918C741CF}" type="presParOf" srcId="{78F3AD5D-3B3D-4449-9355-F50C7A872DD3}" destId="{ED0A1B6F-426E-4F05-9454-864A0C015DF4}" srcOrd="2" destOrd="0" presId="urn:microsoft.com/office/officeart/2005/8/layout/orgChart1"/>
    <dgm:cxn modelId="{CA43D468-79BA-4B5F-95EE-30B01F72F39D}" type="presParOf" srcId="{DFF1728E-0878-47E4-8086-A836A69A0333}" destId="{69B11A83-0B6B-4AA1-A22D-2552E8B2AD15}" srcOrd="2" destOrd="0" presId="urn:microsoft.com/office/officeart/2005/8/layout/orgChart1"/>
    <dgm:cxn modelId="{AFF2C69C-0AAE-45D5-9561-0D953C3788FC}" type="presParOf" srcId="{7DADC1E5-BEBF-4586-9854-170ED3AEBE67}" destId="{B5082DD8-5C81-40FE-8ECD-212C76647D7D}" srcOrd="2" destOrd="0" presId="urn:microsoft.com/office/officeart/2005/8/layout/orgChart1"/>
    <dgm:cxn modelId="{CBFC64C4-BF30-4F68-8A4A-C2D775293AED}" type="presParOf" srcId="{7DADC1E5-BEBF-4586-9854-170ED3AEBE67}" destId="{0FF9E24A-C57F-44B5-B935-70328CFA9269}" srcOrd="3" destOrd="0" presId="urn:microsoft.com/office/officeart/2005/8/layout/orgChart1"/>
    <dgm:cxn modelId="{3CD5B325-150A-4404-9DF0-F6E4FFE577FE}" type="presParOf" srcId="{0FF9E24A-C57F-44B5-B935-70328CFA9269}" destId="{D1E57D7C-E1F1-4201-9B17-E85249522CE7}" srcOrd="0" destOrd="0" presId="urn:microsoft.com/office/officeart/2005/8/layout/orgChart1"/>
    <dgm:cxn modelId="{4BE53D8E-7CF6-4180-B2F6-1F39822C074A}" type="presParOf" srcId="{D1E57D7C-E1F1-4201-9B17-E85249522CE7}" destId="{FADD41A1-0380-4D99-AB23-811491EF50AB}" srcOrd="0" destOrd="0" presId="urn:microsoft.com/office/officeart/2005/8/layout/orgChart1"/>
    <dgm:cxn modelId="{D1859949-E891-43FF-9610-39537DC8CE87}" type="presParOf" srcId="{D1E57D7C-E1F1-4201-9B17-E85249522CE7}" destId="{55BF8105-61D2-42B1-85DA-4BF195C9B03A}" srcOrd="1" destOrd="0" presId="urn:microsoft.com/office/officeart/2005/8/layout/orgChart1"/>
    <dgm:cxn modelId="{29526849-5553-4B3B-B12B-689B074BA5DC}" type="presParOf" srcId="{0FF9E24A-C57F-44B5-B935-70328CFA9269}" destId="{2B15B811-AD5D-436C-BB09-23AA8DA47399}" srcOrd="1" destOrd="0" presId="urn:microsoft.com/office/officeart/2005/8/layout/orgChart1"/>
    <dgm:cxn modelId="{858201C6-592C-4C00-9206-7420D9DF9B60}" type="presParOf" srcId="{2B15B811-AD5D-436C-BB09-23AA8DA47399}" destId="{22BCC800-A033-47AF-8C05-8A63B3C6B243}" srcOrd="0" destOrd="0" presId="urn:microsoft.com/office/officeart/2005/8/layout/orgChart1"/>
    <dgm:cxn modelId="{A8426286-9E2F-4F0C-A50F-57153386D3B9}" type="presParOf" srcId="{2B15B811-AD5D-436C-BB09-23AA8DA47399}" destId="{93A673A0-65EC-41A3-8572-120D82EC2171}" srcOrd="1" destOrd="0" presId="urn:microsoft.com/office/officeart/2005/8/layout/orgChart1"/>
    <dgm:cxn modelId="{54E84240-8A7A-4148-8D37-7815E33608DA}" type="presParOf" srcId="{93A673A0-65EC-41A3-8572-120D82EC2171}" destId="{E7325FC1-1C5B-4E27-980E-A6E8BAA3217D}" srcOrd="0" destOrd="0" presId="urn:microsoft.com/office/officeart/2005/8/layout/orgChart1"/>
    <dgm:cxn modelId="{C9BA5F2E-33F4-4BE9-A3A8-045F0A34DD5A}" type="presParOf" srcId="{E7325FC1-1C5B-4E27-980E-A6E8BAA3217D}" destId="{D4911F27-747A-4CB3-AF45-6E732896E339}" srcOrd="0" destOrd="0" presId="urn:microsoft.com/office/officeart/2005/8/layout/orgChart1"/>
    <dgm:cxn modelId="{428707A8-4619-496D-A7B6-59548CDAF3C5}" type="presParOf" srcId="{E7325FC1-1C5B-4E27-980E-A6E8BAA3217D}" destId="{1238B3D1-C007-4071-8E4A-4E020ECE7A6C}" srcOrd="1" destOrd="0" presId="urn:microsoft.com/office/officeart/2005/8/layout/orgChart1"/>
    <dgm:cxn modelId="{4661C7B4-9714-492D-A0F1-49AE6F0C7603}" type="presParOf" srcId="{93A673A0-65EC-41A3-8572-120D82EC2171}" destId="{E01AD063-DD60-41D3-98FA-03AD2AC873A0}" srcOrd="1" destOrd="0" presId="urn:microsoft.com/office/officeart/2005/8/layout/orgChart1"/>
    <dgm:cxn modelId="{2484CBAD-411B-4075-8791-1BDDF5F785DC}" type="presParOf" srcId="{93A673A0-65EC-41A3-8572-120D82EC2171}" destId="{2CB98A14-9F4A-4E96-A22F-3BD313B91FA4}" srcOrd="2" destOrd="0" presId="urn:microsoft.com/office/officeart/2005/8/layout/orgChart1"/>
    <dgm:cxn modelId="{AB083E03-1D73-4D48-8604-89DDE8423E08}" type="presParOf" srcId="{2B15B811-AD5D-436C-BB09-23AA8DA47399}" destId="{0D1F3CCD-905F-4DA5-9760-EC5611C58DC1}" srcOrd="2" destOrd="0" presId="urn:microsoft.com/office/officeart/2005/8/layout/orgChart1"/>
    <dgm:cxn modelId="{D39A69AB-74A2-46D9-869C-12522C417664}" type="presParOf" srcId="{2B15B811-AD5D-436C-BB09-23AA8DA47399}" destId="{C39065EC-1894-4DE7-B296-467E76DD61EC}" srcOrd="3" destOrd="0" presId="urn:microsoft.com/office/officeart/2005/8/layout/orgChart1"/>
    <dgm:cxn modelId="{C26D7207-8B1A-4AFE-9E61-E274E75668BA}" type="presParOf" srcId="{C39065EC-1894-4DE7-B296-467E76DD61EC}" destId="{DEC85D4C-2BBC-4DDE-9F67-411C2F38B4C3}" srcOrd="0" destOrd="0" presId="urn:microsoft.com/office/officeart/2005/8/layout/orgChart1"/>
    <dgm:cxn modelId="{82CE97CC-664E-48E3-8121-190DD0C0FF6C}" type="presParOf" srcId="{DEC85D4C-2BBC-4DDE-9F67-411C2F38B4C3}" destId="{AB73DE01-242C-468C-A0F6-FE351E5349D1}" srcOrd="0" destOrd="0" presId="urn:microsoft.com/office/officeart/2005/8/layout/orgChart1"/>
    <dgm:cxn modelId="{6A401F76-F0D0-4A51-819B-FE3D4ADA77D8}" type="presParOf" srcId="{DEC85D4C-2BBC-4DDE-9F67-411C2F38B4C3}" destId="{784681D7-5EB4-43E1-9E63-69A37C43CDEA}" srcOrd="1" destOrd="0" presId="urn:microsoft.com/office/officeart/2005/8/layout/orgChart1"/>
    <dgm:cxn modelId="{52E51E23-6A87-41A8-AFB7-350C2817BAB1}" type="presParOf" srcId="{C39065EC-1894-4DE7-B296-467E76DD61EC}" destId="{0C5A1EE6-8701-429F-9C41-D7191BD4C345}" srcOrd="1" destOrd="0" presId="urn:microsoft.com/office/officeart/2005/8/layout/orgChart1"/>
    <dgm:cxn modelId="{9A0DA17C-9A09-4182-BE2B-6ECAC0E2DC59}" type="presParOf" srcId="{C39065EC-1894-4DE7-B296-467E76DD61EC}" destId="{5DF1CF9F-7A8B-4076-A6F0-77E6B2D3BA1A}" srcOrd="2" destOrd="0" presId="urn:microsoft.com/office/officeart/2005/8/layout/orgChart1"/>
    <dgm:cxn modelId="{0AA42421-020A-4035-A7A8-6BC2B1E96029}" type="presParOf" srcId="{2B15B811-AD5D-436C-BB09-23AA8DA47399}" destId="{7368F3AF-593A-4C64-957F-C4052320F9BE}" srcOrd="4" destOrd="0" presId="urn:microsoft.com/office/officeart/2005/8/layout/orgChart1"/>
    <dgm:cxn modelId="{C5D2024C-6785-4453-8233-CAB9C64AB67C}" type="presParOf" srcId="{2B15B811-AD5D-436C-BB09-23AA8DA47399}" destId="{85C5E111-0DAD-477C-AC3F-A4696DFEA97D}" srcOrd="5" destOrd="0" presId="urn:microsoft.com/office/officeart/2005/8/layout/orgChart1"/>
    <dgm:cxn modelId="{9820CAA1-0B7F-4D81-882E-436C48C69B27}" type="presParOf" srcId="{85C5E111-0DAD-477C-AC3F-A4696DFEA97D}" destId="{2744A622-C5AA-4A74-BF5E-1952C721BB64}" srcOrd="0" destOrd="0" presId="urn:microsoft.com/office/officeart/2005/8/layout/orgChart1"/>
    <dgm:cxn modelId="{0EF43E59-8323-48E8-A311-26D7D1E6C810}" type="presParOf" srcId="{2744A622-C5AA-4A74-BF5E-1952C721BB64}" destId="{F2D25944-C587-4ABD-A1C8-85AC316B08E7}" srcOrd="0" destOrd="0" presId="urn:microsoft.com/office/officeart/2005/8/layout/orgChart1"/>
    <dgm:cxn modelId="{FC867728-8E50-4224-8A47-B6C8408F0AB5}" type="presParOf" srcId="{2744A622-C5AA-4A74-BF5E-1952C721BB64}" destId="{F3B62A30-0084-4371-995B-C06B0B752E4C}" srcOrd="1" destOrd="0" presId="urn:microsoft.com/office/officeart/2005/8/layout/orgChart1"/>
    <dgm:cxn modelId="{7A6969F3-9CE3-49A2-B73D-9C31452DC4AC}" type="presParOf" srcId="{85C5E111-0DAD-477C-AC3F-A4696DFEA97D}" destId="{14A7062A-CCA3-4BC5-8926-297BD6BC16E4}" srcOrd="1" destOrd="0" presId="urn:microsoft.com/office/officeart/2005/8/layout/orgChart1"/>
    <dgm:cxn modelId="{B25EC51E-261A-450C-A901-36C0FA2F7158}" type="presParOf" srcId="{85C5E111-0DAD-477C-AC3F-A4696DFEA97D}" destId="{D7BAE594-02F4-4416-806D-FA601EF7280B}" srcOrd="2" destOrd="0" presId="urn:microsoft.com/office/officeart/2005/8/layout/orgChart1"/>
    <dgm:cxn modelId="{F7B7934A-3686-4B88-82E7-677BC635F2BB}" type="presParOf" srcId="{0FF9E24A-C57F-44B5-B935-70328CFA9269}" destId="{1D2FD85F-8079-48E6-90ED-CBFE775B41F7}" srcOrd="2" destOrd="0" presId="urn:microsoft.com/office/officeart/2005/8/layout/orgChart1"/>
    <dgm:cxn modelId="{DF4CB636-4726-4B0F-9776-E09ED27F4E70}" type="presParOf" srcId="{1249175B-B4A3-4E38-8C9C-292F43404BE3}" destId="{004BAD69-D78E-411B-8B16-D1FBF8906A22}" srcOrd="2" destOrd="0" presId="urn:microsoft.com/office/officeart/2005/8/layout/orgChart1"/>
    <dgm:cxn modelId="{C97E2337-5208-4A60-B0C6-09CF095438F3}" type="presParOf" srcId="{BFA49D9C-874C-4AB7-95FD-EE7A0C4EC649}" destId="{15268DC8-28DF-476E-9BCE-B0ED6A8E84C9}" srcOrd="8" destOrd="0" presId="urn:microsoft.com/office/officeart/2005/8/layout/orgChart1"/>
    <dgm:cxn modelId="{07A587F8-089E-4103-8D3B-E3EFA7716801}" type="presParOf" srcId="{BFA49D9C-874C-4AB7-95FD-EE7A0C4EC649}" destId="{E95632F7-136D-4C72-8839-DFB6262E5CB4}" srcOrd="9" destOrd="0" presId="urn:microsoft.com/office/officeart/2005/8/layout/orgChart1"/>
    <dgm:cxn modelId="{67A373FE-CB34-4FA1-A1E0-47E083856DB4}" type="presParOf" srcId="{E95632F7-136D-4C72-8839-DFB6262E5CB4}" destId="{F6B01B4E-F8F1-4AD2-9354-B8913EA4C413}" srcOrd="0" destOrd="0" presId="urn:microsoft.com/office/officeart/2005/8/layout/orgChart1"/>
    <dgm:cxn modelId="{F2FF2893-787A-40DE-960F-A42624540965}" type="presParOf" srcId="{F6B01B4E-F8F1-4AD2-9354-B8913EA4C413}" destId="{F56820C0-9251-4AB3-B6D1-A6FABDA610EE}" srcOrd="0" destOrd="0" presId="urn:microsoft.com/office/officeart/2005/8/layout/orgChart1"/>
    <dgm:cxn modelId="{40589B00-842A-46D7-BFAB-41101F3C5F3E}" type="presParOf" srcId="{F6B01B4E-F8F1-4AD2-9354-B8913EA4C413}" destId="{257A897F-46B6-4230-A4B8-5884D113ABF4}" srcOrd="1" destOrd="0" presId="urn:microsoft.com/office/officeart/2005/8/layout/orgChart1"/>
    <dgm:cxn modelId="{FCDB1760-1F1A-4EAE-AA85-2F754AAF6A27}" type="presParOf" srcId="{E95632F7-136D-4C72-8839-DFB6262E5CB4}" destId="{35BAEDBD-913D-44A2-A4F0-DA3D4F3141D3}" srcOrd="1" destOrd="0" presId="urn:microsoft.com/office/officeart/2005/8/layout/orgChart1"/>
    <dgm:cxn modelId="{1E418393-2BFA-4871-84BC-C7A24F37E038}" type="presParOf" srcId="{E95632F7-136D-4C72-8839-DFB6262E5CB4}" destId="{5AD83E19-C798-41E6-A4CF-862DED9D0E55}" srcOrd="2" destOrd="0" presId="urn:microsoft.com/office/officeart/2005/8/layout/orgChart1"/>
    <dgm:cxn modelId="{0FCDE918-6037-4EAF-B77F-6B7F5C796A25}" type="presParOf" srcId="{BFA49D9C-874C-4AB7-95FD-EE7A0C4EC649}" destId="{B559D384-ABB4-4DCE-BFEC-554225C6E595}" srcOrd="10" destOrd="0" presId="urn:microsoft.com/office/officeart/2005/8/layout/orgChart1"/>
    <dgm:cxn modelId="{85D19D6C-0F8A-4E06-AC3F-08FE83641E3F}" type="presParOf" srcId="{BFA49D9C-874C-4AB7-95FD-EE7A0C4EC649}" destId="{7D21885D-1829-4139-87A9-6A8AE81F3BA3}" srcOrd="11" destOrd="0" presId="urn:microsoft.com/office/officeart/2005/8/layout/orgChart1"/>
    <dgm:cxn modelId="{DD9C9E64-2A16-475E-AC2E-B7C6DAD1B215}" type="presParOf" srcId="{7D21885D-1829-4139-87A9-6A8AE81F3BA3}" destId="{8BC42FD6-DD73-47FA-B24F-12A351AF490A}" srcOrd="0" destOrd="0" presId="urn:microsoft.com/office/officeart/2005/8/layout/orgChart1"/>
    <dgm:cxn modelId="{75A523AD-E845-4789-9839-0FD52176F288}" type="presParOf" srcId="{8BC42FD6-DD73-47FA-B24F-12A351AF490A}" destId="{54BD0633-2DFD-4FF6-823B-BDCA49ED0ECD}" srcOrd="0" destOrd="0" presId="urn:microsoft.com/office/officeart/2005/8/layout/orgChart1"/>
    <dgm:cxn modelId="{9C5F5CB7-11EB-42EE-8D93-37646C3A68E0}" type="presParOf" srcId="{8BC42FD6-DD73-47FA-B24F-12A351AF490A}" destId="{2945B915-AD54-4B69-A0D2-2C2CDC6BD361}" srcOrd="1" destOrd="0" presId="urn:microsoft.com/office/officeart/2005/8/layout/orgChart1"/>
    <dgm:cxn modelId="{1A8CCA62-7094-4E39-A626-F1E18351DB1E}" type="presParOf" srcId="{7D21885D-1829-4139-87A9-6A8AE81F3BA3}" destId="{C82EBD6A-F0CB-48E5-A41A-9D4D56F6032F}" srcOrd="1" destOrd="0" presId="urn:microsoft.com/office/officeart/2005/8/layout/orgChart1"/>
    <dgm:cxn modelId="{0B81B0CA-3A41-4C52-BF2D-29D64A7BED5A}" type="presParOf" srcId="{7D21885D-1829-4139-87A9-6A8AE81F3BA3}" destId="{44253823-94C5-4A46-9E68-32A6AC712C94}" srcOrd="2" destOrd="0" presId="urn:microsoft.com/office/officeart/2005/8/layout/orgChart1"/>
    <dgm:cxn modelId="{EB127BD6-AE0F-4FF1-ADF2-1A3ED3FB467B}" type="presParOf" srcId="{0BF40D1E-F96D-4C3A-BA13-D40ECEEAFE2D}" destId="{55A27779-0E4B-481F-8787-18F2BA9E2FDC}"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8103A76-D9D1-4975-93D9-D9DB6F7A978E}" type="doc">
      <dgm:prSet loTypeId="urn:microsoft.com/office/officeart/2005/8/layout/process1" loCatId="process" qsTypeId="urn:microsoft.com/office/officeart/2005/8/quickstyle/simple2" qsCatId="simple" csTypeId="urn:microsoft.com/office/officeart/2005/8/colors/accent1_2" csCatId="accent1" phldr="1"/>
      <dgm:spPr/>
      <dgm:t>
        <a:bodyPr/>
        <a:lstStyle/>
        <a:p>
          <a:endParaRPr lang="de-AT"/>
        </a:p>
      </dgm:t>
    </dgm:pt>
    <dgm:pt modelId="{29F03AC3-06BE-49BF-B59B-6C714818996D}">
      <dgm:prSet phldrT="[Text]" custT="1"/>
      <dgm:spPr>
        <a:solidFill>
          <a:schemeClr val="accent2"/>
        </a:solidFill>
      </dgm:spPr>
      <dgm:t>
        <a:bodyPr/>
        <a:lstStyle/>
        <a:p>
          <a:r>
            <a:rPr lang="en-GB" sz="2000" dirty="0"/>
            <a:t>Model data</a:t>
          </a:r>
        </a:p>
      </dgm:t>
    </dgm:pt>
    <dgm:pt modelId="{9F49785A-31E4-460D-8698-5EBDB748FD60}" type="parTrans" cxnId="{B23388E8-5ECF-4139-B31F-2AEE15E2B6B5}">
      <dgm:prSet/>
      <dgm:spPr/>
      <dgm:t>
        <a:bodyPr/>
        <a:lstStyle/>
        <a:p>
          <a:endParaRPr lang="de-AT" sz="3200"/>
        </a:p>
      </dgm:t>
    </dgm:pt>
    <dgm:pt modelId="{411B9115-3BD8-42FF-B04B-4D2D418DF585}" type="sibTrans" cxnId="{B23388E8-5ECF-4139-B31F-2AEE15E2B6B5}">
      <dgm:prSet custT="1"/>
      <dgm:spPr/>
      <dgm:t>
        <a:bodyPr/>
        <a:lstStyle/>
        <a:p>
          <a:endParaRPr lang="de-AT" sz="1400" dirty="0"/>
        </a:p>
      </dgm:t>
    </dgm:pt>
    <dgm:pt modelId="{68BDA154-BFEB-46E6-BEE8-8F2F9CD55105}">
      <dgm:prSet phldrT="[Text]" custT="1"/>
      <dgm:spPr>
        <a:solidFill>
          <a:schemeClr val="accent2"/>
        </a:solidFill>
      </dgm:spPr>
      <dgm:t>
        <a:bodyPr/>
        <a:lstStyle/>
        <a:p>
          <a:r>
            <a:rPr lang="en-GB" sz="2000" dirty="0"/>
            <a:t>Validate models</a:t>
          </a:r>
        </a:p>
      </dgm:t>
    </dgm:pt>
    <dgm:pt modelId="{A0BF3AA7-1C4A-4FC6-84F3-C5D43406CE23}" type="parTrans" cxnId="{16F53D4B-C4D9-4D87-A929-151A26ECB7BA}">
      <dgm:prSet/>
      <dgm:spPr/>
      <dgm:t>
        <a:bodyPr/>
        <a:lstStyle/>
        <a:p>
          <a:endParaRPr lang="de-AT" sz="3200"/>
        </a:p>
      </dgm:t>
    </dgm:pt>
    <dgm:pt modelId="{F2A17C29-009B-4480-8A32-37BC99B407F2}" type="sibTrans" cxnId="{16F53D4B-C4D9-4D87-A929-151A26ECB7BA}">
      <dgm:prSet custT="1"/>
      <dgm:spPr/>
      <dgm:t>
        <a:bodyPr/>
        <a:lstStyle/>
        <a:p>
          <a:endParaRPr lang="de-AT" sz="1400" dirty="0"/>
        </a:p>
      </dgm:t>
    </dgm:pt>
    <dgm:pt modelId="{F49D79F9-D1F9-4DB0-AA30-940E9698CD85}">
      <dgm:prSet phldrT="[Text]" custT="1"/>
      <dgm:spPr>
        <a:solidFill>
          <a:schemeClr val="accent2"/>
        </a:solidFill>
      </dgm:spPr>
      <dgm:t>
        <a:bodyPr/>
        <a:lstStyle/>
        <a:p>
          <a:r>
            <a:rPr lang="en-GB" sz="2000" dirty="0"/>
            <a:t>Evaluate</a:t>
          </a:r>
          <a:br>
            <a:rPr lang="en-GB" sz="2000" dirty="0"/>
          </a:br>
          <a:r>
            <a:rPr lang="en-GB" sz="2000" dirty="0"/>
            <a:t>models</a:t>
          </a:r>
        </a:p>
      </dgm:t>
    </dgm:pt>
    <dgm:pt modelId="{3FDCBC74-4A35-41EF-97FE-BF6F93D2110E}" type="parTrans" cxnId="{DAF1BE1D-E8C0-429A-BB0E-E9B4AA38E454}">
      <dgm:prSet/>
      <dgm:spPr/>
      <dgm:t>
        <a:bodyPr/>
        <a:lstStyle/>
        <a:p>
          <a:endParaRPr lang="de-AT" sz="3200"/>
        </a:p>
      </dgm:t>
    </dgm:pt>
    <dgm:pt modelId="{A2FFD495-4582-45A1-BC91-705530047760}" type="sibTrans" cxnId="{DAF1BE1D-E8C0-429A-BB0E-E9B4AA38E454}">
      <dgm:prSet custT="1"/>
      <dgm:spPr/>
      <dgm:t>
        <a:bodyPr/>
        <a:lstStyle/>
        <a:p>
          <a:endParaRPr lang="de-AT" sz="1400" dirty="0"/>
        </a:p>
      </dgm:t>
    </dgm:pt>
    <dgm:pt modelId="{93535CA3-8E4E-4C68-A216-1298D30354C7}">
      <dgm:prSet phldrT="[Text]" custT="1"/>
      <dgm:spPr>
        <a:solidFill>
          <a:srgbClr val="768692"/>
        </a:solidFill>
      </dgm:spPr>
      <dgm:t>
        <a:bodyPr/>
        <a:lstStyle/>
        <a:p>
          <a:r>
            <a:rPr lang="en-GB" sz="2000" dirty="0"/>
            <a:t>Documentation</a:t>
          </a:r>
        </a:p>
      </dgm:t>
    </dgm:pt>
    <dgm:pt modelId="{E5B96038-236B-451C-8113-49BE663CD0C1}" type="parTrans" cxnId="{FBACF19C-683A-4ECF-8C78-2F53FECEA0F9}">
      <dgm:prSet/>
      <dgm:spPr/>
      <dgm:t>
        <a:bodyPr/>
        <a:lstStyle/>
        <a:p>
          <a:endParaRPr lang="de-AT" sz="3200"/>
        </a:p>
      </dgm:t>
    </dgm:pt>
    <dgm:pt modelId="{9483055A-8EEB-4191-AC97-F734E18D151D}" type="sibTrans" cxnId="{FBACF19C-683A-4ECF-8C78-2F53FECEA0F9}">
      <dgm:prSet custT="1"/>
      <dgm:spPr/>
      <dgm:t>
        <a:bodyPr/>
        <a:lstStyle/>
        <a:p>
          <a:endParaRPr lang="de-AT" sz="1400" dirty="0"/>
        </a:p>
      </dgm:t>
    </dgm:pt>
    <dgm:pt modelId="{F74A1C6C-F65D-47F2-ADC8-93CE00B534BB}">
      <dgm:prSet phldrT="[Text]" custT="1"/>
      <dgm:spPr>
        <a:solidFill>
          <a:srgbClr val="768692"/>
        </a:solidFill>
      </dgm:spPr>
      <dgm:t>
        <a:bodyPr/>
        <a:lstStyle/>
        <a:p>
          <a:r>
            <a:rPr lang="en-GB" sz="2000" dirty="0"/>
            <a:t>Summarise findings</a:t>
          </a:r>
        </a:p>
      </dgm:t>
    </dgm:pt>
    <dgm:pt modelId="{6C3450A2-930C-46E3-B5EF-C92874736F16}" type="parTrans" cxnId="{582D8684-9A44-4D96-A8CB-33BAD879929A}">
      <dgm:prSet/>
      <dgm:spPr/>
      <dgm:t>
        <a:bodyPr/>
        <a:lstStyle/>
        <a:p>
          <a:endParaRPr lang="de-AT" sz="3200"/>
        </a:p>
      </dgm:t>
    </dgm:pt>
    <dgm:pt modelId="{DB9E2D33-AABD-4073-BA34-A451097E166A}" type="sibTrans" cxnId="{582D8684-9A44-4D96-A8CB-33BAD879929A}">
      <dgm:prSet/>
      <dgm:spPr/>
      <dgm:t>
        <a:bodyPr/>
        <a:lstStyle/>
        <a:p>
          <a:endParaRPr lang="de-AT" sz="3200"/>
        </a:p>
      </dgm:t>
    </dgm:pt>
    <dgm:pt modelId="{9A46751B-FC20-4E6A-A344-2172B29125FF}" type="pres">
      <dgm:prSet presAssocID="{D8103A76-D9D1-4975-93D9-D9DB6F7A978E}" presName="Name0" presStyleCnt="0">
        <dgm:presLayoutVars>
          <dgm:dir/>
          <dgm:resizeHandles val="exact"/>
        </dgm:presLayoutVars>
      </dgm:prSet>
      <dgm:spPr/>
    </dgm:pt>
    <dgm:pt modelId="{09CE4735-CFD0-4E60-8BA3-8595F9C25A00}" type="pres">
      <dgm:prSet presAssocID="{29F03AC3-06BE-49BF-B59B-6C714818996D}" presName="node" presStyleLbl="node1" presStyleIdx="0" presStyleCnt="5">
        <dgm:presLayoutVars>
          <dgm:bulletEnabled val="1"/>
        </dgm:presLayoutVars>
      </dgm:prSet>
      <dgm:spPr/>
    </dgm:pt>
    <dgm:pt modelId="{9FC757E6-BD8D-4D15-9F78-E678A2C58CB4}" type="pres">
      <dgm:prSet presAssocID="{411B9115-3BD8-42FF-B04B-4D2D418DF585}" presName="sibTrans" presStyleLbl="sibTrans2D1" presStyleIdx="0" presStyleCnt="4"/>
      <dgm:spPr/>
    </dgm:pt>
    <dgm:pt modelId="{4A0772F0-C54D-4300-AE61-A8B20C43829F}" type="pres">
      <dgm:prSet presAssocID="{411B9115-3BD8-42FF-B04B-4D2D418DF585}" presName="connectorText" presStyleLbl="sibTrans2D1" presStyleIdx="0" presStyleCnt="4"/>
      <dgm:spPr/>
    </dgm:pt>
    <dgm:pt modelId="{5EED1DBE-0BA4-4B65-AF5A-769A02F4E756}" type="pres">
      <dgm:prSet presAssocID="{68BDA154-BFEB-46E6-BEE8-8F2F9CD55105}" presName="node" presStyleLbl="node1" presStyleIdx="1" presStyleCnt="5">
        <dgm:presLayoutVars>
          <dgm:bulletEnabled val="1"/>
        </dgm:presLayoutVars>
      </dgm:prSet>
      <dgm:spPr/>
    </dgm:pt>
    <dgm:pt modelId="{F756F10B-CBE1-4848-B2C7-062F3ACC84CA}" type="pres">
      <dgm:prSet presAssocID="{F2A17C29-009B-4480-8A32-37BC99B407F2}" presName="sibTrans" presStyleLbl="sibTrans2D1" presStyleIdx="1" presStyleCnt="4"/>
      <dgm:spPr/>
    </dgm:pt>
    <dgm:pt modelId="{8A563414-7AD9-4B88-A873-B943290CB4D6}" type="pres">
      <dgm:prSet presAssocID="{F2A17C29-009B-4480-8A32-37BC99B407F2}" presName="connectorText" presStyleLbl="sibTrans2D1" presStyleIdx="1" presStyleCnt="4"/>
      <dgm:spPr/>
    </dgm:pt>
    <dgm:pt modelId="{453B0BD3-BB78-4EF4-8C6E-6805561F2F28}" type="pres">
      <dgm:prSet presAssocID="{F49D79F9-D1F9-4DB0-AA30-940E9698CD85}" presName="node" presStyleLbl="node1" presStyleIdx="2" presStyleCnt="5">
        <dgm:presLayoutVars>
          <dgm:bulletEnabled val="1"/>
        </dgm:presLayoutVars>
      </dgm:prSet>
      <dgm:spPr/>
    </dgm:pt>
    <dgm:pt modelId="{6A9AF9A7-08AC-4EBB-934D-F708CD3C92B7}" type="pres">
      <dgm:prSet presAssocID="{A2FFD495-4582-45A1-BC91-705530047760}" presName="sibTrans" presStyleLbl="sibTrans2D1" presStyleIdx="2" presStyleCnt="4"/>
      <dgm:spPr/>
    </dgm:pt>
    <dgm:pt modelId="{5BD4AC60-BA35-4EE1-964E-686D02796233}" type="pres">
      <dgm:prSet presAssocID="{A2FFD495-4582-45A1-BC91-705530047760}" presName="connectorText" presStyleLbl="sibTrans2D1" presStyleIdx="2" presStyleCnt="4"/>
      <dgm:spPr/>
    </dgm:pt>
    <dgm:pt modelId="{DF227C00-1374-40DA-AADA-FE7D07B3E881}" type="pres">
      <dgm:prSet presAssocID="{93535CA3-8E4E-4C68-A216-1298D30354C7}" presName="node" presStyleLbl="node1" presStyleIdx="3" presStyleCnt="5" custScaleX="107768">
        <dgm:presLayoutVars>
          <dgm:bulletEnabled val="1"/>
        </dgm:presLayoutVars>
      </dgm:prSet>
      <dgm:spPr/>
    </dgm:pt>
    <dgm:pt modelId="{DF583930-8CA5-4976-9CF5-51844FFDFF36}" type="pres">
      <dgm:prSet presAssocID="{9483055A-8EEB-4191-AC97-F734E18D151D}" presName="sibTrans" presStyleLbl="sibTrans2D1" presStyleIdx="3" presStyleCnt="4"/>
      <dgm:spPr/>
    </dgm:pt>
    <dgm:pt modelId="{AD565495-D18F-4A8C-9299-04BAA35F82FB}" type="pres">
      <dgm:prSet presAssocID="{9483055A-8EEB-4191-AC97-F734E18D151D}" presName="connectorText" presStyleLbl="sibTrans2D1" presStyleIdx="3" presStyleCnt="4"/>
      <dgm:spPr/>
    </dgm:pt>
    <dgm:pt modelId="{5AA0AB36-31E6-4AC4-94E5-25ACDAB97CD7}" type="pres">
      <dgm:prSet presAssocID="{F74A1C6C-F65D-47F2-ADC8-93CE00B534BB}" presName="node" presStyleLbl="node1" presStyleIdx="4" presStyleCnt="5" custScaleX="120316">
        <dgm:presLayoutVars>
          <dgm:bulletEnabled val="1"/>
        </dgm:presLayoutVars>
      </dgm:prSet>
      <dgm:spPr/>
    </dgm:pt>
  </dgm:ptLst>
  <dgm:cxnLst>
    <dgm:cxn modelId="{9C2EC800-0403-461C-A90B-F0930FF75732}" type="presOf" srcId="{D8103A76-D9D1-4975-93D9-D9DB6F7A978E}" destId="{9A46751B-FC20-4E6A-A344-2172B29125FF}" srcOrd="0" destOrd="0" presId="urn:microsoft.com/office/officeart/2005/8/layout/process1"/>
    <dgm:cxn modelId="{CD28E301-76DE-4E0E-81D3-66A04E320011}" type="presOf" srcId="{411B9115-3BD8-42FF-B04B-4D2D418DF585}" destId="{9FC757E6-BD8D-4D15-9F78-E678A2C58CB4}" srcOrd="0" destOrd="0" presId="urn:microsoft.com/office/officeart/2005/8/layout/process1"/>
    <dgm:cxn modelId="{AA80B904-873F-4A4F-A29D-732DCDF62645}" type="presOf" srcId="{29F03AC3-06BE-49BF-B59B-6C714818996D}" destId="{09CE4735-CFD0-4E60-8BA3-8595F9C25A00}" srcOrd="0" destOrd="0" presId="urn:microsoft.com/office/officeart/2005/8/layout/process1"/>
    <dgm:cxn modelId="{20186208-7431-42A0-B4BD-82684A28CC07}" type="presOf" srcId="{9483055A-8EEB-4191-AC97-F734E18D151D}" destId="{DF583930-8CA5-4976-9CF5-51844FFDFF36}" srcOrd="0" destOrd="0" presId="urn:microsoft.com/office/officeart/2005/8/layout/process1"/>
    <dgm:cxn modelId="{DAF1BE1D-E8C0-429A-BB0E-E9B4AA38E454}" srcId="{D8103A76-D9D1-4975-93D9-D9DB6F7A978E}" destId="{F49D79F9-D1F9-4DB0-AA30-940E9698CD85}" srcOrd="2" destOrd="0" parTransId="{3FDCBC74-4A35-41EF-97FE-BF6F93D2110E}" sibTransId="{A2FFD495-4582-45A1-BC91-705530047760}"/>
    <dgm:cxn modelId="{8CDD7B1E-5215-43A2-9F28-E88CAB593F37}" type="presOf" srcId="{F2A17C29-009B-4480-8A32-37BC99B407F2}" destId="{8A563414-7AD9-4B88-A873-B943290CB4D6}" srcOrd="1" destOrd="0" presId="urn:microsoft.com/office/officeart/2005/8/layout/process1"/>
    <dgm:cxn modelId="{0824C435-FD74-45D5-9A2A-E8B9CDF2DFF7}" type="presOf" srcId="{68BDA154-BFEB-46E6-BEE8-8F2F9CD55105}" destId="{5EED1DBE-0BA4-4B65-AF5A-769A02F4E756}" srcOrd="0" destOrd="0" presId="urn:microsoft.com/office/officeart/2005/8/layout/process1"/>
    <dgm:cxn modelId="{33DFF566-2465-4EAB-BF41-3540A484D19C}" type="presOf" srcId="{A2FFD495-4582-45A1-BC91-705530047760}" destId="{5BD4AC60-BA35-4EE1-964E-686D02796233}" srcOrd="1" destOrd="0" presId="urn:microsoft.com/office/officeart/2005/8/layout/process1"/>
    <dgm:cxn modelId="{16F53D4B-C4D9-4D87-A929-151A26ECB7BA}" srcId="{D8103A76-D9D1-4975-93D9-D9DB6F7A978E}" destId="{68BDA154-BFEB-46E6-BEE8-8F2F9CD55105}" srcOrd="1" destOrd="0" parTransId="{A0BF3AA7-1C4A-4FC6-84F3-C5D43406CE23}" sibTransId="{F2A17C29-009B-4480-8A32-37BC99B407F2}"/>
    <dgm:cxn modelId="{1D561A58-71BF-4249-B725-7AB8B3400714}" type="presOf" srcId="{411B9115-3BD8-42FF-B04B-4D2D418DF585}" destId="{4A0772F0-C54D-4300-AE61-A8B20C43829F}" srcOrd="1" destOrd="0" presId="urn:microsoft.com/office/officeart/2005/8/layout/process1"/>
    <dgm:cxn modelId="{582D8684-9A44-4D96-A8CB-33BAD879929A}" srcId="{D8103A76-D9D1-4975-93D9-D9DB6F7A978E}" destId="{F74A1C6C-F65D-47F2-ADC8-93CE00B534BB}" srcOrd="4" destOrd="0" parTransId="{6C3450A2-930C-46E3-B5EF-C92874736F16}" sibTransId="{DB9E2D33-AABD-4073-BA34-A451097E166A}"/>
    <dgm:cxn modelId="{B350C296-7DCD-4FF6-8401-5C99E04DF190}" type="presOf" srcId="{F2A17C29-009B-4480-8A32-37BC99B407F2}" destId="{F756F10B-CBE1-4848-B2C7-062F3ACC84CA}" srcOrd="0" destOrd="0" presId="urn:microsoft.com/office/officeart/2005/8/layout/process1"/>
    <dgm:cxn modelId="{FBACF19C-683A-4ECF-8C78-2F53FECEA0F9}" srcId="{D8103A76-D9D1-4975-93D9-D9DB6F7A978E}" destId="{93535CA3-8E4E-4C68-A216-1298D30354C7}" srcOrd="3" destOrd="0" parTransId="{E5B96038-236B-451C-8113-49BE663CD0C1}" sibTransId="{9483055A-8EEB-4191-AC97-F734E18D151D}"/>
    <dgm:cxn modelId="{05A681C6-8FE4-4594-8E8B-D5AFAF882995}" type="presOf" srcId="{F74A1C6C-F65D-47F2-ADC8-93CE00B534BB}" destId="{5AA0AB36-31E6-4AC4-94E5-25ACDAB97CD7}" srcOrd="0" destOrd="0" presId="urn:microsoft.com/office/officeart/2005/8/layout/process1"/>
    <dgm:cxn modelId="{5DA0BEE0-C1C4-4CCB-9EE3-C2363F1893E1}" type="presOf" srcId="{A2FFD495-4582-45A1-BC91-705530047760}" destId="{6A9AF9A7-08AC-4EBB-934D-F708CD3C92B7}" srcOrd="0" destOrd="0" presId="urn:microsoft.com/office/officeart/2005/8/layout/process1"/>
    <dgm:cxn modelId="{B23388E8-5ECF-4139-B31F-2AEE15E2B6B5}" srcId="{D8103A76-D9D1-4975-93D9-D9DB6F7A978E}" destId="{29F03AC3-06BE-49BF-B59B-6C714818996D}" srcOrd="0" destOrd="0" parTransId="{9F49785A-31E4-460D-8698-5EBDB748FD60}" sibTransId="{411B9115-3BD8-42FF-B04B-4D2D418DF585}"/>
    <dgm:cxn modelId="{61CCB1E9-BB73-41B5-87B8-98EC5EAE4A50}" type="presOf" srcId="{93535CA3-8E4E-4C68-A216-1298D30354C7}" destId="{DF227C00-1374-40DA-AADA-FE7D07B3E881}" srcOrd="0" destOrd="0" presId="urn:microsoft.com/office/officeart/2005/8/layout/process1"/>
    <dgm:cxn modelId="{C393DCF4-68A2-49DF-92E4-D43C908B3F63}" type="presOf" srcId="{9483055A-8EEB-4191-AC97-F734E18D151D}" destId="{AD565495-D18F-4A8C-9299-04BAA35F82FB}" srcOrd="1" destOrd="0" presId="urn:microsoft.com/office/officeart/2005/8/layout/process1"/>
    <dgm:cxn modelId="{144771FB-3C1E-4880-A9E4-4350C636630A}" type="presOf" srcId="{F49D79F9-D1F9-4DB0-AA30-940E9698CD85}" destId="{453B0BD3-BB78-4EF4-8C6E-6805561F2F28}" srcOrd="0" destOrd="0" presId="urn:microsoft.com/office/officeart/2005/8/layout/process1"/>
    <dgm:cxn modelId="{CD91AAF3-81CC-4CB4-967D-98B51F8FD155}" type="presParOf" srcId="{9A46751B-FC20-4E6A-A344-2172B29125FF}" destId="{09CE4735-CFD0-4E60-8BA3-8595F9C25A00}" srcOrd="0" destOrd="0" presId="urn:microsoft.com/office/officeart/2005/8/layout/process1"/>
    <dgm:cxn modelId="{AE166BFE-847A-4914-A991-EE01ABE6BC0A}" type="presParOf" srcId="{9A46751B-FC20-4E6A-A344-2172B29125FF}" destId="{9FC757E6-BD8D-4D15-9F78-E678A2C58CB4}" srcOrd="1" destOrd="0" presId="urn:microsoft.com/office/officeart/2005/8/layout/process1"/>
    <dgm:cxn modelId="{610214B6-FC5B-4615-9650-551941386A81}" type="presParOf" srcId="{9FC757E6-BD8D-4D15-9F78-E678A2C58CB4}" destId="{4A0772F0-C54D-4300-AE61-A8B20C43829F}" srcOrd="0" destOrd="0" presId="urn:microsoft.com/office/officeart/2005/8/layout/process1"/>
    <dgm:cxn modelId="{0A3894AE-CC22-4E9D-AFFA-A049BCCC25C5}" type="presParOf" srcId="{9A46751B-FC20-4E6A-A344-2172B29125FF}" destId="{5EED1DBE-0BA4-4B65-AF5A-769A02F4E756}" srcOrd="2" destOrd="0" presId="urn:microsoft.com/office/officeart/2005/8/layout/process1"/>
    <dgm:cxn modelId="{17A1970E-302B-4FB0-8839-7F86411145F4}" type="presParOf" srcId="{9A46751B-FC20-4E6A-A344-2172B29125FF}" destId="{F756F10B-CBE1-4848-B2C7-062F3ACC84CA}" srcOrd="3" destOrd="0" presId="urn:microsoft.com/office/officeart/2005/8/layout/process1"/>
    <dgm:cxn modelId="{FDB577E4-AD4F-468D-9DEE-592B6E3D2363}" type="presParOf" srcId="{F756F10B-CBE1-4848-B2C7-062F3ACC84CA}" destId="{8A563414-7AD9-4B88-A873-B943290CB4D6}" srcOrd="0" destOrd="0" presId="urn:microsoft.com/office/officeart/2005/8/layout/process1"/>
    <dgm:cxn modelId="{33255B81-A359-401D-B08E-D5C57AF5298D}" type="presParOf" srcId="{9A46751B-FC20-4E6A-A344-2172B29125FF}" destId="{453B0BD3-BB78-4EF4-8C6E-6805561F2F28}" srcOrd="4" destOrd="0" presId="urn:microsoft.com/office/officeart/2005/8/layout/process1"/>
    <dgm:cxn modelId="{12431C93-2F40-42F4-A4E3-EBEA71546888}" type="presParOf" srcId="{9A46751B-FC20-4E6A-A344-2172B29125FF}" destId="{6A9AF9A7-08AC-4EBB-934D-F708CD3C92B7}" srcOrd="5" destOrd="0" presId="urn:microsoft.com/office/officeart/2005/8/layout/process1"/>
    <dgm:cxn modelId="{27024B39-867D-45C5-836E-2CC39F0593EA}" type="presParOf" srcId="{6A9AF9A7-08AC-4EBB-934D-F708CD3C92B7}" destId="{5BD4AC60-BA35-4EE1-964E-686D02796233}" srcOrd="0" destOrd="0" presId="urn:microsoft.com/office/officeart/2005/8/layout/process1"/>
    <dgm:cxn modelId="{DBCEE41B-6A96-4703-BA1D-574280D83B81}" type="presParOf" srcId="{9A46751B-FC20-4E6A-A344-2172B29125FF}" destId="{DF227C00-1374-40DA-AADA-FE7D07B3E881}" srcOrd="6" destOrd="0" presId="urn:microsoft.com/office/officeart/2005/8/layout/process1"/>
    <dgm:cxn modelId="{518002E1-E0BF-4BE7-A102-1E7BC3BAF53C}" type="presParOf" srcId="{9A46751B-FC20-4E6A-A344-2172B29125FF}" destId="{DF583930-8CA5-4976-9CF5-51844FFDFF36}" srcOrd="7" destOrd="0" presId="urn:microsoft.com/office/officeart/2005/8/layout/process1"/>
    <dgm:cxn modelId="{771E186B-6C20-49D0-BA36-AB029A8F7CDC}" type="presParOf" srcId="{DF583930-8CA5-4976-9CF5-51844FFDFF36}" destId="{AD565495-D18F-4A8C-9299-04BAA35F82FB}" srcOrd="0" destOrd="0" presId="urn:microsoft.com/office/officeart/2005/8/layout/process1"/>
    <dgm:cxn modelId="{69A01666-8AFA-4EA8-9E93-571A245A7465}" type="presParOf" srcId="{9A46751B-FC20-4E6A-A344-2172B29125FF}" destId="{5AA0AB36-31E6-4AC4-94E5-25ACDAB97CD7}" srcOrd="8"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8103A76-D9D1-4975-93D9-D9DB6F7A978E}" type="doc">
      <dgm:prSet loTypeId="urn:microsoft.com/office/officeart/2005/8/layout/process1" loCatId="process" qsTypeId="urn:microsoft.com/office/officeart/2005/8/quickstyle/simple2" qsCatId="simple" csTypeId="urn:microsoft.com/office/officeart/2005/8/colors/accent1_2" csCatId="accent1" phldr="1"/>
      <dgm:spPr/>
      <dgm:t>
        <a:bodyPr/>
        <a:lstStyle/>
        <a:p>
          <a:endParaRPr lang="de-AT"/>
        </a:p>
      </dgm:t>
    </dgm:pt>
    <dgm:pt modelId="{AD816315-533E-4505-94C6-A0886F27B5BA}">
      <dgm:prSet phldrT="[Text]" custT="1"/>
      <dgm:spPr>
        <a:solidFill>
          <a:srgbClr val="0070C0"/>
        </a:solidFill>
      </dgm:spPr>
      <dgm:t>
        <a:bodyPr/>
        <a:lstStyle/>
        <a:p>
          <a:r>
            <a:rPr lang="en-GB" sz="1800" dirty="0"/>
            <a:t>Define research questions</a:t>
          </a:r>
        </a:p>
      </dgm:t>
    </dgm:pt>
    <dgm:pt modelId="{495F338C-B96A-4958-A566-458E3F88EED8}" type="sibTrans" cxnId="{CC3A0363-0E41-4728-8674-3A2F201FDACC}">
      <dgm:prSet custT="1"/>
      <dgm:spPr/>
      <dgm:t>
        <a:bodyPr/>
        <a:lstStyle/>
        <a:p>
          <a:endParaRPr lang="de-AT" sz="1400" dirty="0"/>
        </a:p>
      </dgm:t>
    </dgm:pt>
    <dgm:pt modelId="{70F5AD27-46FC-49ED-ABC5-784AB9DDCD24}" type="parTrans" cxnId="{CC3A0363-0E41-4728-8674-3A2F201FDACC}">
      <dgm:prSet/>
      <dgm:spPr/>
      <dgm:t>
        <a:bodyPr/>
        <a:lstStyle/>
        <a:p>
          <a:endParaRPr lang="de-AT" sz="4000"/>
        </a:p>
      </dgm:t>
    </dgm:pt>
    <dgm:pt modelId="{992842F5-C66D-4F6E-84A0-E6C4A6B0528A}">
      <dgm:prSet phldrT="[Text]" custT="1"/>
      <dgm:spPr>
        <a:solidFill>
          <a:srgbClr val="0070C0"/>
        </a:solidFill>
      </dgm:spPr>
      <dgm:t>
        <a:bodyPr/>
        <a:lstStyle/>
        <a:p>
          <a:r>
            <a:rPr lang="en-GB" sz="1800" dirty="0"/>
            <a:t>Data </a:t>
          </a:r>
          <a:r>
            <a:rPr lang="en-GB" sz="1800" dirty="0" err="1"/>
            <a:t>acqui-sition</a:t>
          </a:r>
          <a:endParaRPr lang="en-GB" sz="1800" dirty="0"/>
        </a:p>
      </dgm:t>
    </dgm:pt>
    <dgm:pt modelId="{5409D866-1C31-46ED-93D8-A006206E560E}" type="sibTrans" cxnId="{88F73EE0-A05F-4815-8199-5CDE3214376F}">
      <dgm:prSet custT="1"/>
      <dgm:spPr/>
      <dgm:t>
        <a:bodyPr/>
        <a:lstStyle/>
        <a:p>
          <a:endParaRPr lang="de-AT" sz="1400" dirty="0"/>
        </a:p>
      </dgm:t>
    </dgm:pt>
    <dgm:pt modelId="{000BCA1E-D8C4-4231-A270-3E17CC53A9A3}" type="parTrans" cxnId="{88F73EE0-A05F-4815-8199-5CDE3214376F}">
      <dgm:prSet/>
      <dgm:spPr/>
      <dgm:t>
        <a:bodyPr/>
        <a:lstStyle/>
        <a:p>
          <a:endParaRPr lang="de-AT" sz="4000"/>
        </a:p>
      </dgm:t>
    </dgm:pt>
    <dgm:pt modelId="{F65907C2-CA49-4561-9503-68CF2DE180F6}">
      <dgm:prSet phldrT="[Text]" custT="1"/>
      <dgm:spPr>
        <a:solidFill>
          <a:schemeClr val="accent2"/>
        </a:solidFill>
      </dgm:spPr>
      <dgm:t>
        <a:bodyPr/>
        <a:lstStyle/>
        <a:p>
          <a:r>
            <a:rPr lang="en-GB" sz="1800" dirty="0"/>
            <a:t>Import data</a:t>
          </a:r>
        </a:p>
      </dgm:t>
    </dgm:pt>
    <dgm:pt modelId="{DB7561AA-D049-45C5-8227-8D937A3C0877}" type="sibTrans" cxnId="{8D7F0B79-9A15-4B27-B7D0-E9EE5F7F5793}">
      <dgm:prSet custT="1"/>
      <dgm:spPr/>
      <dgm:t>
        <a:bodyPr/>
        <a:lstStyle/>
        <a:p>
          <a:endParaRPr lang="de-AT" sz="1400" dirty="0"/>
        </a:p>
      </dgm:t>
    </dgm:pt>
    <dgm:pt modelId="{FF48E334-DB7C-4976-BDCF-2451CB95120F}" type="parTrans" cxnId="{8D7F0B79-9A15-4B27-B7D0-E9EE5F7F5793}">
      <dgm:prSet/>
      <dgm:spPr/>
      <dgm:t>
        <a:bodyPr/>
        <a:lstStyle/>
        <a:p>
          <a:endParaRPr lang="de-AT" sz="4000"/>
        </a:p>
      </dgm:t>
    </dgm:pt>
    <dgm:pt modelId="{FCA8AA5D-C2FC-404A-ADEF-CB270465EBBC}">
      <dgm:prSet phldrT="[Text]" custT="1"/>
      <dgm:spPr>
        <a:solidFill>
          <a:schemeClr val="accent2"/>
        </a:solidFill>
      </dgm:spPr>
      <dgm:t>
        <a:bodyPr/>
        <a:lstStyle/>
        <a:p>
          <a:r>
            <a:rPr lang="en-GB" sz="1800" dirty="0"/>
            <a:t>Explore &amp; validate data</a:t>
          </a:r>
        </a:p>
      </dgm:t>
    </dgm:pt>
    <dgm:pt modelId="{9CAA6400-B1D1-4B19-9A33-D67920AE6CAC}" type="sibTrans" cxnId="{18225CE1-C6C2-42F5-840F-5293D90E756E}">
      <dgm:prSet custT="1"/>
      <dgm:spPr/>
      <dgm:t>
        <a:bodyPr/>
        <a:lstStyle/>
        <a:p>
          <a:endParaRPr lang="de-AT" sz="1400" dirty="0"/>
        </a:p>
      </dgm:t>
    </dgm:pt>
    <dgm:pt modelId="{D824AFC2-2288-4D0D-844C-EC0F550F6DB6}" type="parTrans" cxnId="{18225CE1-C6C2-42F5-840F-5293D90E756E}">
      <dgm:prSet/>
      <dgm:spPr/>
      <dgm:t>
        <a:bodyPr/>
        <a:lstStyle/>
        <a:p>
          <a:endParaRPr lang="de-AT" sz="4000"/>
        </a:p>
      </dgm:t>
    </dgm:pt>
    <dgm:pt modelId="{20C3C2D2-6ECD-47B5-A7B8-15F4718116D4}">
      <dgm:prSet phldrT="[Text]" custT="1"/>
      <dgm:spPr>
        <a:solidFill>
          <a:schemeClr val="accent2"/>
        </a:solidFill>
      </dgm:spPr>
      <dgm:t>
        <a:bodyPr/>
        <a:lstStyle/>
        <a:p>
          <a:r>
            <a:rPr lang="en-GB" sz="1800" dirty="0"/>
            <a:t>Modify data</a:t>
          </a:r>
        </a:p>
      </dgm:t>
    </dgm:pt>
    <dgm:pt modelId="{5D74A0C1-8B85-4F8B-B2C4-2E90AA7A1787}" type="sibTrans" cxnId="{B8941292-0CA8-44DA-8C7B-81447657FD67}">
      <dgm:prSet/>
      <dgm:spPr/>
      <dgm:t>
        <a:bodyPr/>
        <a:lstStyle/>
        <a:p>
          <a:endParaRPr lang="de-AT" sz="4000"/>
        </a:p>
      </dgm:t>
    </dgm:pt>
    <dgm:pt modelId="{752CCD59-44C6-479C-AC1C-6576DC417144}" type="parTrans" cxnId="{B8941292-0CA8-44DA-8C7B-81447657FD67}">
      <dgm:prSet/>
      <dgm:spPr/>
      <dgm:t>
        <a:bodyPr/>
        <a:lstStyle/>
        <a:p>
          <a:endParaRPr lang="de-AT" sz="4000"/>
        </a:p>
      </dgm:t>
    </dgm:pt>
    <dgm:pt modelId="{9A46751B-FC20-4E6A-A344-2172B29125FF}" type="pres">
      <dgm:prSet presAssocID="{D8103A76-D9D1-4975-93D9-D9DB6F7A978E}" presName="Name0" presStyleCnt="0">
        <dgm:presLayoutVars>
          <dgm:dir/>
          <dgm:resizeHandles val="exact"/>
        </dgm:presLayoutVars>
      </dgm:prSet>
      <dgm:spPr/>
    </dgm:pt>
    <dgm:pt modelId="{75A1DD85-D377-4B38-BEDB-6B35BDA44639}" type="pres">
      <dgm:prSet presAssocID="{AD816315-533E-4505-94C6-A0886F27B5BA}" presName="node" presStyleLbl="node1" presStyleIdx="0" presStyleCnt="5" custScaleX="154417">
        <dgm:presLayoutVars>
          <dgm:bulletEnabled val="1"/>
        </dgm:presLayoutVars>
      </dgm:prSet>
      <dgm:spPr/>
    </dgm:pt>
    <dgm:pt modelId="{B1788994-A8F9-41F5-8D6F-AB7020D5EF6F}" type="pres">
      <dgm:prSet presAssocID="{495F338C-B96A-4958-A566-458E3F88EED8}" presName="sibTrans" presStyleLbl="sibTrans2D1" presStyleIdx="0" presStyleCnt="4"/>
      <dgm:spPr/>
    </dgm:pt>
    <dgm:pt modelId="{CA9C0948-6994-4419-A72F-1D2F2CBA6C28}" type="pres">
      <dgm:prSet presAssocID="{495F338C-B96A-4958-A566-458E3F88EED8}" presName="connectorText" presStyleLbl="sibTrans2D1" presStyleIdx="0" presStyleCnt="4"/>
      <dgm:spPr/>
    </dgm:pt>
    <dgm:pt modelId="{AE91CE98-9D2A-49D3-946F-206ABA6C2DE3}" type="pres">
      <dgm:prSet presAssocID="{992842F5-C66D-4F6E-84A0-E6C4A6B0528A}" presName="node" presStyleLbl="node1" presStyleIdx="1" presStyleCnt="5">
        <dgm:presLayoutVars>
          <dgm:bulletEnabled val="1"/>
        </dgm:presLayoutVars>
      </dgm:prSet>
      <dgm:spPr/>
    </dgm:pt>
    <dgm:pt modelId="{6A840977-A864-4624-8AD5-E2DB19433E76}" type="pres">
      <dgm:prSet presAssocID="{5409D866-1C31-46ED-93D8-A006206E560E}" presName="sibTrans" presStyleLbl="sibTrans2D1" presStyleIdx="1" presStyleCnt="4"/>
      <dgm:spPr/>
    </dgm:pt>
    <dgm:pt modelId="{F8A99B90-D9BD-40A5-8ED7-D59684D90047}" type="pres">
      <dgm:prSet presAssocID="{5409D866-1C31-46ED-93D8-A006206E560E}" presName="connectorText" presStyleLbl="sibTrans2D1" presStyleIdx="1" presStyleCnt="4"/>
      <dgm:spPr/>
    </dgm:pt>
    <dgm:pt modelId="{BF01A06A-00B0-497A-A4F1-CD0FE8378C0F}" type="pres">
      <dgm:prSet presAssocID="{F65907C2-CA49-4561-9503-68CF2DE180F6}" presName="node" presStyleLbl="node1" presStyleIdx="2" presStyleCnt="5">
        <dgm:presLayoutVars>
          <dgm:bulletEnabled val="1"/>
        </dgm:presLayoutVars>
      </dgm:prSet>
      <dgm:spPr/>
    </dgm:pt>
    <dgm:pt modelId="{8394E310-8F72-4A93-BA28-70BE4CC307C4}" type="pres">
      <dgm:prSet presAssocID="{DB7561AA-D049-45C5-8227-8D937A3C0877}" presName="sibTrans" presStyleLbl="sibTrans2D1" presStyleIdx="2" presStyleCnt="4"/>
      <dgm:spPr/>
    </dgm:pt>
    <dgm:pt modelId="{A096BCF2-D843-4A82-A54C-D951B6EB2F1B}" type="pres">
      <dgm:prSet presAssocID="{DB7561AA-D049-45C5-8227-8D937A3C0877}" presName="connectorText" presStyleLbl="sibTrans2D1" presStyleIdx="2" presStyleCnt="4"/>
      <dgm:spPr/>
    </dgm:pt>
    <dgm:pt modelId="{63369FD1-71EC-4E7B-9E0A-9CFCA4038F69}" type="pres">
      <dgm:prSet presAssocID="{FCA8AA5D-C2FC-404A-ADEF-CB270465EBBC}" presName="node" presStyleLbl="node1" presStyleIdx="3" presStyleCnt="5" custScaleX="117804">
        <dgm:presLayoutVars>
          <dgm:bulletEnabled val="1"/>
        </dgm:presLayoutVars>
      </dgm:prSet>
      <dgm:spPr/>
    </dgm:pt>
    <dgm:pt modelId="{E9B1F861-5AE8-4997-924C-1B0462D8D388}" type="pres">
      <dgm:prSet presAssocID="{9CAA6400-B1D1-4B19-9A33-D67920AE6CAC}" presName="sibTrans" presStyleLbl="sibTrans2D1" presStyleIdx="3" presStyleCnt="4"/>
      <dgm:spPr/>
    </dgm:pt>
    <dgm:pt modelId="{F090BC86-1DC4-4294-AB80-E90E45ABE8E2}" type="pres">
      <dgm:prSet presAssocID="{9CAA6400-B1D1-4B19-9A33-D67920AE6CAC}" presName="connectorText" presStyleLbl="sibTrans2D1" presStyleIdx="3" presStyleCnt="4"/>
      <dgm:spPr/>
    </dgm:pt>
    <dgm:pt modelId="{0664E7A5-DADB-44A2-ADA8-E7389A6421F0}" type="pres">
      <dgm:prSet presAssocID="{20C3C2D2-6ECD-47B5-A7B8-15F4718116D4}" presName="node" presStyleLbl="node1" presStyleIdx="4" presStyleCnt="5">
        <dgm:presLayoutVars>
          <dgm:bulletEnabled val="1"/>
        </dgm:presLayoutVars>
      </dgm:prSet>
      <dgm:spPr/>
    </dgm:pt>
  </dgm:ptLst>
  <dgm:cxnLst>
    <dgm:cxn modelId="{9C2EC800-0403-461C-A90B-F0930FF75732}" type="presOf" srcId="{D8103A76-D9D1-4975-93D9-D9DB6F7A978E}" destId="{9A46751B-FC20-4E6A-A344-2172B29125FF}" srcOrd="0" destOrd="0" presId="urn:microsoft.com/office/officeart/2005/8/layout/process1"/>
    <dgm:cxn modelId="{927D3901-C1FB-4265-9712-F7F29AB19F6C}" type="presOf" srcId="{5409D866-1C31-46ED-93D8-A006206E560E}" destId="{F8A99B90-D9BD-40A5-8ED7-D59684D90047}" srcOrd="1" destOrd="0" presId="urn:microsoft.com/office/officeart/2005/8/layout/process1"/>
    <dgm:cxn modelId="{79EC881D-80A3-4625-BD22-3DC7D25EA24C}" type="presOf" srcId="{495F338C-B96A-4958-A566-458E3F88EED8}" destId="{CA9C0948-6994-4419-A72F-1D2F2CBA6C28}" srcOrd="1" destOrd="0" presId="urn:microsoft.com/office/officeart/2005/8/layout/process1"/>
    <dgm:cxn modelId="{847FEE2C-C41C-4641-871B-7F2B89C19CC1}" type="presOf" srcId="{F65907C2-CA49-4561-9503-68CF2DE180F6}" destId="{BF01A06A-00B0-497A-A4F1-CD0FE8378C0F}" srcOrd="0" destOrd="0" presId="urn:microsoft.com/office/officeart/2005/8/layout/process1"/>
    <dgm:cxn modelId="{FAC6472E-03B8-4D05-AF44-0D93E00C6C9A}" type="presOf" srcId="{DB7561AA-D049-45C5-8227-8D937A3C0877}" destId="{A096BCF2-D843-4A82-A54C-D951B6EB2F1B}" srcOrd="1" destOrd="0" presId="urn:microsoft.com/office/officeart/2005/8/layout/process1"/>
    <dgm:cxn modelId="{D0097038-1116-4636-B0F7-6BDAE1ACBCD9}" type="presOf" srcId="{DB7561AA-D049-45C5-8227-8D937A3C0877}" destId="{8394E310-8F72-4A93-BA28-70BE4CC307C4}" srcOrd="0" destOrd="0" presId="urn:microsoft.com/office/officeart/2005/8/layout/process1"/>
    <dgm:cxn modelId="{CC3A0363-0E41-4728-8674-3A2F201FDACC}" srcId="{D8103A76-D9D1-4975-93D9-D9DB6F7A978E}" destId="{AD816315-533E-4505-94C6-A0886F27B5BA}" srcOrd="0" destOrd="0" parTransId="{70F5AD27-46FC-49ED-ABC5-784AB9DDCD24}" sibTransId="{495F338C-B96A-4958-A566-458E3F88EED8}"/>
    <dgm:cxn modelId="{8C9CCE69-CAB6-429E-AE96-DB7B379AC056}" type="presOf" srcId="{5409D866-1C31-46ED-93D8-A006206E560E}" destId="{6A840977-A864-4624-8AD5-E2DB19433E76}" srcOrd="0" destOrd="0" presId="urn:microsoft.com/office/officeart/2005/8/layout/process1"/>
    <dgm:cxn modelId="{0D2BBB4A-F89F-4B39-BFBA-6593F3B0E167}" type="presOf" srcId="{495F338C-B96A-4958-A566-458E3F88EED8}" destId="{B1788994-A8F9-41F5-8D6F-AB7020D5EF6F}" srcOrd="0" destOrd="0" presId="urn:microsoft.com/office/officeart/2005/8/layout/process1"/>
    <dgm:cxn modelId="{8D7F0B79-9A15-4B27-B7D0-E9EE5F7F5793}" srcId="{D8103A76-D9D1-4975-93D9-D9DB6F7A978E}" destId="{F65907C2-CA49-4561-9503-68CF2DE180F6}" srcOrd="2" destOrd="0" parTransId="{FF48E334-DB7C-4976-BDCF-2451CB95120F}" sibTransId="{DB7561AA-D049-45C5-8227-8D937A3C0877}"/>
    <dgm:cxn modelId="{D287B27C-3CC1-454B-9F86-A5019FEF9C27}" type="presOf" srcId="{FCA8AA5D-C2FC-404A-ADEF-CB270465EBBC}" destId="{63369FD1-71EC-4E7B-9E0A-9CFCA4038F69}" srcOrd="0" destOrd="0" presId="urn:microsoft.com/office/officeart/2005/8/layout/process1"/>
    <dgm:cxn modelId="{95DD7F8C-196D-4595-B20A-D2927E18E83F}" type="presOf" srcId="{9CAA6400-B1D1-4B19-9A33-D67920AE6CAC}" destId="{E9B1F861-5AE8-4997-924C-1B0462D8D388}" srcOrd="0" destOrd="0" presId="urn:microsoft.com/office/officeart/2005/8/layout/process1"/>
    <dgm:cxn modelId="{B8941292-0CA8-44DA-8C7B-81447657FD67}" srcId="{D8103A76-D9D1-4975-93D9-D9DB6F7A978E}" destId="{20C3C2D2-6ECD-47B5-A7B8-15F4718116D4}" srcOrd="4" destOrd="0" parTransId="{752CCD59-44C6-479C-AC1C-6576DC417144}" sibTransId="{5D74A0C1-8B85-4F8B-B2C4-2E90AA7A1787}"/>
    <dgm:cxn modelId="{9F303992-4227-4D7E-AC72-066DF2953F3E}" type="presOf" srcId="{992842F5-C66D-4F6E-84A0-E6C4A6B0528A}" destId="{AE91CE98-9D2A-49D3-946F-206ABA6C2DE3}" srcOrd="0" destOrd="0" presId="urn:microsoft.com/office/officeart/2005/8/layout/process1"/>
    <dgm:cxn modelId="{B70CE1AC-DDAD-424F-B024-574570E9FB55}" type="presOf" srcId="{20C3C2D2-6ECD-47B5-A7B8-15F4718116D4}" destId="{0664E7A5-DADB-44A2-ADA8-E7389A6421F0}" srcOrd="0" destOrd="0" presId="urn:microsoft.com/office/officeart/2005/8/layout/process1"/>
    <dgm:cxn modelId="{925F0DC3-088C-4865-8938-FB443692741C}" type="presOf" srcId="{9CAA6400-B1D1-4B19-9A33-D67920AE6CAC}" destId="{F090BC86-1DC4-4294-AB80-E90E45ABE8E2}" srcOrd="1" destOrd="0" presId="urn:microsoft.com/office/officeart/2005/8/layout/process1"/>
    <dgm:cxn modelId="{7292D6DB-AB7D-4289-AD4F-D4355E638AF5}" type="presOf" srcId="{AD816315-533E-4505-94C6-A0886F27B5BA}" destId="{75A1DD85-D377-4B38-BEDB-6B35BDA44639}" srcOrd="0" destOrd="0" presId="urn:microsoft.com/office/officeart/2005/8/layout/process1"/>
    <dgm:cxn modelId="{88F73EE0-A05F-4815-8199-5CDE3214376F}" srcId="{D8103A76-D9D1-4975-93D9-D9DB6F7A978E}" destId="{992842F5-C66D-4F6E-84A0-E6C4A6B0528A}" srcOrd="1" destOrd="0" parTransId="{000BCA1E-D8C4-4231-A270-3E17CC53A9A3}" sibTransId="{5409D866-1C31-46ED-93D8-A006206E560E}"/>
    <dgm:cxn modelId="{18225CE1-C6C2-42F5-840F-5293D90E756E}" srcId="{D8103A76-D9D1-4975-93D9-D9DB6F7A978E}" destId="{FCA8AA5D-C2FC-404A-ADEF-CB270465EBBC}" srcOrd="3" destOrd="0" parTransId="{D824AFC2-2288-4D0D-844C-EC0F550F6DB6}" sibTransId="{9CAA6400-B1D1-4B19-9A33-D67920AE6CAC}"/>
    <dgm:cxn modelId="{8F4085D0-CA71-4BCF-A3B7-2BD9EE8273D3}" type="presParOf" srcId="{9A46751B-FC20-4E6A-A344-2172B29125FF}" destId="{75A1DD85-D377-4B38-BEDB-6B35BDA44639}" srcOrd="0" destOrd="0" presId="urn:microsoft.com/office/officeart/2005/8/layout/process1"/>
    <dgm:cxn modelId="{20EA9802-B361-481D-9B17-2EE8BBABA001}" type="presParOf" srcId="{9A46751B-FC20-4E6A-A344-2172B29125FF}" destId="{B1788994-A8F9-41F5-8D6F-AB7020D5EF6F}" srcOrd="1" destOrd="0" presId="urn:microsoft.com/office/officeart/2005/8/layout/process1"/>
    <dgm:cxn modelId="{441576F2-17FB-4562-A610-267DB9C488FF}" type="presParOf" srcId="{B1788994-A8F9-41F5-8D6F-AB7020D5EF6F}" destId="{CA9C0948-6994-4419-A72F-1D2F2CBA6C28}" srcOrd="0" destOrd="0" presId="urn:microsoft.com/office/officeart/2005/8/layout/process1"/>
    <dgm:cxn modelId="{0B372DCA-9D15-4215-BD10-E80D892BC3A1}" type="presParOf" srcId="{9A46751B-FC20-4E6A-A344-2172B29125FF}" destId="{AE91CE98-9D2A-49D3-946F-206ABA6C2DE3}" srcOrd="2" destOrd="0" presId="urn:microsoft.com/office/officeart/2005/8/layout/process1"/>
    <dgm:cxn modelId="{901FD173-172A-4CBD-87F3-4B01388DF198}" type="presParOf" srcId="{9A46751B-FC20-4E6A-A344-2172B29125FF}" destId="{6A840977-A864-4624-8AD5-E2DB19433E76}" srcOrd="3" destOrd="0" presId="urn:microsoft.com/office/officeart/2005/8/layout/process1"/>
    <dgm:cxn modelId="{B0D12C38-F350-4CB9-AA25-F2B3CA692B5F}" type="presParOf" srcId="{6A840977-A864-4624-8AD5-E2DB19433E76}" destId="{F8A99B90-D9BD-40A5-8ED7-D59684D90047}" srcOrd="0" destOrd="0" presId="urn:microsoft.com/office/officeart/2005/8/layout/process1"/>
    <dgm:cxn modelId="{9F709313-E8F0-4186-B73D-637AEFEC47FE}" type="presParOf" srcId="{9A46751B-FC20-4E6A-A344-2172B29125FF}" destId="{BF01A06A-00B0-497A-A4F1-CD0FE8378C0F}" srcOrd="4" destOrd="0" presId="urn:microsoft.com/office/officeart/2005/8/layout/process1"/>
    <dgm:cxn modelId="{B47BED5E-7B9C-4019-B406-A9D5039BA079}" type="presParOf" srcId="{9A46751B-FC20-4E6A-A344-2172B29125FF}" destId="{8394E310-8F72-4A93-BA28-70BE4CC307C4}" srcOrd="5" destOrd="0" presId="urn:microsoft.com/office/officeart/2005/8/layout/process1"/>
    <dgm:cxn modelId="{F57C8CAD-47C9-4ACA-9E05-2F5A48D3A10E}" type="presParOf" srcId="{8394E310-8F72-4A93-BA28-70BE4CC307C4}" destId="{A096BCF2-D843-4A82-A54C-D951B6EB2F1B}" srcOrd="0" destOrd="0" presId="urn:microsoft.com/office/officeart/2005/8/layout/process1"/>
    <dgm:cxn modelId="{F1F5037E-F27A-49FF-BF74-45CB59452757}" type="presParOf" srcId="{9A46751B-FC20-4E6A-A344-2172B29125FF}" destId="{63369FD1-71EC-4E7B-9E0A-9CFCA4038F69}" srcOrd="6" destOrd="0" presId="urn:microsoft.com/office/officeart/2005/8/layout/process1"/>
    <dgm:cxn modelId="{62D630C9-DEED-4A73-A661-9AFB7593ECC1}" type="presParOf" srcId="{9A46751B-FC20-4E6A-A344-2172B29125FF}" destId="{E9B1F861-5AE8-4997-924C-1B0462D8D388}" srcOrd="7" destOrd="0" presId="urn:microsoft.com/office/officeart/2005/8/layout/process1"/>
    <dgm:cxn modelId="{1BC83B5F-24CA-4EB9-8F93-B408FAF24FB2}" type="presParOf" srcId="{E9B1F861-5AE8-4997-924C-1B0462D8D388}" destId="{F090BC86-1DC4-4294-AB80-E90E45ABE8E2}" srcOrd="0" destOrd="0" presId="urn:microsoft.com/office/officeart/2005/8/layout/process1"/>
    <dgm:cxn modelId="{80238FE7-25C8-447C-A640-B97C5805A264}" type="presParOf" srcId="{9A46751B-FC20-4E6A-A344-2172B29125FF}" destId="{0664E7A5-DADB-44A2-ADA8-E7389A6421F0}" srcOrd="8" destOrd="0" presId="urn:microsoft.com/office/officeart/2005/8/layout/process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8103A76-D9D1-4975-93D9-D9DB6F7A978E}" type="doc">
      <dgm:prSet loTypeId="urn:microsoft.com/office/officeart/2005/8/layout/process1" loCatId="process" qsTypeId="urn:microsoft.com/office/officeart/2005/8/quickstyle/simple2" qsCatId="simple" csTypeId="urn:microsoft.com/office/officeart/2005/8/colors/accent1_2" csCatId="accent1" phldr="1"/>
      <dgm:spPr/>
      <dgm:t>
        <a:bodyPr/>
        <a:lstStyle/>
        <a:p>
          <a:endParaRPr lang="de-AT"/>
        </a:p>
      </dgm:t>
    </dgm:pt>
    <dgm:pt modelId="{29F03AC3-06BE-49BF-B59B-6C714818996D}">
      <dgm:prSet phldrT="[Text]" custT="1"/>
      <dgm:spPr>
        <a:solidFill>
          <a:schemeClr val="accent2"/>
        </a:solidFill>
      </dgm:spPr>
      <dgm:t>
        <a:bodyPr/>
        <a:lstStyle/>
        <a:p>
          <a:r>
            <a:rPr lang="en-GB" sz="2000" dirty="0"/>
            <a:t>Model data</a:t>
          </a:r>
        </a:p>
      </dgm:t>
    </dgm:pt>
    <dgm:pt modelId="{9F49785A-31E4-460D-8698-5EBDB748FD60}" type="parTrans" cxnId="{B23388E8-5ECF-4139-B31F-2AEE15E2B6B5}">
      <dgm:prSet/>
      <dgm:spPr/>
      <dgm:t>
        <a:bodyPr/>
        <a:lstStyle/>
        <a:p>
          <a:endParaRPr lang="de-AT" sz="3200"/>
        </a:p>
      </dgm:t>
    </dgm:pt>
    <dgm:pt modelId="{411B9115-3BD8-42FF-B04B-4D2D418DF585}" type="sibTrans" cxnId="{B23388E8-5ECF-4139-B31F-2AEE15E2B6B5}">
      <dgm:prSet custT="1"/>
      <dgm:spPr/>
      <dgm:t>
        <a:bodyPr/>
        <a:lstStyle/>
        <a:p>
          <a:endParaRPr lang="de-AT" sz="1400" dirty="0"/>
        </a:p>
      </dgm:t>
    </dgm:pt>
    <dgm:pt modelId="{68BDA154-BFEB-46E6-BEE8-8F2F9CD55105}">
      <dgm:prSet phldrT="[Text]" custT="1"/>
      <dgm:spPr>
        <a:solidFill>
          <a:schemeClr val="accent2"/>
        </a:solidFill>
      </dgm:spPr>
      <dgm:t>
        <a:bodyPr/>
        <a:lstStyle/>
        <a:p>
          <a:r>
            <a:rPr lang="en-GB" sz="2000" dirty="0"/>
            <a:t>Validate models</a:t>
          </a:r>
        </a:p>
      </dgm:t>
    </dgm:pt>
    <dgm:pt modelId="{A0BF3AA7-1C4A-4FC6-84F3-C5D43406CE23}" type="parTrans" cxnId="{16F53D4B-C4D9-4D87-A929-151A26ECB7BA}">
      <dgm:prSet/>
      <dgm:spPr/>
      <dgm:t>
        <a:bodyPr/>
        <a:lstStyle/>
        <a:p>
          <a:endParaRPr lang="de-AT" sz="3200"/>
        </a:p>
      </dgm:t>
    </dgm:pt>
    <dgm:pt modelId="{F2A17C29-009B-4480-8A32-37BC99B407F2}" type="sibTrans" cxnId="{16F53D4B-C4D9-4D87-A929-151A26ECB7BA}">
      <dgm:prSet custT="1"/>
      <dgm:spPr/>
      <dgm:t>
        <a:bodyPr/>
        <a:lstStyle/>
        <a:p>
          <a:endParaRPr lang="de-AT" sz="1400" dirty="0"/>
        </a:p>
      </dgm:t>
    </dgm:pt>
    <dgm:pt modelId="{F49D79F9-D1F9-4DB0-AA30-940E9698CD85}">
      <dgm:prSet phldrT="[Text]" custT="1"/>
      <dgm:spPr>
        <a:solidFill>
          <a:schemeClr val="accent2"/>
        </a:solidFill>
      </dgm:spPr>
      <dgm:t>
        <a:bodyPr/>
        <a:lstStyle/>
        <a:p>
          <a:r>
            <a:rPr lang="en-GB" sz="2000" dirty="0"/>
            <a:t>Evaluate</a:t>
          </a:r>
          <a:br>
            <a:rPr lang="en-GB" sz="2000" dirty="0"/>
          </a:br>
          <a:r>
            <a:rPr lang="en-GB" sz="2000" dirty="0"/>
            <a:t>models</a:t>
          </a:r>
        </a:p>
      </dgm:t>
    </dgm:pt>
    <dgm:pt modelId="{3FDCBC74-4A35-41EF-97FE-BF6F93D2110E}" type="parTrans" cxnId="{DAF1BE1D-E8C0-429A-BB0E-E9B4AA38E454}">
      <dgm:prSet/>
      <dgm:spPr/>
      <dgm:t>
        <a:bodyPr/>
        <a:lstStyle/>
        <a:p>
          <a:endParaRPr lang="de-AT" sz="3200"/>
        </a:p>
      </dgm:t>
    </dgm:pt>
    <dgm:pt modelId="{A2FFD495-4582-45A1-BC91-705530047760}" type="sibTrans" cxnId="{DAF1BE1D-E8C0-429A-BB0E-E9B4AA38E454}">
      <dgm:prSet custT="1"/>
      <dgm:spPr/>
      <dgm:t>
        <a:bodyPr/>
        <a:lstStyle/>
        <a:p>
          <a:endParaRPr lang="de-AT" sz="1400" dirty="0"/>
        </a:p>
      </dgm:t>
    </dgm:pt>
    <dgm:pt modelId="{93535CA3-8E4E-4C68-A216-1298D30354C7}">
      <dgm:prSet phldrT="[Text]" custT="1"/>
      <dgm:spPr>
        <a:solidFill>
          <a:srgbClr val="768692"/>
        </a:solidFill>
      </dgm:spPr>
      <dgm:t>
        <a:bodyPr/>
        <a:lstStyle/>
        <a:p>
          <a:r>
            <a:rPr lang="en-GB" sz="2000" dirty="0"/>
            <a:t>Documentation</a:t>
          </a:r>
        </a:p>
      </dgm:t>
    </dgm:pt>
    <dgm:pt modelId="{E5B96038-236B-451C-8113-49BE663CD0C1}" type="parTrans" cxnId="{FBACF19C-683A-4ECF-8C78-2F53FECEA0F9}">
      <dgm:prSet/>
      <dgm:spPr/>
      <dgm:t>
        <a:bodyPr/>
        <a:lstStyle/>
        <a:p>
          <a:endParaRPr lang="de-AT" sz="3200"/>
        </a:p>
      </dgm:t>
    </dgm:pt>
    <dgm:pt modelId="{9483055A-8EEB-4191-AC97-F734E18D151D}" type="sibTrans" cxnId="{FBACF19C-683A-4ECF-8C78-2F53FECEA0F9}">
      <dgm:prSet custT="1"/>
      <dgm:spPr/>
      <dgm:t>
        <a:bodyPr/>
        <a:lstStyle/>
        <a:p>
          <a:endParaRPr lang="de-AT" sz="1400" dirty="0"/>
        </a:p>
      </dgm:t>
    </dgm:pt>
    <dgm:pt modelId="{F74A1C6C-F65D-47F2-ADC8-93CE00B534BB}">
      <dgm:prSet phldrT="[Text]" custT="1"/>
      <dgm:spPr>
        <a:solidFill>
          <a:srgbClr val="768692"/>
        </a:solidFill>
      </dgm:spPr>
      <dgm:t>
        <a:bodyPr/>
        <a:lstStyle/>
        <a:p>
          <a:r>
            <a:rPr lang="en-GB" sz="2000" dirty="0"/>
            <a:t>Summarise findings</a:t>
          </a:r>
        </a:p>
      </dgm:t>
    </dgm:pt>
    <dgm:pt modelId="{6C3450A2-930C-46E3-B5EF-C92874736F16}" type="parTrans" cxnId="{582D8684-9A44-4D96-A8CB-33BAD879929A}">
      <dgm:prSet/>
      <dgm:spPr/>
      <dgm:t>
        <a:bodyPr/>
        <a:lstStyle/>
        <a:p>
          <a:endParaRPr lang="de-AT" sz="3200"/>
        </a:p>
      </dgm:t>
    </dgm:pt>
    <dgm:pt modelId="{DB9E2D33-AABD-4073-BA34-A451097E166A}" type="sibTrans" cxnId="{582D8684-9A44-4D96-A8CB-33BAD879929A}">
      <dgm:prSet/>
      <dgm:spPr/>
      <dgm:t>
        <a:bodyPr/>
        <a:lstStyle/>
        <a:p>
          <a:endParaRPr lang="de-AT" sz="3200"/>
        </a:p>
      </dgm:t>
    </dgm:pt>
    <dgm:pt modelId="{9A46751B-FC20-4E6A-A344-2172B29125FF}" type="pres">
      <dgm:prSet presAssocID="{D8103A76-D9D1-4975-93D9-D9DB6F7A978E}" presName="Name0" presStyleCnt="0">
        <dgm:presLayoutVars>
          <dgm:dir/>
          <dgm:resizeHandles val="exact"/>
        </dgm:presLayoutVars>
      </dgm:prSet>
      <dgm:spPr/>
    </dgm:pt>
    <dgm:pt modelId="{09CE4735-CFD0-4E60-8BA3-8595F9C25A00}" type="pres">
      <dgm:prSet presAssocID="{29F03AC3-06BE-49BF-B59B-6C714818996D}" presName="node" presStyleLbl="node1" presStyleIdx="0" presStyleCnt="5">
        <dgm:presLayoutVars>
          <dgm:bulletEnabled val="1"/>
        </dgm:presLayoutVars>
      </dgm:prSet>
      <dgm:spPr/>
    </dgm:pt>
    <dgm:pt modelId="{9FC757E6-BD8D-4D15-9F78-E678A2C58CB4}" type="pres">
      <dgm:prSet presAssocID="{411B9115-3BD8-42FF-B04B-4D2D418DF585}" presName="sibTrans" presStyleLbl="sibTrans2D1" presStyleIdx="0" presStyleCnt="4"/>
      <dgm:spPr/>
    </dgm:pt>
    <dgm:pt modelId="{4A0772F0-C54D-4300-AE61-A8B20C43829F}" type="pres">
      <dgm:prSet presAssocID="{411B9115-3BD8-42FF-B04B-4D2D418DF585}" presName="connectorText" presStyleLbl="sibTrans2D1" presStyleIdx="0" presStyleCnt="4"/>
      <dgm:spPr/>
    </dgm:pt>
    <dgm:pt modelId="{5EED1DBE-0BA4-4B65-AF5A-769A02F4E756}" type="pres">
      <dgm:prSet presAssocID="{68BDA154-BFEB-46E6-BEE8-8F2F9CD55105}" presName="node" presStyleLbl="node1" presStyleIdx="1" presStyleCnt="5">
        <dgm:presLayoutVars>
          <dgm:bulletEnabled val="1"/>
        </dgm:presLayoutVars>
      </dgm:prSet>
      <dgm:spPr/>
    </dgm:pt>
    <dgm:pt modelId="{F756F10B-CBE1-4848-B2C7-062F3ACC84CA}" type="pres">
      <dgm:prSet presAssocID="{F2A17C29-009B-4480-8A32-37BC99B407F2}" presName="sibTrans" presStyleLbl="sibTrans2D1" presStyleIdx="1" presStyleCnt="4"/>
      <dgm:spPr/>
    </dgm:pt>
    <dgm:pt modelId="{8A563414-7AD9-4B88-A873-B943290CB4D6}" type="pres">
      <dgm:prSet presAssocID="{F2A17C29-009B-4480-8A32-37BC99B407F2}" presName="connectorText" presStyleLbl="sibTrans2D1" presStyleIdx="1" presStyleCnt="4"/>
      <dgm:spPr/>
    </dgm:pt>
    <dgm:pt modelId="{453B0BD3-BB78-4EF4-8C6E-6805561F2F28}" type="pres">
      <dgm:prSet presAssocID="{F49D79F9-D1F9-4DB0-AA30-940E9698CD85}" presName="node" presStyleLbl="node1" presStyleIdx="2" presStyleCnt="5">
        <dgm:presLayoutVars>
          <dgm:bulletEnabled val="1"/>
        </dgm:presLayoutVars>
      </dgm:prSet>
      <dgm:spPr/>
    </dgm:pt>
    <dgm:pt modelId="{6A9AF9A7-08AC-4EBB-934D-F708CD3C92B7}" type="pres">
      <dgm:prSet presAssocID="{A2FFD495-4582-45A1-BC91-705530047760}" presName="sibTrans" presStyleLbl="sibTrans2D1" presStyleIdx="2" presStyleCnt="4"/>
      <dgm:spPr/>
    </dgm:pt>
    <dgm:pt modelId="{5BD4AC60-BA35-4EE1-964E-686D02796233}" type="pres">
      <dgm:prSet presAssocID="{A2FFD495-4582-45A1-BC91-705530047760}" presName="connectorText" presStyleLbl="sibTrans2D1" presStyleIdx="2" presStyleCnt="4"/>
      <dgm:spPr/>
    </dgm:pt>
    <dgm:pt modelId="{DF227C00-1374-40DA-AADA-FE7D07B3E881}" type="pres">
      <dgm:prSet presAssocID="{93535CA3-8E4E-4C68-A216-1298D30354C7}" presName="node" presStyleLbl="node1" presStyleIdx="3" presStyleCnt="5" custScaleX="107768">
        <dgm:presLayoutVars>
          <dgm:bulletEnabled val="1"/>
        </dgm:presLayoutVars>
      </dgm:prSet>
      <dgm:spPr/>
    </dgm:pt>
    <dgm:pt modelId="{DF583930-8CA5-4976-9CF5-51844FFDFF36}" type="pres">
      <dgm:prSet presAssocID="{9483055A-8EEB-4191-AC97-F734E18D151D}" presName="sibTrans" presStyleLbl="sibTrans2D1" presStyleIdx="3" presStyleCnt="4"/>
      <dgm:spPr/>
    </dgm:pt>
    <dgm:pt modelId="{AD565495-D18F-4A8C-9299-04BAA35F82FB}" type="pres">
      <dgm:prSet presAssocID="{9483055A-8EEB-4191-AC97-F734E18D151D}" presName="connectorText" presStyleLbl="sibTrans2D1" presStyleIdx="3" presStyleCnt="4"/>
      <dgm:spPr/>
    </dgm:pt>
    <dgm:pt modelId="{5AA0AB36-31E6-4AC4-94E5-25ACDAB97CD7}" type="pres">
      <dgm:prSet presAssocID="{F74A1C6C-F65D-47F2-ADC8-93CE00B534BB}" presName="node" presStyleLbl="node1" presStyleIdx="4" presStyleCnt="5" custScaleX="120316">
        <dgm:presLayoutVars>
          <dgm:bulletEnabled val="1"/>
        </dgm:presLayoutVars>
      </dgm:prSet>
      <dgm:spPr/>
    </dgm:pt>
  </dgm:ptLst>
  <dgm:cxnLst>
    <dgm:cxn modelId="{9C2EC800-0403-461C-A90B-F0930FF75732}" type="presOf" srcId="{D8103A76-D9D1-4975-93D9-D9DB6F7A978E}" destId="{9A46751B-FC20-4E6A-A344-2172B29125FF}" srcOrd="0" destOrd="0" presId="urn:microsoft.com/office/officeart/2005/8/layout/process1"/>
    <dgm:cxn modelId="{CD28E301-76DE-4E0E-81D3-66A04E320011}" type="presOf" srcId="{411B9115-3BD8-42FF-B04B-4D2D418DF585}" destId="{9FC757E6-BD8D-4D15-9F78-E678A2C58CB4}" srcOrd="0" destOrd="0" presId="urn:microsoft.com/office/officeart/2005/8/layout/process1"/>
    <dgm:cxn modelId="{AA80B904-873F-4A4F-A29D-732DCDF62645}" type="presOf" srcId="{29F03AC3-06BE-49BF-B59B-6C714818996D}" destId="{09CE4735-CFD0-4E60-8BA3-8595F9C25A00}" srcOrd="0" destOrd="0" presId="urn:microsoft.com/office/officeart/2005/8/layout/process1"/>
    <dgm:cxn modelId="{20186208-7431-42A0-B4BD-82684A28CC07}" type="presOf" srcId="{9483055A-8EEB-4191-AC97-F734E18D151D}" destId="{DF583930-8CA5-4976-9CF5-51844FFDFF36}" srcOrd="0" destOrd="0" presId="urn:microsoft.com/office/officeart/2005/8/layout/process1"/>
    <dgm:cxn modelId="{DAF1BE1D-E8C0-429A-BB0E-E9B4AA38E454}" srcId="{D8103A76-D9D1-4975-93D9-D9DB6F7A978E}" destId="{F49D79F9-D1F9-4DB0-AA30-940E9698CD85}" srcOrd="2" destOrd="0" parTransId="{3FDCBC74-4A35-41EF-97FE-BF6F93D2110E}" sibTransId="{A2FFD495-4582-45A1-BC91-705530047760}"/>
    <dgm:cxn modelId="{8CDD7B1E-5215-43A2-9F28-E88CAB593F37}" type="presOf" srcId="{F2A17C29-009B-4480-8A32-37BC99B407F2}" destId="{8A563414-7AD9-4B88-A873-B943290CB4D6}" srcOrd="1" destOrd="0" presId="urn:microsoft.com/office/officeart/2005/8/layout/process1"/>
    <dgm:cxn modelId="{0824C435-FD74-45D5-9A2A-E8B9CDF2DFF7}" type="presOf" srcId="{68BDA154-BFEB-46E6-BEE8-8F2F9CD55105}" destId="{5EED1DBE-0BA4-4B65-AF5A-769A02F4E756}" srcOrd="0" destOrd="0" presId="urn:microsoft.com/office/officeart/2005/8/layout/process1"/>
    <dgm:cxn modelId="{33DFF566-2465-4EAB-BF41-3540A484D19C}" type="presOf" srcId="{A2FFD495-4582-45A1-BC91-705530047760}" destId="{5BD4AC60-BA35-4EE1-964E-686D02796233}" srcOrd="1" destOrd="0" presId="urn:microsoft.com/office/officeart/2005/8/layout/process1"/>
    <dgm:cxn modelId="{16F53D4B-C4D9-4D87-A929-151A26ECB7BA}" srcId="{D8103A76-D9D1-4975-93D9-D9DB6F7A978E}" destId="{68BDA154-BFEB-46E6-BEE8-8F2F9CD55105}" srcOrd="1" destOrd="0" parTransId="{A0BF3AA7-1C4A-4FC6-84F3-C5D43406CE23}" sibTransId="{F2A17C29-009B-4480-8A32-37BC99B407F2}"/>
    <dgm:cxn modelId="{1D561A58-71BF-4249-B725-7AB8B3400714}" type="presOf" srcId="{411B9115-3BD8-42FF-B04B-4D2D418DF585}" destId="{4A0772F0-C54D-4300-AE61-A8B20C43829F}" srcOrd="1" destOrd="0" presId="urn:microsoft.com/office/officeart/2005/8/layout/process1"/>
    <dgm:cxn modelId="{582D8684-9A44-4D96-A8CB-33BAD879929A}" srcId="{D8103A76-D9D1-4975-93D9-D9DB6F7A978E}" destId="{F74A1C6C-F65D-47F2-ADC8-93CE00B534BB}" srcOrd="4" destOrd="0" parTransId="{6C3450A2-930C-46E3-B5EF-C92874736F16}" sibTransId="{DB9E2D33-AABD-4073-BA34-A451097E166A}"/>
    <dgm:cxn modelId="{B350C296-7DCD-4FF6-8401-5C99E04DF190}" type="presOf" srcId="{F2A17C29-009B-4480-8A32-37BC99B407F2}" destId="{F756F10B-CBE1-4848-B2C7-062F3ACC84CA}" srcOrd="0" destOrd="0" presId="urn:microsoft.com/office/officeart/2005/8/layout/process1"/>
    <dgm:cxn modelId="{FBACF19C-683A-4ECF-8C78-2F53FECEA0F9}" srcId="{D8103A76-D9D1-4975-93D9-D9DB6F7A978E}" destId="{93535CA3-8E4E-4C68-A216-1298D30354C7}" srcOrd="3" destOrd="0" parTransId="{E5B96038-236B-451C-8113-49BE663CD0C1}" sibTransId="{9483055A-8EEB-4191-AC97-F734E18D151D}"/>
    <dgm:cxn modelId="{05A681C6-8FE4-4594-8E8B-D5AFAF882995}" type="presOf" srcId="{F74A1C6C-F65D-47F2-ADC8-93CE00B534BB}" destId="{5AA0AB36-31E6-4AC4-94E5-25ACDAB97CD7}" srcOrd="0" destOrd="0" presId="urn:microsoft.com/office/officeart/2005/8/layout/process1"/>
    <dgm:cxn modelId="{5DA0BEE0-C1C4-4CCB-9EE3-C2363F1893E1}" type="presOf" srcId="{A2FFD495-4582-45A1-BC91-705530047760}" destId="{6A9AF9A7-08AC-4EBB-934D-F708CD3C92B7}" srcOrd="0" destOrd="0" presId="urn:microsoft.com/office/officeart/2005/8/layout/process1"/>
    <dgm:cxn modelId="{B23388E8-5ECF-4139-B31F-2AEE15E2B6B5}" srcId="{D8103A76-D9D1-4975-93D9-D9DB6F7A978E}" destId="{29F03AC3-06BE-49BF-B59B-6C714818996D}" srcOrd="0" destOrd="0" parTransId="{9F49785A-31E4-460D-8698-5EBDB748FD60}" sibTransId="{411B9115-3BD8-42FF-B04B-4D2D418DF585}"/>
    <dgm:cxn modelId="{61CCB1E9-BB73-41B5-87B8-98EC5EAE4A50}" type="presOf" srcId="{93535CA3-8E4E-4C68-A216-1298D30354C7}" destId="{DF227C00-1374-40DA-AADA-FE7D07B3E881}" srcOrd="0" destOrd="0" presId="urn:microsoft.com/office/officeart/2005/8/layout/process1"/>
    <dgm:cxn modelId="{C393DCF4-68A2-49DF-92E4-D43C908B3F63}" type="presOf" srcId="{9483055A-8EEB-4191-AC97-F734E18D151D}" destId="{AD565495-D18F-4A8C-9299-04BAA35F82FB}" srcOrd="1" destOrd="0" presId="urn:microsoft.com/office/officeart/2005/8/layout/process1"/>
    <dgm:cxn modelId="{144771FB-3C1E-4880-A9E4-4350C636630A}" type="presOf" srcId="{F49D79F9-D1F9-4DB0-AA30-940E9698CD85}" destId="{453B0BD3-BB78-4EF4-8C6E-6805561F2F28}" srcOrd="0" destOrd="0" presId="urn:microsoft.com/office/officeart/2005/8/layout/process1"/>
    <dgm:cxn modelId="{CD91AAF3-81CC-4CB4-967D-98B51F8FD155}" type="presParOf" srcId="{9A46751B-FC20-4E6A-A344-2172B29125FF}" destId="{09CE4735-CFD0-4E60-8BA3-8595F9C25A00}" srcOrd="0" destOrd="0" presId="urn:microsoft.com/office/officeart/2005/8/layout/process1"/>
    <dgm:cxn modelId="{AE166BFE-847A-4914-A991-EE01ABE6BC0A}" type="presParOf" srcId="{9A46751B-FC20-4E6A-A344-2172B29125FF}" destId="{9FC757E6-BD8D-4D15-9F78-E678A2C58CB4}" srcOrd="1" destOrd="0" presId="urn:microsoft.com/office/officeart/2005/8/layout/process1"/>
    <dgm:cxn modelId="{610214B6-FC5B-4615-9650-551941386A81}" type="presParOf" srcId="{9FC757E6-BD8D-4D15-9F78-E678A2C58CB4}" destId="{4A0772F0-C54D-4300-AE61-A8B20C43829F}" srcOrd="0" destOrd="0" presId="urn:microsoft.com/office/officeart/2005/8/layout/process1"/>
    <dgm:cxn modelId="{0A3894AE-CC22-4E9D-AFFA-A049BCCC25C5}" type="presParOf" srcId="{9A46751B-FC20-4E6A-A344-2172B29125FF}" destId="{5EED1DBE-0BA4-4B65-AF5A-769A02F4E756}" srcOrd="2" destOrd="0" presId="urn:microsoft.com/office/officeart/2005/8/layout/process1"/>
    <dgm:cxn modelId="{17A1970E-302B-4FB0-8839-7F86411145F4}" type="presParOf" srcId="{9A46751B-FC20-4E6A-A344-2172B29125FF}" destId="{F756F10B-CBE1-4848-B2C7-062F3ACC84CA}" srcOrd="3" destOrd="0" presId="urn:microsoft.com/office/officeart/2005/8/layout/process1"/>
    <dgm:cxn modelId="{FDB577E4-AD4F-468D-9DEE-592B6E3D2363}" type="presParOf" srcId="{F756F10B-CBE1-4848-B2C7-062F3ACC84CA}" destId="{8A563414-7AD9-4B88-A873-B943290CB4D6}" srcOrd="0" destOrd="0" presId="urn:microsoft.com/office/officeart/2005/8/layout/process1"/>
    <dgm:cxn modelId="{33255B81-A359-401D-B08E-D5C57AF5298D}" type="presParOf" srcId="{9A46751B-FC20-4E6A-A344-2172B29125FF}" destId="{453B0BD3-BB78-4EF4-8C6E-6805561F2F28}" srcOrd="4" destOrd="0" presId="urn:microsoft.com/office/officeart/2005/8/layout/process1"/>
    <dgm:cxn modelId="{12431C93-2F40-42F4-A4E3-EBEA71546888}" type="presParOf" srcId="{9A46751B-FC20-4E6A-A344-2172B29125FF}" destId="{6A9AF9A7-08AC-4EBB-934D-F708CD3C92B7}" srcOrd="5" destOrd="0" presId="urn:microsoft.com/office/officeart/2005/8/layout/process1"/>
    <dgm:cxn modelId="{27024B39-867D-45C5-836E-2CC39F0593EA}" type="presParOf" srcId="{6A9AF9A7-08AC-4EBB-934D-F708CD3C92B7}" destId="{5BD4AC60-BA35-4EE1-964E-686D02796233}" srcOrd="0" destOrd="0" presId="urn:microsoft.com/office/officeart/2005/8/layout/process1"/>
    <dgm:cxn modelId="{DBCEE41B-6A96-4703-BA1D-574280D83B81}" type="presParOf" srcId="{9A46751B-FC20-4E6A-A344-2172B29125FF}" destId="{DF227C00-1374-40DA-AADA-FE7D07B3E881}" srcOrd="6" destOrd="0" presId="urn:microsoft.com/office/officeart/2005/8/layout/process1"/>
    <dgm:cxn modelId="{518002E1-E0BF-4BE7-A102-1E7BC3BAF53C}" type="presParOf" srcId="{9A46751B-FC20-4E6A-A344-2172B29125FF}" destId="{DF583930-8CA5-4976-9CF5-51844FFDFF36}" srcOrd="7" destOrd="0" presId="urn:microsoft.com/office/officeart/2005/8/layout/process1"/>
    <dgm:cxn modelId="{771E186B-6C20-49D0-BA36-AB029A8F7CDC}" type="presParOf" srcId="{DF583930-8CA5-4976-9CF5-51844FFDFF36}" destId="{AD565495-D18F-4A8C-9299-04BAA35F82FB}" srcOrd="0" destOrd="0" presId="urn:microsoft.com/office/officeart/2005/8/layout/process1"/>
    <dgm:cxn modelId="{69A01666-8AFA-4EA8-9E93-571A245A7465}" type="presParOf" srcId="{9A46751B-FC20-4E6A-A344-2172B29125FF}" destId="{5AA0AB36-31E6-4AC4-94E5-25ACDAB97CD7}" srcOrd="8"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8103A76-D9D1-4975-93D9-D9DB6F7A978E}" type="doc">
      <dgm:prSet loTypeId="urn:microsoft.com/office/officeart/2005/8/layout/process1" loCatId="process" qsTypeId="urn:microsoft.com/office/officeart/2005/8/quickstyle/simple2" qsCatId="simple" csTypeId="urn:microsoft.com/office/officeart/2005/8/colors/accent1_2" csCatId="accent1" phldr="1"/>
      <dgm:spPr/>
      <dgm:t>
        <a:bodyPr/>
        <a:lstStyle/>
        <a:p>
          <a:endParaRPr lang="de-AT"/>
        </a:p>
      </dgm:t>
    </dgm:pt>
    <dgm:pt modelId="{AD816315-533E-4505-94C6-A0886F27B5BA}">
      <dgm:prSet phldrT="[Text]" custT="1"/>
      <dgm:spPr>
        <a:solidFill>
          <a:srgbClr val="0070C0"/>
        </a:solidFill>
      </dgm:spPr>
      <dgm:t>
        <a:bodyPr/>
        <a:lstStyle/>
        <a:p>
          <a:r>
            <a:rPr lang="en-GB" sz="1800" dirty="0"/>
            <a:t>Define research questions</a:t>
          </a:r>
        </a:p>
      </dgm:t>
    </dgm:pt>
    <dgm:pt modelId="{495F338C-B96A-4958-A566-458E3F88EED8}" type="sibTrans" cxnId="{CC3A0363-0E41-4728-8674-3A2F201FDACC}">
      <dgm:prSet custT="1"/>
      <dgm:spPr/>
      <dgm:t>
        <a:bodyPr/>
        <a:lstStyle/>
        <a:p>
          <a:endParaRPr lang="de-AT" sz="1400" dirty="0"/>
        </a:p>
      </dgm:t>
    </dgm:pt>
    <dgm:pt modelId="{70F5AD27-46FC-49ED-ABC5-784AB9DDCD24}" type="parTrans" cxnId="{CC3A0363-0E41-4728-8674-3A2F201FDACC}">
      <dgm:prSet/>
      <dgm:spPr/>
      <dgm:t>
        <a:bodyPr/>
        <a:lstStyle/>
        <a:p>
          <a:endParaRPr lang="de-AT" sz="4000"/>
        </a:p>
      </dgm:t>
    </dgm:pt>
    <dgm:pt modelId="{992842F5-C66D-4F6E-84A0-E6C4A6B0528A}">
      <dgm:prSet phldrT="[Text]" custT="1"/>
      <dgm:spPr>
        <a:solidFill>
          <a:srgbClr val="0070C0"/>
        </a:solidFill>
      </dgm:spPr>
      <dgm:t>
        <a:bodyPr/>
        <a:lstStyle/>
        <a:p>
          <a:r>
            <a:rPr lang="en-GB" sz="1800" dirty="0"/>
            <a:t>Data </a:t>
          </a:r>
          <a:r>
            <a:rPr lang="en-GB" sz="1800" dirty="0" err="1"/>
            <a:t>acqui-sition</a:t>
          </a:r>
          <a:endParaRPr lang="en-GB" sz="1800" dirty="0"/>
        </a:p>
      </dgm:t>
    </dgm:pt>
    <dgm:pt modelId="{5409D866-1C31-46ED-93D8-A006206E560E}" type="sibTrans" cxnId="{88F73EE0-A05F-4815-8199-5CDE3214376F}">
      <dgm:prSet custT="1"/>
      <dgm:spPr/>
      <dgm:t>
        <a:bodyPr/>
        <a:lstStyle/>
        <a:p>
          <a:endParaRPr lang="de-AT" sz="1400" dirty="0"/>
        </a:p>
      </dgm:t>
    </dgm:pt>
    <dgm:pt modelId="{000BCA1E-D8C4-4231-A270-3E17CC53A9A3}" type="parTrans" cxnId="{88F73EE0-A05F-4815-8199-5CDE3214376F}">
      <dgm:prSet/>
      <dgm:spPr/>
      <dgm:t>
        <a:bodyPr/>
        <a:lstStyle/>
        <a:p>
          <a:endParaRPr lang="de-AT" sz="4000"/>
        </a:p>
      </dgm:t>
    </dgm:pt>
    <dgm:pt modelId="{F65907C2-CA49-4561-9503-68CF2DE180F6}">
      <dgm:prSet phldrT="[Text]" custT="1"/>
      <dgm:spPr>
        <a:solidFill>
          <a:schemeClr val="accent2"/>
        </a:solidFill>
      </dgm:spPr>
      <dgm:t>
        <a:bodyPr/>
        <a:lstStyle/>
        <a:p>
          <a:r>
            <a:rPr lang="en-GB" sz="1800" dirty="0"/>
            <a:t>Import data</a:t>
          </a:r>
        </a:p>
      </dgm:t>
    </dgm:pt>
    <dgm:pt modelId="{DB7561AA-D049-45C5-8227-8D937A3C0877}" type="sibTrans" cxnId="{8D7F0B79-9A15-4B27-B7D0-E9EE5F7F5793}">
      <dgm:prSet custT="1"/>
      <dgm:spPr/>
      <dgm:t>
        <a:bodyPr/>
        <a:lstStyle/>
        <a:p>
          <a:endParaRPr lang="de-AT" sz="1400" dirty="0"/>
        </a:p>
      </dgm:t>
    </dgm:pt>
    <dgm:pt modelId="{FF48E334-DB7C-4976-BDCF-2451CB95120F}" type="parTrans" cxnId="{8D7F0B79-9A15-4B27-B7D0-E9EE5F7F5793}">
      <dgm:prSet/>
      <dgm:spPr/>
      <dgm:t>
        <a:bodyPr/>
        <a:lstStyle/>
        <a:p>
          <a:endParaRPr lang="de-AT" sz="4000"/>
        </a:p>
      </dgm:t>
    </dgm:pt>
    <dgm:pt modelId="{FCA8AA5D-C2FC-404A-ADEF-CB270465EBBC}">
      <dgm:prSet phldrT="[Text]" custT="1"/>
      <dgm:spPr>
        <a:solidFill>
          <a:schemeClr val="accent2"/>
        </a:solidFill>
      </dgm:spPr>
      <dgm:t>
        <a:bodyPr/>
        <a:lstStyle/>
        <a:p>
          <a:r>
            <a:rPr lang="en-GB" sz="1800" dirty="0"/>
            <a:t>Explore &amp; validate data</a:t>
          </a:r>
        </a:p>
      </dgm:t>
    </dgm:pt>
    <dgm:pt modelId="{9CAA6400-B1D1-4B19-9A33-D67920AE6CAC}" type="sibTrans" cxnId="{18225CE1-C6C2-42F5-840F-5293D90E756E}">
      <dgm:prSet custT="1"/>
      <dgm:spPr/>
      <dgm:t>
        <a:bodyPr/>
        <a:lstStyle/>
        <a:p>
          <a:endParaRPr lang="de-AT" sz="1400" dirty="0"/>
        </a:p>
      </dgm:t>
    </dgm:pt>
    <dgm:pt modelId="{D824AFC2-2288-4D0D-844C-EC0F550F6DB6}" type="parTrans" cxnId="{18225CE1-C6C2-42F5-840F-5293D90E756E}">
      <dgm:prSet/>
      <dgm:spPr/>
      <dgm:t>
        <a:bodyPr/>
        <a:lstStyle/>
        <a:p>
          <a:endParaRPr lang="de-AT" sz="4000"/>
        </a:p>
      </dgm:t>
    </dgm:pt>
    <dgm:pt modelId="{20C3C2D2-6ECD-47B5-A7B8-15F4718116D4}">
      <dgm:prSet phldrT="[Text]" custT="1"/>
      <dgm:spPr>
        <a:solidFill>
          <a:schemeClr val="accent2"/>
        </a:solidFill>
      </dgm:spPr>
      <dgm:t>
        <a:bodyPr/>
        <a:lstStyle/>
        <a:p>
          <a:r>
            <a:rPr lang="en-GB" sz="1800" dirty="0"/>
            <a:t>Modify data</a:t>
          </a:r>
        </a:p>
      </dgm:t>
    </dgm:pt>
    <dgm:pt modelId="{5D74A0C1-8B85-4F8B-B2C4-2E90AA7A1787}" type="sibTrans" cxnId="{B8941292-0CA8-44DA-8C7B-81447657FD67}">
      <dgm:prSet/>
      <dgm:spPr/>
      <dgm:t>
        <a:bodyPr/>
        <a:lstStyle/>
        <a:p>
          <a:endParaRPr lang="de-AT" sz="4000"/>
        </a:p>
      </dgm:t>
    </dgm:pt>
    <dgm:pt modelId="{752CCD59-44C6-479C-AC1C-6576DC417144}" type="parTrans" cxnId="{B8941292-0CA8-44DA-8C7B-81447657FD67}">
      <dgm:prSet/>
      <dgm:spPr/>
      <dgm:t>
        <a:bodyPr/>
        <a:lstStyle/>
        <a:p>
          <a:endParaRPr lang="de-AT" sz="4000"/>
        </a:p>
      </dgm:t>
    </dgm:pt>
    <dgm:pt modelId="{9A46751B-FC20-4E6A-A344-2172B29125FF}" type="pres">
      <dgm:prSet presAssocID="{D8103A76-D9D1-4975-93D9-D9DB6F7A978E}" presName="Name0" presStyleCnt="0">
        <dgm:presLayoutVars>
          <dgm:dir/>
          <dgm:resizeHandles val="exact"/>
        </dgm:presLayoutVars>
      </dgm:prSet>
      <dgm:spPr/>
    </dgm:pt>
    <dgm:pt modelId="{75A1DD85-D377-4B38-BEDB-6B35BDA44639}" type="pres">
      <dgm:prSet presAssocID="{AD816315-533E-4505-94C6-A0886F27B5BA}" presName="node" presStyleLbl="node1" presStyleIdx="0" presStyleCnt="5" custScaleX="154417">
        <dgm:presLayoutVars>
          <dgm:bulletEnabled val="1"/>
        </dgm:presLayoutVars>
      </dgm:prSet>
      <dgm:spPr/>
    </dgm:pt>
    <dgm:pt modelId="{B1788994-A8F9-41F5-8D6F-AB7020D5EF6F}" type="pres">
      <dgm:prSet presAssocID="{495F338C-B96A-4958-A566-458E3F88EED8}" presName="sibTrans" presStyleLbl="sibTrans2D1" presStyleIdx="0" presStyleCnt="4"/>
      <dgm:spPr/>
    </dgm:pt>
    <dgm:pt modelId="{CA9C0948-6994-4419-A72F-1D2F2CBA6C28}" type="pres">
      <dgm:prSet presAssocID="{495F338C-B96A-4958-A566-458E3F88EED8}" presName="connectorText" presStyleLbl="sibTrans2D1" presStyleIdx="0" presStyleCnt="4"/>
      <dgm:spPr/>
    </dgm:pt>
    <dgm:pt modelId="{AE91CE98-9D2A-49D3-946F-206ABA6C2DE3}" type="pres">
      <dgm:prSet presAssocID="{992842F5-C66D-4F6E-84A0-E6C4A6B0528A}" presName="node" presStyleLbl="node1" presStyleIdx="1" presStyleCnt="5">
        <dgm:presLayoutVars>
          <dgm:bulletEnabled val="1"/>
        </dgm:presLayoutVars>
      </dgm:prSet>
      <dgm:spPr/>
    </dgm:pt>
    <dgm:pt modelId="{6A840977-A864-4624-8AD5-E2DB19433E76}" type="pres">
      <dgm:prSet presAssocID="{5409D866-1C31-46ED-93D8-A006206E560E}" presName="sibTrans" presStyleLbl="sibTrans2D1" presStyleIdx="1" presStyleCnt="4"/>
      <dgm:spPr/>
    </dgm:pt>
    <dgm:pt modelId="{F8A99B90-D9BD-40A5-8ED7-D59684D90047}" type="pres">
      <dgm:prSet presAssocID="{5409D866-1C31-46ED-93D8-A006206E560E}" presName="connectorText" presStyleLbl="sibTrans2D1" presStyleIdx="1" presStyleCnt="4"/>
      <dgm:spPr/>
    </dgm:pt>
    <dgm:pt modelId="{BF01A06A-00B0-497A-A4F1-CD0FE8378C0F}" type="pres">
      <dgm:prSet presAssocID="{F65907C2-CA49-4561-9503-68CF2DE180F6}" presName="node" presStyleLbl="node1" presStyleIdx="2" presStyleCnt="5">
        <dgm:presLayoutVars>
          <dgm:bulletEnabled val="1"/>
        </dgm:presLayoutVars>
      </dgm:prSet>
      <dgm:spPr/>
    </dgm:pt>
    <dgm:pt modelId="{8394E310-8F72-4A93-BA28-70BE4CC307C4}" type="pres">
      <dgm:prSet presAssocID="{DB7561AA-D049-45C5-8227-8D937A3C0877}" presName="sibTrans" presStyleLbl="sibTrans2D1" presStyleIdx="2" presStyleCnt="4"/>
      <dgm:spPr/>
    </dgm:pt>
    <dgm:pt modelId="{A096BCF2-D843-4A82-A54C-D951B6EB2F1B}" type="pres">
      <dgm:prSet presAssocID="{DB7561AA-D049-45C5-8227-8D937A3C0877}" presName="connectorText" presStyleLbl="sibTrans2D1" presStyleIdx="2" presStyleCnt="4"/>
      <dgm:spPr/>
    </dgm:pt>
    <dgm:pt modelId="{63369FD1-71EC-4E7B-9E0A-9CFCA4038F69}" type="pres">
      <dgm:prSet presAssocID="{FCA8AA5D-C2FC-404A-ADEF-CB270465EBBC}" presName="node" presStyleLbl="node1" presStyleIdx="3" presStyleCnt="5" custScaleX="117804">
        <dgm:presLayoutVars>
          <dgm:bulletEnabled val="1"/>
        </dgm:presLayoutVars>
      </dgm:prSet>
      <dgm:spPr/>
    </dgm:pt>
    <dgm:pt modelId="{E9B1F861-5AE8-4997-924C-1B0462D8D388}" type="pres">
      <dgm:prSet presAssocID="{9CAA6400-B1D1-4B19-9A33-D67920AE6CAC}" presName="sibTrans" presStyleLbl="sibTrans2D1" presStyleIdx="3" presStyleCnt="4"/>
      <dgm:spPr/>
    </dgm:pt>
    <dgm:pt modelId="{F090BC86-1DC4-4294-AB80-E90E45ABE8E2}" type="pres">
      <dgm:prSet presAssocID="{9CAA6400-B1D1-4B19-9A33-D67920AE6CAC}" presName="connectorText" presStyleLbl="sibTrans2D1" presStyleIdx="3" presStyleCnt="4"/>
      <dgm:spPr/>
    </dgm:pt>
    <dgm:pt modelId="{0664E7A5-DADB-44A2-ADA8-E7389A6421F0}" type="pres">
      <dgm:prSet presAssocID="{20C3C2D2-6ECD-47B5-A7B8-15F4718116D4}" presName="node" presStyleLbl="node1" presStyleIdx="4" presStyleCnt="5">
        <dgm:presLayoutVars>
          <dgm:bulletEnabled val="1"/>
        </dgm:presLayoutVars>
      </dgm:prSet>
      <dgm:spPr/>
    </dgm:pt>
  </dgm:ptLst>
  <dgm:cxnLst>
    <dgm:cxn modelId="{9C2EC800-0403-461C-A90B-F0930FF75732}" type="presOf" srcId="{D8103A76-D9D1-4975-93D9-D9DB6F7A978E}" destId="{9A46751B-FC20-4E6A-A344-2172B29125FF}" srcOrd="0" destOrd="0" presId="urn:microsoft.com/office/officeart/2005/8/layout/process1"/>
    <dgm:cxn modelId="{927D3901-C1FB-4265-9712-F7F29AB19F6C}" type="presOf" srcId="{5409D866-1C31-46ED-93D8-A006206E560E}" destId="{F8A99B90-D9BD-40A5-8ED7-D59684D90047}" srcOrd="1" destOrd="0" presId="urn:microsoft.com/office/officeart/2005/8/layout/process1"/>
    <dgm:cxn modelId="{79EC881D-80A3-4625-BD22-3DC7D25EA24C}" type="presOf" srcId="{495F338C-B96A-4958-A566-458E3F88EED8}" destId="{CA9C0948-6994-4419-A72F-1D2F2CBA6C28}" srcOrd="1" destOrd="0" presId="urn:microsoft.com/office/officeart/2005/8/layout/process1"/>
    <dgm:cxn modelId="{847FEE2C-C41C-4641-871B-7F2B89C19CC1}" type="presOf" srcId="{F65907C2-CA49-4561-9503-68CF2DE180F6}" destId="{BF01A06A-00B0-497A-A4F1-CD0FE8378C0F}" srcOrd="0" destOrd="0" presId="urn:microsoft.com/office/officeart/2005/8/layout/process1"/>
    <dgm:cxn modelId="{FAC6472E-03B8-4D05-AF44-0D93E00C6C9A}" type="presOf" srcId="{DB7561AA-D049-45C5-8227-8D937A3C0877}" destId="{A096BCF2-D843-4A82-A54C-D951B6EB2F1B}" srcOrd="1" destOrd="0" presId="urn:microsoft.com/office/officeart/2005/8/layout/process1"/>
    <dgm:cxn modelId="{D0097038-1116-4636-B0F7-6BDAE1ACBCD9}" type="presOf" srcId="{DB7561AA-D049-45C5-8227-8D937A3C0877}" destId="{8394E310-8F72-4A93-BA28-70BE4CC307C4}" srcOrd="0" destOrd="0" presId="urn:microsoft.com/office/officeart/2005/8/layout/process1"/>
    <dgm:cxn modelId="{CC3A0363-0E41-4728-8674-3A2F201FDACC}" srcId="{D8103A76-D9D1-4975-93D9-D9DB6F7A978E}" destId="{AD816315-533E-4505-94C6-A0886F27B5BA}" srcOrd="0" destOrd="0" parTransId="{70F5AD27-46FC-49ED-ABC5-784AB9DDCD24}" sibTransId="{495F338C-B96A-4958-A566-458E3F88EED8}"/>
    <dgm:cxn modelId="{8C9CCE69-CAB6-429E-AE96-DB7B379AC056}" type="presOf" srcId="{5409D866-1C31-46ED-93D8-A006206E560E}" destId="{6A840977-A864-4624-8AD5-E2DB19433E76}" srcOrd="0" destOrd="0" presId="urn:microsoft.com/office/officeart/2005/8/layout/process1"/>
    <dgm:cxn modelId="{0D2BBB4A-F89F-4B39-BFBA-6593F3B0E167}" type="presOf" srcId="{495F338C-B96A-4958-A566-458E3F88EED8}" destId="{B1788994-A8F9-41F5-8D6F-AB7020D5EF6F}" srcOrd="0" destOrd="0" presId="urn:microsoft.com/office/officeart/2005/8/layout/process1"/>
    <dgm:cxn modelId="{8D7F0B79-9A15-4B27-B7D0-E9EE5F7F5793}" srcId="{D8103A76-D9D1-4975-93D9-D9DB6F7A978E}" destId="{F65907C2-CA49-4561-9503-68CF2DE180F6}" srcOrd="2" destOrd="0" parTransId="{FF48E334-DB7C-4976-BDCF-2451CB95120F}" sibTransId="{DB7561AA-D049-45C5-8227-8D937A3C0877}"/>
    <dgm:cxn modelId="{D287B27C-3CC1-454B-9F86-A5019FEF9C27}" type="presOf" srcId="{FCA8AA5D-C2FC-404A-ADEF-CB270465EBBC}" destId="{63369FD1-71EC-4E7B-9E0A-9CFCA4038F69}" srcOrd="0" destOrd="0" presId="urn:microsoft.com/office/officeart/2005/8/layout/process1"/>
    <dgm:cxn modelId="{95DD7F8C-196D-4595-B20A-D2927E18E83F}" type="presOf" srcId="{9CAA6400-B1D1-4B19-9A33-D67920AE6CAC}" destId="{E9B1F861-5AE8-4997-924C-1B0462D8D388}" srcOrd="0" destOrd="0" presId="urn:microsoft.com/office/officeart/2005/8/layout/process1"/>
    <dgm:cxn modelId="{B8941292-0CA8-44DA-8C7B-81447657FD67}" srcId="{D8103A76-D9D1-4975-93D9-D9DB6F7A978E}" destId="{20C3C2D2-6ECD-47B5-A7B8-15F4718116D4}" srcOrd="4" destOrd="0" parTransId="{752CCD59-44C6-479C-AC1C-6576DC417144}" sibTransId="{5D74A0C1-8B85-4F8B-B2C4-2E90AA7A1787}"/>
    <dgm:cxn modelId="{9F303992-4227-4D7E-AC72-066DF2953F3E}" type="presOf" srcId="{992842F5-C66D-4F6E-84A0-E6C4A6B0528A}" destId="{AE91CE98-9D2A-49D3-946F-206ABA6C2DE3}" srcOrd="0" destOrd="0" presId="urn:microsoft.com/office/officeart/2005/8/layout/process1"/>
    <dgm:cxn modelId="{B70CE1AC-DDAD-424F-B024-574570E9FB55}" type="presOf" srcId="{20C3C2D2-6ECD-47B5-A7B8-15F4718116D4}" destId="{0664E7A5-DADB-44A2-ADA8-E7389A6421F0}" srcOrd="0" destOrd="0" presId="urn:microsoft.com/office/officeart/2005/8/layout/process1"/>
    <dgm:cxn modelId="{925F0DC3-088C-4865-8938-FB443692741C}" type="presOf" srcId="{9CAA6400-B1D1-4B19-9A33-D67920AE6CAC}" destId="{F090BC86-1DC4-4294-AB80-E90E45ABE8E2}" srcOrd="1" destOrd="0" presId="urn:microsoft.com/office/officeart/2005/8/layout/process1"/>
    <dgm:cxn modelId="{7292D6DB-AB7D-4289-AD4F-D4355E638AF5}" type="presOf" srcId="{AD816315-533E-4505-94C6-A0886F27B5BA}" destId="{75A1DD85-D377-4B38-BEDB-6B35BDA44639}" srcOrd="0" destOrd="0" presId="urn:microsoft.com/office/officeart/2005/8/layout/process1"/>
    <dgm:cxn modelId="{88F73EE0-A05F-4815-8199-5CDE3214376F}" srcId="{D8103A76-D9D1-4975-93D9-D9DB6F7A978E}" destId="{992842F5-C66D-4F6E-84A0-E6C4A6B0528A}" srcOrd="1" destOrd="0" parTransId="{000BCA1E-D8C4-4231-A270-3E17CC53A9A3}" sibTransId="{5409D866-1C31-46ED-93D8-A006206E560E}"/>
    <dgm:cxn modelId="{18225CE1-C6C2-42F5-840F-5293D90E756E}" srcId="{D8103A76-D9D1-4975-93D9-D9DB6F7A978E}" destId="{FCA8AA5D-C2FC-404A-ADEF-CB270465EBBC}" srcOrd="3" destOrd="0" parTransId="{D824AFC2-2288-4D0D-844C-EC0F550F6DB6}" sibTransId="{9CAA6400-B1D1-4B19-9A33-D67920AE6CAC}"/>
    <dgm:cxn modelId="{8F4085D0-CA71-4BCF-A3B7-2BD9EE8273D3}" type="presParOf" srcId="{9A46751B-FC20-4E6A-A344-2172B29125FF}" destId="{75A1DD85-D377-4B38-BEDB-6B35BDA44639}" srcOrd="0" destOrd="0" presId="urn:microsoft.com/office/officeart/2005/8/layout/process1"/>
    <dgm:cxn modelId="{20EA9802-B361-481D-9B17-2EE8BBABA001}" type="presParOf" srcId="{9A46751B-FC20-4E6A-A344-2172B29125FF}" destId="{B1788994-A8F9-41F5-8D6F-AB7020D5EF6F}" srcOrd="1" destOrd="0" presId="urn:microsoft.com/office/officeart/2005/8/layout/process1"/>
    <dgm:cxn modelId="{441576F2-17FB-4562-A610-267DB9C488FF}" type="presParOf" srcId="{B1788994-A8F9-41F5-8D6F-AB7020D5EF6F}" destId="{CA9C0948-6994-4419-A72F-1D2F2CBA6C28}" srcOrd="0" destOrd="0" presId="urn:microsoft.com/office/officeart/2005/8/layout/process1"/>
    <dgm:cxn modelId="{0B372DCA-9D15-4215-BD10-E80D892BC3A1}" type="presParOf" srcId="{9A46751B-FC20-4E6A-A344-2172B29125FF}" destId="{AE91CE98-9D2A-49D3-946F-206ABA6C2DE3}" srcOrd="2" destOrd="0" presId="urn:microsoft.com/office/officeart/2005/8/layout/process1"/>
    <dgm:cxn modelId="{901FD173-172A-4CBD-87F3-4B01388DF198}" type="presParOf" srcId="{9A46751B-FC20-4E6A-A344-2172B29125FF}" destId="{6A840977-A864-4624-8AD5-E2DB19433E76}" srcOrd="3" destOrd="0" presId="urn:microsoft.com/office/officeart/2005/8/layout/process1"/>
    <dgm:cxn modelId="{B0D12C38-F350-4CB9-AA25-F2B3CA692B5F}" type="presParOf" srcId="{6A840977-A864-4624-8AD5-E2DB19433E76}" destId="{F8A99B90-D9BD-40A5-8ED7-D59684D90047}" srcOrd="0" destOrd="0" presId="urn:microsoft.com/office/officeart/2005/8/layout/process1"/>
    <dgm:cxn modelId="{9F709313-E8F0-4186-B73D-637AEFEC47FE}" type="presParOf" srcId="{9A46751B-FC20-4E6A-A344-2172B29125FF}" destId="{BF01A06A-00B0-497A-A4F1-CD0FE8378C0F}" srcOrd="4" destOrd="0" presId="urn:microsoft.com/office/officeart/2005/8/layout/process1"/>
    <dgm:cxn modelId="{B47BED5E-7B9C-4019-B406-A9D5039BA079}" type="presParOf" srcId="{9A46751B-FC20-4E6A-A344-2172B29125FF}" destId="{8394E310-8F72-4A93-BA28-70BE4CC307C4}" srcOrd="5" destOrd="0" presId="urn:microsoft.com/office/officeart/2005/8/layout/process1"/>
    <dgm:cxn modelId="{F57C8CAD-47C9-4ACA-9E05-2F5A48D3A10E}" type="presParOf" srcId="{8394E310-8F72-4A93-BA28-70BE4CC307C4}" destId="{A096BCF2-D843-4A82-A54C-D951B6EB2F1B}" srcOrd="0" destOrd="0" presId="urn:microsoft.com/office/officeart/2005/8/layout/process1"/>
    <dgm:cxn modelId="{F1F5037E-F27A-49FF-BF74-45CB59452757}" type="presParOf" srcId="{9A46751B-FC20-4E6A-A344-2172B29125FF}" destId="{63369FD1-71EC-4E7B-9E0A-9CFCA4038F69}" srcOrd="6" destOrd="0" presId="urn:microsoft.com/office/officeart/2005/8/layout/process1"/>
    <dgm:cxn modelId="{62D630C9-DEED-4A73-A661-9AFB7593ECC1}" type="presParOf" srcId="{9A46751B-FC20-4E6A-A344-2172B29125FF}" destId="{E9B1F861-5AE8-4997-924C-1B0462D8D388}" srcOrd="7" destOrd="0" presId="urn:microsoft.com/office/officeart/2005/8/layout/process1"/>
    <dgm:cxn modelId="{1BC83B5F-24CA-4EB9-8F93-B408FAF24FB2}" type="presParOf" srcId="{E9B1F861-5AE8-4997-924C-1B0462D8D388}" destId="{F090BC86-1DC4-4294-AB80-E90E45ABE8E2}" srcOrd="0" destOrd="0" presId="urn:microsoft.com/office/officeart/2005/8/layout/process1"/>
    <dgm:cxn modelId="{80238FE7-25C8-447C-A640-B97C5805A264}" type="presParOf" srcId="{9A46751B-FC20-4E6A-A344-2172B29125FF}" destId="{0664E7A5-DADB-44A2-ADA8-E7389A6421F0}" srcOrd="8" destOrd="0" presId="urn:microsoft.com/office/officeart/2005/8/layout/process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59D384-ABB4-4DCE-BFEC-554225C6E595}">
      <dsp:nvSpPr>
        <dsp:cNvPr id="0" name=""/>
        <dsp:cNvSpPr/>
      </dsp:nvSpPr>
      <dsp:spPr>
        <a:xfrm>
          <a:off x="4357921" y="899923"/>
          <a:ext cx="3750915" cy="254494"/>
        </a:xfrm>
        <a:custGeom>
          <a:avLst/>
          <a:gdLst/>
          <a:ahLst/>
          <a:cxnLst/>
          <a:rect l="0" t="0" r="0" b="0"/>
          <a:pathLst>
            <a:path>
              <a:moveTo>
                <a:pt x="0" y="0"/>
              </a:moveTo>
              <a:lnTo>
                <a:pt x="0" y="127247"/>
              </a:lnTo>
              <a:lnTo>
                <a:pt x="3750915" y="127247"/>
              </a:lnTo>
              <a:lnTo>
                <a:pt x="3750915" y="254494"/>
              </a:lnTo>
            </a:path>
          </a:pathLst>
        </a:custGeom>
        <a:noFill/>
        <a:ln w="25400" cap="flat" cmpd="sng" algn="ctr">
          <a:solidFill>
            <a:srgbClr val="C0504D">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15268DC8-28DF-476E-9BCE-B0ED6A8E84C9}">
      <dsp:nvSpPr>
        <dsp:cNvPr id="0" name=""/>
        <dsp:cNvSpPr/>
      </dsp:nvSpPr>
      <dsp:spPr>
        <a:xfrm>
          <a:off x="4357921" y="899923"/>
          <a:ext cx="2284544" cy="254494"/>
        </a:xfrm>
        <a:custGeom>
          <a:avLst/>
          <a:gdLst/>
          <a:ahLst/>
          <a:cxnLst/>
          <a:rect l="0" t="0" r="0" b="0"/>
          <a:pathLst>
            <a:path>
              <a:moveTo>
                <a:pt x="0" y="0"/>
              </a:moveTo>
              <a:lnTo>
                <a:pt x="0" y="127247"/>
              </a:lnTo>
              <a:lnTo>
                <a:pt x="2284544" y="127247"/>
              </a:lnTo>
              <a:lnTo>
                <a:pt x="2284544" y="254494"/>
              </a:lnTo>
            </a:path>
          </a:pathLst>
        </a:custGeom>
        <a:noFill/>
        <a:ln w="25400" cap="flat" cmpd="sng" algn="ctr">
          <a:solidFill>
            <a:srgbClr val="C0504D">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7368F3AF-593A-4C64-957F-C4052320F9BE}">
      <dsp:nvSpPr>
        <dsp:cNvPr id="0" name=""/>
        <dsp:cNvSpPr/>
      </dsp:nvSpPr>
      <dsp:spPr>
        <a:xfrm>
          <a:off x="6450956" y="2620788"/>
          <a:ext cx="181781" cy="2278328"/>
        </a:xfrm>
        <a:custGeom>
          <a:avLst/>
          <a:gdLst/>
          <a:ahLst/>
          <a:cxnLst/>
          <a:rect l="0" t="0" r="0" b="0"/>
          <a:pathLst>
            <a:path>
              <a:moveTo>
                <a:pt x="0" y="0"/>
              </a:moveTo>
              <a:lnTo>
                <a:pt x="0" y="2278328"/>
              </a:lnTo>
              <a:lnTo>
                <a:pt x="181781" y="2278328"/>
              </a:lnTo>
            </a:path>
          </a:pathLst>
        </a:custGeom>
        <a:noFill/>
        <a:ln w="25400" cap="flat" cmpd="sng" algn="ctr">
          <a:solidFill>
            <a:srgbClr val="8064A2">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0D1F3CCD-905F-4DA5-9760-EC5611C58DC1}">
      <dsp:nvSpPr>
        <dsp:cNvPr id="0" name=""/>
        <dsp:cNvSpPr/>
      </dsp:nvSpPr>
      <dsp:spPr>
        <a:xfrm>
          <a:off x="6450956" y="2620788"/>
          <a:ext cx="181781" cy="1417895"/>
        </a:xfrm>
        <a:custGeom>
          <a:avLst/>
          <a:gdLst/>
          <a:ahLst/>
          <a:cxnLst/>
          <a:rect l="0" t="0" r="0" b="0"/>
          <a:pathLst>
            <a:path>
              <a:moveTo>
                <a:pt x="0" y="0"/>
              </a:moveTo>
              <a:lnTo>
                <a:pt x="0" y="1417895"/>
              </a:lnTo>
              <a:lnTo>
                <a:pt x="181781" y="1417895"/>
              </a:lnTo>
            </a:path>
          </a:pathLst>
        </a:custGeom>
        <a:noFill/>
        <a:ln w="25400" cap="flat" cmpd="sng" algn="ctr">
          <a:solidFill>
            <a:srgbClr val="8064A2">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22BCC800-A033-47AF-8C05-8A63B3C6B243}">
      <dsp:nvSpPr>
        <dsp:cNvPr id="0" name=""/>
        <dsp:cNvSpPr/>
      </dsp:nvSpPr>
      <dsp:spPr>
        <a:xfrm>
          <a:off x="6450956" y="2620788"/>
          <a:ext cx="181781" cy="557463"/>
        </a:xfrm>
        <a:custGeom>
          <a:avLst/>
          <a:gdLst/>
          <a:ahLst/>
          <a:cxnLst/>
          <a:rect l="0" t="0" r="0" b="0"/>
          <a:pathLst>
            <a:path>
              <a:moveTo>
                <a:pt x="0" y="0"/>
              </a:moveTo>
              <a:lnTo>
                <a:pt x="0" y="557463"/>
              </a:lnTo>
              <a:lnTo>
                <a:pt x="181781" y="557463"/>
              </a:lnTo>
            </a:path>
          </a:pathLst>
        </a:custGeom>
        <a:noFill/>
        <a:ln w="25400" cap="flat" cmpd="sng" algn="ctr">
          <a:solidFill>
            <a:srgbClr val="8064A2">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B5082DD8-5C81-40FE-8ECD-212C76647D7D}">
      <dsp:nvSpPr>
        <dsp:cNvPr id="0" name=""/>
        <dsp:cNvSpPr/>
      </dsp:nvSpPr>
      <dsp:spPr>
        <a:xfrm>
          <a:off x="5176095" y="1760355"/>
          <a:ext cx="1759611" cy="254494"/>
        </a:xfrm>
        <a:custGeom>
          <a:avLst/>
          <a:gdLst/>
          <a:ahLst/>
          <a:cxnLst/>
          <a:rect l="0" t="0" r="0" b="0"/>
          <a:pathLst>
            <a:path>
              <a:moveTo>
                <a:pt x="0" y="0"/>
              </a:moveTo>
              <a:lnTo>
                <a:pt x="0" y="127247"/>
              </a:lnTo>
              <a:lnTo>
                <a:pt x="1759611" y="127247"/>
              </a:lnTo>
              <a:lnTo>
                <a:pt x="1759611" y="254494"/>
              </a:lnTo>
            </a:path>
          </a:pathLst>
        </a:custGeom>
        <a:noFill/>
        <a:ln w="25400" cap="flat" cmpd="sng" algn="ctr">
          <a:solidFill>
            <a:srgbClr val="9BBB59">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98881E5A-D986-43E2-BA75-FE171E9DFAEE}">
      <dsp:nvSpPr>
        <dsp:cNvPr id="0" name=""/>
        <dsp:cNvSpPr/>
      </dsp:nvSpPr>
      <dsp:spPr>
        <a:xfrm>
          <a:off x="3416484" y="2620788"/>
          <a:ext cx="2355821" cy="254494"/>
        </a:xfrm>
        <a:custGeom>
          <a:avLst/>
          <a:gdLst/>
          <a:ahLst/>
          <a:cxnLst/>
          <a:rect l="0" t="0" r="0" b="0"/>
          <a:pathLst>
            <a:path>
              <a:moveTo>
                <a:pt x="0" y="0"/>
              </a:moveTo>
              <a:lnTo>
                <a:pt x="0" y="127247"/>
              </a:lnTo>
              <a:lnTo>
                <a:pt x="2355821" y="127247"/>
              </a:lnTo>
              <a:lnTo>
                <a:pt x="2355821" y="254494"/>
              </a:lnTo>
            </a:path>
          </a:pathLst>
        </a:custGeom>
        <a:noFill/>
        <a:ln w="25400" cap="flat" cmpd="sng" algn="ctr">
          <a:solidFill>
            <a:srgbClr val="8064A2">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16C38147-8611-4E46-9727-BBA100053BCC}">
      <dsp:nvSpPr>
        <dsp:cNvPr id="0" name=""/>
        <dsp:cNvSpPr/>
      </dsp:nvSpPr>
      <dsp:spPr>
        <a:xfrm>
          <a:off x="3416484" y="2620788"/>
          <a:ext cx="889450" cy="254494"/>
        </a:xfrm>
        <a:custGeom>
          <a:avLst/>
          <a:gdLst/>
          <a:ahLst/>
          <a:cxnLst/>
          <a:rect l="0" t="0" r="0" b="0"/>
          <a:pathLst>
            <a:path>
              <a:moveTo>
                <a:pt x="0" y="0"/>
              </a:moveTo>
              <a:lnTo>
                <a:pt x="0" y="127247"/>
              </a:lnTo>
              <a:lnTo>
                <a:pt x="889450" y="127247"/>
              </a:lnTo>
              <a:lnTo>
                <a:pt x="889450" y="254494"/>
              </a:lnTo>
            </a:path>
          </a:pathLst>
        </a:custGeom>
        <a:noFill/>
        <a:ln w="25400" cap="flat" cmpd="sng" algn="ctr">
          <a:solidFill>
            <a:srgbClr val="8064A2">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FB272A40-49C6-4C05-A392-3403E9157C02}">
      <dsp:nvSpPr>
        <dsp:cNvPr id="0" name=""/>
        <dsp:cNvSpPr/>
      </dsp:nvSpPr>
      <dsp:spPr>
        <a:xfrm>
          <a:off x="2839564" y="2620788"/>
          <a:ext cx="576919" cy="254494"/>
        </a:xfrm>
        <a:custGeom>
          <a:avLst/>
          <a:gdLst/>
          <a:ahLst/>
          <a:cxnLst/>
          <a:rect l="0" t="0" r="0" b="0"/>
          <a:pathLst>
            <a:path>
              <a:moveTo>
                <a:pt x="576919" y="0"/>
              </a:moveTo>
              <a:lnTo>
                <a:pt x="576919" y="127247"/>
              </a:lnTo>
              <a:lnTo>
                <a:pt x="0" y="127247"/>
              </a:lnTo>
              <a:lnTo>
                <a:pt x="0" y="254494"/>
              </a:lnTo>
            </a:path>
          </a:pathLst>
        </a:custGeom>
        <a:noFill/>
        <a:ln w="25400" cap="flat" cmpd="sng" algn="ctr">
          <a:solidFill>
            <a:srgbClr val="8064A2">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E9A7EA76-5FBF-4556-918C-A84879F45A08}">
      <dsp:nvSpPr>
        <dsp:cNvPr id="0" name=""/>
        <dsp:cNvSpPr/>
      </dsp:nvSpPr>
      <dsp:spPr>
        <a:xfrm>
          <a:off x="607165" y="3481220"/>
          <a:ext cx="228661" cy="1417895"/>
        </a:xfrm>
        <a:custGeom>
          <a:avLst/>
          <a:gdLst/>
          <a:ahLst/>
          <a:cxnLst/>
          <a:rect l="0" t="0" r="0" b="0"/>
          <a:pathLst>
            <a:path>
              <a:moveTo>
                <a:pt x="0" y="0"/>
              </a:moveTo>
              <a:lnTo>
                <a:pt x="0" y="1417895"/>
              </a:lnTo>
              <a:lnTo>
                <a:pt x="228661" y="1417895"/>
              </a:lnTo>
            </a:path>
          </a:pathLst>
        </a:custGeom>
        <a:noFill/>
        <a:ln w="25400" cap="flat" cmpd="sng" algn="ctr">
          <a:solidFill>
            <a:srgbClr val="8064A2">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411A83D8-3BA3-48E5-9F08-BB87EB70B487}">
      <dsp:nvSpPr>
        <dsp:cNvPr id="0" name=""/>
        <dsp:cNvSpPr/>
      </dsp:nvSpPr>
      <dsp:spPr>
        <a:xfrm>
          <a:off x="607165" y="3481220"/>
          <a:ext cx="228661" cy="557463"/>
        </a:xfrm>
        <a:custGeom>
          <a:avLst/>
          <a:gdLst/>
          <a:ahLst/>
          <a:cxnLst/>
          <a:rect l="0" t="0" r="0" b="0"/>
          <a:pathLst>
            <a:path>
              <a:moveTo>
                <a:pt x="0" y="0"/>
              </a:moveTo>
              <a:lnTo>
                <a:pt x="0" y="557463"/>
              </a:lnTo>
              <a:lnTo>
                <a:pt x="228661" y="557463"/>
              </a:lnTo>
            </a:path>
          </a:pathLst>
        </a:custGeom>
        <a:noFill/>
        <a:ln w="25400" cap="flat" cmpd="sng" algn="ctr">
          <a:solidFill>
            <a:srgbClr val="8064A2">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BDB517BA-69E3-4085-9304-568C8CDA6757}">
      <dsp:nvSpPr>
        <dsp:cNvPr id="0" name=""/>
        <dsp:cNvSpPr/>
      </dsp:nvSpPr>
      <dsp:spPr>
        <a:xfrm>
          <a:off x="1216928" y="2620788"/>
          <a:ext cx="2199556" cy="254494"/>
        </a:xfrm>
        <a:custGeom>
          <a:avLst/>
          <a:gdLst/>
          <a:ahLst/>
          <a:cxnLst/>
          <a:rect l="0" t="0" r="0" b="0"/>
          <a:pathLst>
            <a:path>
              <a:moveTo>
                <a:pt x="2199556" y="0"/>
              </a:moveTo>
              <a:lnTo>
                <a:pt x="2199556" y="127247"/>
              </a:lnTo>
              <a:lnTo>
                <a:pt x="0" y="127247"/>
              </a:lnTo>
              <a:lnTo>
                <a:pt x="0" y="254494"/>
              </a:lnTo>
            </a:path>
          </a:pathLst>
        </a:custGeom>
        <a:noFill/>
        <a:ln w="25400" cap="flat" cmpd="sng" algn="ctr">
          <a:solidFill>
            <a:srgbClr val="8064A2">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1ACC9212-4E9E-4338-A44B-35F0139267D2}">
      <dsp:nvSpPr>
        <dsp:cNvPr id="0" name=""/>
        <dsp:cNvSpPr/>
      </dsp:nvSpPr>
      <dsp:spPr>
        <a:xfrm>
          <a:off x="3416484" y="1760355"/>
          <a:ext cx="1759611" cy="254494"/>
        </a:xfrm>
        <a:custGeom>
          <a:avLst/>
          <a:gdLst/>
          <a:ahLst/>
          <a:cxnLst/>
          <a:rect l="0" t="0" r="0" b="0"/>
          <a:pathLst>
            <a:path>
              <a:moveTo>
                <a:pt x="1759611" y="0"/>
              </a:moveTo>
              <a:lnTo>
                <a:pt x="1759611" y="127247"/>
              </a:lnTo>
              <a:lnTo>
                <a:pt x="0" y="127247"/>
              </a:lnTo>
              <a:lnTo>
                <a:pt x="0" y="254494"/>
              </a:lnTo>
            </a:path>
          </a:pathLst>
        </a:custGeom>
        <a:noFill/>
        <a:ln w="25400" cap="flat" cmpd="sng" algn="ctr">
          <a:solidFill>
            <a:srgbClr val="9BBB59">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3C61FC4A-99EE-4707-9FCE-1F3DAA711A4F}">
      <dsp:nvSpPr>
        <dsp:cNvPr id="0" name=""/>
        <dsp:cNvSpPr/>
      </dsp:nvSpPr>
      <dsp:spPr>
        <a:xfrm>
          <a:off x="4357921" y="899923"/>
          <a:ext cx="818174" cy="254494"/>
        </a:xfrm>
        <a:custGeom>
          <a:avLst/>
          <a:gdLst/>
          <a:ahLst/>
          <a:cxnLst/>
          <a:rect l="0" t="0" r="0" b="0"/>
          <a:pathLst>
            <a:path>
              <a:moveTo>
                <a:pt x="0" y="0"/>
              </a:moveTo>
              <a:lnTo>
                <a:pt x="0" y="127247"/>
              </a:lnTo>
              <a:lnTo>
                <a:pt x="818174" y="127247"/>
              </a:lnTo>
              <a:lnTo>
                <a:pt x="818174" y="254494"/>
              </a:lnTo>
            </a:path>
          </a:pathLst>
        </a:custGeom>
        <a:noFill/>
        <a:ln w="25400" cap="flat" cmpd="sng" algn="ctr">
          <a:solidFill>
            <a:srgbClr val="C0504D">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9C54291F-163B-4FD4-8338-7AFC7E7C6573}">
      <dsp:nvSpPr>
        <dsp:cNvPr id="0" name=""/>
        <dsp:cNvSpPr/>
      </dsp:nvSpPr>
      <dsp:spPr>
        <a:xfrm>
          <a:off x="3624736" y="899923"/>
          <a:ext cx="733185" cy="254494"/>
        </a:xfrm>
        <a:custGeom>
          <a:avLst/>
          <a:gdLst/>
          <a:ahLst/>
          <a:cxnLst/>
          <a:rect l="0" t="0" r="0" b="0"/>
          <a:pathLst>
            <a:path>
              <a:moveTo>
                <a:pt x="733185" y="0"/>
              </a:moveTo>
              <a:lnTo>
                <a:pt x="733185" y="127247"/>
              </a:lnTo>
              <a:lnTo>
                <a:pt x="0" y="127247"/>
              </a:lnTo>
              <a:lnTo>
                <a:pt x="0" y="254494"/>
              </a:lnTo>
            </a:path>
          </a:pathLst>
        </a:custGeom>
        <a:noFill/>
        <a:ln w="25400" cap="flat" cmpd="sng" algn="ctr">
          <a:solidFill>
            <a:srgbClr val="C0504D">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D2130C2A-EF57-4A98-BBBD-5AC8C4B381E4}">
      <dsp:nvSpPr>
        <dsp:cNvPr id="0" name=""/>
        <dsp:cNvSpPr/>
      </dsp:nvSpPr>
      <dsp:spPr>
        <a:xfrm>
          <a:off x="2073376" y="899923"/>
          <a:ext cx="2284544" cy="254494"/>
        </a:xfrm>
        <a:custGeom>
          <a:avLst/>
          <a:gdLst/>
          <a:ahLst/>
          <a:cxnLst/>
          <a:rect l="0" t="0" r="0" b="0"/>
          <a:pathLst>
            <a:path>
              <a:moveTo>
                <a:pt x="2284544" y="0"/>
              </a:moveTo>
              <a:lnTo>
                <a:pt x="2284544" y="127247"/>
              </a:lnTo>
              <a:lnTo>
                <a:pt x="0" y="127247"/>
              </a:lnTo>
              <a:lnTo>
                <a:pt x="0" y="254494"/>
              </a:lnTo>
            </a:path>
          </a:pathLst>
        </a:custGeom>
        <a:noFill/>
        <a:ln w="25400" cap="flat" cmpd="sng" algn="ctr">
          <a:solidFill>
            <a:srgbClr val="C0504D">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A6AA32B3-7119-4B6F-8E0A-C2D091729F3E}">
      <dsp:nvSpPr>
        <dsp:cNvPr id="0" name=""/>
        <dsp:cNvSpPr/>
      </dsp:nvSpPr>
      <dsp:spPr>
        <a:xfrm>
          <a:off x="607005" y="899923"/>
          <a:ext cx="3750915" cy="254494"/>
        </a:xfrm>
        <a:custGeom>
          <a:avLst/>
          <a:gdLst/>
          <a:ahLst/>
          <a:cxnLst/>
          <a:rect l="0" t="0" r="0" b="0"/>
          <a:pathLst>
            <a:path>
              <a:moveTo>
                <a:pt x="3750915" y="0"/>
              </a:moveTo>
              <a:lnTo>
                <a:pt x="3750915" y="127247"/>
              </a:lnTo>
              <a:lnTo>
                <a:pt x="0" y="127247"/>
              </a:lnTo>
              <a:lnTo>
                <a:pt x="0" y="254494"/>
              </a:lnTo>
            </a:path>
          </a:pathLst>
        </a:custGeom>
        <a:noFill/>
        <a:ln w="25400" cap="flat" cmpd="sng" algn="ctr">
          <a:solidFill>
            <a:srgbClr val="C0504D">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E6009B74-CFF9-46AC-9159-98C22F493006}">
      <dsp:nvSpPr>
        <dsp:cNvPr id="0" name=""/>
        <dsp:cNvSpPr/>
      </dsp:nvSpPr>
      <dsp:spPr>
        <a:xfrm>
          <a:off x="3604134" y="39169"/>
          <a:ext cx="1507574" cy="860753"/>
        </a:xfrm>
        <a:prstGeom prst="rect">
          <a:avLst/>
        </a:pr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e-DE" sz="1400" b="1" kern="1200" dirty="0">
              <a:solidFill>
                <a:sysClr val="window" lastClr="FFFFFF"/>
              </a:solidFill>
              <a:latin typeface="Calibri"/>
              <a:ea typeface="+mn-ea"/>
              <a:cs typeface="+mn-cs"/>
            </a:rPr>
            <a:t>Erwerbsfähige Personen</a:t>
          </a:r>
          <a:br>
            <a:rPr lang="de-DE" sz="1400" b="1" kern="1200" dirty="0">
              <a:solidFill>
                <a:sysClr val="window" lastClr="FFFFFF"/>
              </a:solidFill>
              <a:latin typeface="Calibri"/>
              <a:ea typeface="+mn-ea"/>
              <a:cs typeface="+mn-cs"/>
            </a:rPr>
          </a:br>
          <a:r>
            <a:rPr lang="de-DE" sz="1400" b="1" kern="1200" dirty="0">
              <a:solidFill>
                <a:sysClr val="window" lastClr="FFFFFF"/>
              </a:solidFill>
              <a:latin typeface="Calibri"/>
              <a:ea typeface="+mn-ea"/>
              <a:cs typeface="+mn-cs"/>
            </a:rPr>
            <a:t>(18 bis 65)</a:t>
          </a:r>
        </a:p>
      </dsp:txBody>
      <dsp:txXfrm>
        <a:off x="3604134" y="39169"/>
        <a:ext cx="1507574" cy="860753"/>
      </dsp:txXfrm>
    </dsp:sp>
    <dsp:sp modelId="{B75595B8-4196-4FE2-A78C-D0B391A2E535}">
      <dsp:nvSpPr>
        <dsp:cNvPr id="0" name=""/>
        <dsp:cNvSpPr/>
      </dsp:nvSpPr>
      <dsp:spPr>
        <a:xfrm>
          <a:off x="1067" y="1154417"/>
          <a:ext cx="1211876" cy="605938"/>
        </a:xfrm>
        <a:prstGeom prst="rect">
          <a:avLst/>
        </a:prstGeom>
        <a:solidFill>
          <a:srgbClr val="C0504D">
            <a:hueOff val="0"/>
            <a:satOff val="0"/>
            <a:lumOff val="0"/>
            <a:alphaOff val="0"/>
          </a:srgbClr>
        </a:solidFill>
        <a:ln w="254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e-DE" sz="1400" kern="1200" dirty="0">
              <a:solidFill>
                <a:sysClr val="window" lastClr="FFFFFF"/>
              </a:solidFill>
              <a:latin typeface="Calibri"/>
              <a:ea typeface="+mn-ea"/>
              <a:cs typeface="+mn-cs"/>
            </a:rPr>
            <a:t>Arbeitslose</a:t>
          </a:r>
        </a:p>
      </dsp:txBody>
      <dsp:txXfrm>
        <a:off x="1067" y="1154417"/>
        <a:ext cx="1211876" cy="605938"/>
      </dsp:txXfrm>
    </dsp:sp>
    <dsp:sp modelId="{D9A8A5B7-DCCC-4BA7-BE3F-D1A5EDA65E94}">
      <dsp:nvSpPr>
        <dsp:cNvPr id="0" name=""/>
        <dsp:cNvSpPr/>
      </dsp:nvSpPr>
      <dsp:spPr>
        <a:xfrm>
          <a:off x="1467438" y="1154417"/>
          <a:ext cx="1211876" cy="605938"/>
        </a:xfrm>
        <a:prstGeom prst="rect">
          <a:avLst/>
        </a:prstGeom>
        <a:solidFill>
          <a:srgbClr val="C0504D">
            <a:hueOff val="0"/>
            <a:satOff val="0"/>
            <a:lumOff val="0"/>
            <a:alphaOff val="0"/>
          </a:srgbClr>
        </a:solidFill>
        <a:ln w="254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e-DE" sz="1400" kern="1200" dirty="0">
              <a:solidFill>
                <a:sysClr val="window" lastClr="FFFFFF"/>
              </a:solidFill>
              <a:latin typeface="Calibri"/>
              <a:ea typeface="+mn-ea"/>
              <a:cs typeface="+mn-cs"/>
            </a:rPr>
            <a:t>Personen in Ausbildung</a:t>
          </a:r>
        </a:p>
      </dsp:txBody>
      <dsp:txXfrm>
        <a:off x="1467438" y="1154417"/>
        <a:ext cx="1211876" cy="605938"/>
      </dsp:txXfrm>
    </dsp:sp>
    <dsp:sp modelId="{5A27C7B7-290A-427E-AD0D-DDB6625F4099}">
      <dsp:nvSpPr>
        <dsp:cNvPr id="0" name=""/>
        <dsp:cNvSpPr/>
      </dsp:nvSpPr>
      <dsp:spPr>
        <a:xfrm>
          <a:off x="2933808" y="1154417"/>
          <a:ext cx="1381854" cy="605938"/>
        </a:xfrm>
        <a:prstGeom prst="rect">
          <a:avLst/>
        </a:prstGeom>
        <a:solidFill>
          <a:srgbClr val="C0504D">
            <a:hueOff val="0"/>
            <a:satOff val="0"/>
            <a:lumOff val="0"/>
            <a:alphaOff val="0"/>
          </a:srgbClr>
        </a:solidFill>
        <a:ln w="254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e-DE" sz="1400" kern="1200" dirty="0">
              <a:solidFill>
                <a:sysClr val="window" lastClr="FFFFFF"/>
              </a:solidFill>
              <a:latin typeface="Calibri"/>
              <a:ea typeface="+mn-ea"/>
              <a:cs typeface="+mn-cs"/>
            </a:rPr>
            <a:t>Frühpensionierte</a:t>
          </a:r>
        </a:p>
      </dsp:txBody>
      <dsp:txXfrm>
        <a:off x="2933808" y="1154417"/>
        <a:ext cx="1381854" cy="605938"/>
      </dsp:txXfrm>
    </dsp:sp>
    <dsp:sp modelId="{929B7E3A-DAA8-4FF0-90E5-EDDF2292ABE4}">
      <dsp:nvSpPr>
        <dsp:cNvPr id="0" name=""/>
        <dsp:cNvSpPr/>
      </dsp:nvSpPr>
      <dsp:spPr>
        <a:xfrm>
          <a:off x="4570157" y="1154417"/>
          <a:ext cx="1211876" cy="605938"/>
        </a:xfrm>
        <a:prstGeom prst="rect">
          <a:avLst/>
        </a:prstGeom>
        <a:solidFill>
          <a:srgbClr val="C0504D">
            <a:hueOff val="0"/>
            <a:satOff val="0"/>
            <a:lumOff val="0"/>
            <a:alphaOff val="0"/>
          </a:srgbClr>
        </a:solidFill>
        <a:ln w="254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e-DE" sz="1400" kern="1200" dirty="0">
              <a:solidFill>
                <a:sysClr val="window" lastClr="FFFFFF"/>
              </a:solidFill>
              <a:latin typeface="Calibri"/>
              <a:ea typeface="+mn-ea"/>
              <a:cs typeface="+mn-cs"/>
            </a:rPr>
            <a:t>Erwerbstätige</a:t>
          </a:r>
        </a:p>
      </dsp:txBody>
      <dsp:txXfrm>
        <a:off x="4570157" y="1154417"/>
        <a:ext cx="1211876" cy="605938"/>
      </dsp:txXfrm>
    </dsp:sp>
    <dsp:sp modelId="{529F671A-09E0-40C1-A960-EC0DAD40E7AB}">
      <dsp:nvSpPr>
        <dsp:cNvPr id="0" name=""/>
        <dsp:cNvSpPr/>
      </dsp:nvSpPr>
      <dsp:spPr>
        <a:xfrm>
          <a:off x="2810545" y="2014849"/>
          <a:ext cx="1211876" cy="605938"/>
        </a:xfrm>
        <a:prstGeom prst="rect">
          <a:avLst/>
        </a:prstGeom>
        <a:solidFill>
          <a:srgbClr val="9BBB59">
            <a:hueOff val="0"/>
            <a:satOff val="0"/>
            <a:lumOff val="0"/>
            <a:alphaOff val="0"/>
          </a:srgbClr>
        </a:solidFill>
        <a:ln w="254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e-DE" sz="1400" kern="1200" dirty="0">
              <a:solidFill>
                <a:sysClr val="window" lastClr="FFFFFF"/>
              </a:solidFill>
              <a:latin typeface="Calibri"/>
              <a:ea typeface="+mn-ea"/>
              <a:cs typeface="+mn-cs"/>
            </a:rPr>
            <a:t>Selbständig Erwerbstätige</a:t>
          </a:r>
        </a:p>
      </dsp:txBody>
      <dsp:txXfrm>
        <a:off x="2810545" y="2014849"/>
        <a:ext cx="1211876" cy="605938"/>
      </dsp:txXfrm>
    </dsp:sp>
    <dsp:sp modelId="{AE3074DE-753F-4009-96F1-142C0E504465}">
      <dsp:nvSpPr>
        <dsp:cNvPr id="0" name=""/>
        <dsp:cNvSpPr/>
      </dsp:nvSpPr>
      <dsp:spPr>
        <a:xfrm>
          <a:off x="454724" y="2875282"/>
          <a:ext cx="1524407" cy="605938"/>
        </a:xfrm>
        <a:prstGeom prst="rect">
          <a:avLst/>
        </a:prstGeom>
        <a:solidFill>
          <a:srgbClr val="8064A2">
            <a:hueOff val="0"/>
            <a:satOff val="0"/>
            <a:lumOff val="0"/>
            <a:alphaOff val="0"/>
          </a:srgbClr>
        </a:solidFill>
        <a:ln w="254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e-DE" sz="1400" kern="1200" dirty="0">
              <a:solidFill>
                <a:sysClr val="window" lastClr="FFFFFF"/>
              </a:solidFill>
              <a:latin typeface="Calibri"/>
              <a:ea typeface="+mn-ea"/>
              <a:cs typeface="+mn-cs"/>
            </a:rPr>
            <a:t>Gewerbl. Erwerbstätigkeit</a:t>
          </a:r>
        </a:p>
      </dsp:txBody>
      <dsp:txXfrm>
        <a:off x="454724" y="2875282"/>
        <a:ext cx="1524407" cy="605938"/>
      </dsp:txXfrm>
    </dsp:sp>
    <dsp:sp modelId="{4E852348-34E2-4608-B429-6F03213E9572}">
      <dsp:nvSpPr>
        <dsp:cNvPr id="0" name=""/>
        <dsp:cNvSpPr/>
      </dsp:nvSpPr>
      <dsp:spPr>
        <a:xfrm>
          <a:off x="835826" y="3735714"/>
          <a:ext cx="1211876" cy="605938"/>
        </a:xfrm>
        <a:prstGeom prst="rect">
          <a:avLst/>
        </a:prstGeom>
        <a:solidFill>
          <a:srgbClr val="8064A2">
            <a:hueOff val="0"/>
            <a:satOff val="0"/>
            <a:lumOff val="0"/>
            <a:alphaOff val="0"/>
          </a:srgbClr>
        </a:solidFill>
        <a:ln w="254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e-DE" sz="1400" kern="1200" dirty="0">
              <a:solidFill>
                <a:sysClr val="window" lastClr="FFFFFF"/>
              </a:solidFill>
              <a:latin typeface="Calibri"/>
              <a:ea typeface="+mn-ea"/>
              <a:cs typeface="+mn-cs"/>
            </a:rPr>
            <a:t>Freie Gewerbe</a:t>
          </a:r>
        </a:p>
      </dsp:txBody>
      <dsp:txXfrm>
        <a:off x="835826" y="3735714"/>
        <a:ext cx="1211876" cy="605938"/>
      </dsp:txXfrm>
    </dsp:sp>
    <dsp:sp modelId="{45E2A1DF-379B-4EEF-9427-5CD8A9727E2D}">
      <dsp:nvSpPr>
        <dsp:cNvPr id="0" name=""/>
        <dsp:cNvSpPr/>
      </dsp:nvSpPr>
      <dsp:spPr>
        <a:xfrm>
          <a:off x="835826" y="4596146"/>
          <a:ext cx="1211876" cy="605938"/>
        </a:xfrm>
        <a:prstGeom prst="rect">
          <a:avLst/>
        </a:prstGeom>
        <a:solidFill>
          <a:srgbClr val="8064A2">
            <a:hueOff val="0"/>
            <a:satOff val="0"/>
            <a:lumOff val="0"/>
            <a:alphaOff val="0"/>
          </a:srgbClr>
        </a:solidFill>
        <a:ln w="254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e-DE" sz="1400" kern="1200" dirty="0">
              <a:solidFill>
                <a:sysClr val="window" lastClr="FFFFFF"/>
              </a:solidFill>
              <a:latin typeface="Calibri"/>
              <a:ea typeface="+mn-ea"/>
              <a:cs typeface="+mn-cs"/>
            </a:rPr>
            <a:t>Reglementierte Gewerbe</a:t>
          </a:r>
        </a:p>
      </dsp:txBody>
      <dsp:txXfrm>
        <a:off x="835826" y="4596146"/>
        <a:ext cx="1211876" cy="605938"/>
      </dsp:txXfrm>
    </dsp:sp>
    <dsp:sp modelId="{9C113891-80DD-40A3-986A-1860F5F0D8CD}">
      <dsp:nvSpPr>
        <dsp:cNvPr id="0" name=""/>
        <dsp:cNvSpPr/>
      </dsp:nvSpPr>
      <dsp:spPr>
        <a:xfrm>
          <a:off x="2233625" y="2875282"/>
          <a:ext cx="1211876" cy="605938"/>
        </a:xfrm>
        <a:prstGeom prst="rect">
          <a:avLst/>
        </a:prstGeom>
        <a:solidFill>
          <a:srgbClr val="8064A2">
            <a:hueOff val="0"/>
            <a:satOff val="0"/>
            <a:lumOff val="0"/>
            <a:alphaOff val="0"/>
          </a:srgbClr>
        </a:solidFill>
        <a:ln w="254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e-DE" sz="1400" kern="1200" dirty="0">
              <a:solidFill>
                <a:sysClr val="window" lastClr="FFFFFF"/>
              </a:solidFill>
              <a:latin typeface="Calibri"/>
              <a:ea typeface="+mn-ea"/>
              <a:cs typeface="+mn-cs"/>
            </a:rPr>
            <a:t>Urproduktion</a:t>
          </a:r>
        </a:p>
      </dsp:txBody>
      <dsp:txXfrm>
        <a:off x="2233625" y="2875282"/>
        <a:ext cx="1211876" cy="605938"/>
      </dsp:txXfrm>
    </dsp:sp>
    <dsp:sp modelId="{A3CD14F2-B28E-476E-969A-162B0271D8BC}">
      <dsp:nvSpPr>
        <dsp:cNvPr id="0" name=""/>
        <dsp:cNvSpPr/>
      </dsp:nvSpPr>
      <dsp:spPr>
        <a:xfrm>
          <a:off x="3699996" y="2875282"/>
          <a:ext cx="1211876" cy="605938"/>
        </a:xfrm>
        <a:prstGeom prst="rect">
          <a:avLst/>
        </a:prstGeom>
        <a:solidFill>
          <a:srgbClr val="8064A2">
            <a:hueOff val="0"/>
            <a:satOff val="0"/>
            <a:lumOff val="0"/>
            <a:alphaOff val="0"/>
          </a:srgbClr>
        </a:solidFill>
        <a:ln w="254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e-DE" sz="1400" kern="1200" dirty="0">
              <a:solidFill>
                <a:sysClr val="window" lastClr="FFFFFF"/>
              </a:solidFill>
              <a:latin typeface="Calibri"/>
              <a:ea typeface="+mn-ea"/>
              <a:cs typeface="+mn-cs"/>
            </a:rPr>
            <a:t>Freiberufl. Tätigkeit</a:t>
          </a:r>
        </a:p>
      </dsp:txBody>
      <dsp:txXfrm>
        <a:off x="3699996" y="2875282"/>
        <a:ext cx="1211876" cy="605938"/>
      </dsp:txXfrm>
    </dsp:sp>
    <dsp:sp modelId="{FF94009C-6576-4DD8-9EE2-048F2FEDDAF1}">
      <dsp:nvSpPr>
        <dsp:cNvPr id="0" name=""/>
        <dsp:cNvSpPr/>
      </dsp:nvSpPr>
      <dsp:spPr>
        <a:xfrm>
          <a:off x="5166367" y="2875282"/>
          <a:ext cx="1211876" cy="605938"/>
        </a:xfrm>
        <a:prstGeom prst="rect">
          <a:avLst/>
        </a:prstGeom>
        <a:solidFill>
          <a:srgbClr val="8064A2">
            <a:hueOff val="0"/>
            <a:satOff val="0"/>
            <a:lumOff val="0"/>
            <a:alphaOff val="0"/>
          </a:srgbClr>
        </a:solidFill>
        <a:ln w="254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e-DE" sz="1400" kern="1200" dirty="0">
              <a:solidFill>
                <a:sysClr val="window" lastClr="FFFFFF"/>
              </a:solidFill>
              <a:latin typeface="Calibri"/>
              <a:ea typeface="+mn-ea"/>
              <a:cs typeface="+mn-cs"/>
            </a:rPr>
            <a:t>„Neue“ Selbständigkeit</a:t>
          </a:r>
        </a:p>
      </dsp:txBody>
      <dsp:txXfrm>
        <a:off x="5166367" y="2875282"/>
        <a:ext cx="1211876" cy="605938"/>
      </dsp:txXfrm>
    </dsp:sp>
    <dsp:sp modelId="{FADD41A1-0380-4D99-AB23-811491EF50AB}">
      <dsp:nvSpPr>
        <dsp:cNvPr id="0" name=""/>
        <dsp:cNvSpPr/>
      </dsp:nvSpPr>
      <dsp:spPr>
        <a:xfrm>
          <a:off x="6329768" y="2014849"/>
          <a:ext cx="1211876" cy="605938"/>
        </a:xfrm>
        <a:prstGeom prst="rect">
          <a:avLst/>
        </a:prstGeom>
        <a:solidFill>
          <a:srgbClr val="9BBB59">
            <a:hueOff val="0"/>
            <a:satOff val="0"/>
            <a:lumOff val="0"/>
            <a:alphaOff val="0"/>
          </a:srgbClr>
        </a:solidFill>
        <a:ln w="254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e-DE" sz="1400" kern="1200" dirty="0">
              <a:solidFill>
                <a:sysClr val="window" lastClr="FFFFFF"/>
              </a:solidFill>
              <a:latin typeface="Calibri"/>
              <a:ea typeface="+mn-ea"/>
              <a:cs typeface="+mn-cs"/>
            </a:rPr>
            <a:t>Unselbständig Erwerbstätige</a:t>
          </a:r>
        </a:p>
      </dsp:txBody>
      <dsp:txXfrm>
        <a:off x="6329768" y="2014849"/>
        <a:ext cx="1211876" cy="605938"/>
      </dsp:txXfrm>
    </dsp:sp>
    <dsp:sp modelId="{D4911F27-747A-4CB3-AF45-6E732896E339}">
      <dsp:nvSpPr>
        <dsp:cNvPr id="0" name=""/>
        <dsp:cNvSpPr/>
      </dsp:nvSpPr>
      <dsp:spPr>
        <a:xfrm>
          <a:off x="6632737" y="2875282"/>
          <a:ext cx="2043684" cy="605938"/>
        </a:xfrm>
        <a:prstGeom prst="rect">
          <a:avLst/>
        </a:prstGeom>
        <a:solidFill>
          <a:srgbClr val="8064A2">
            <a:hueOff val="0"/>
            <a:satOff val="0"/>
            <a:lumOff val="0"/>
            <a:alphaOff val="0"/>
          </a:srgbClr>
        </a:solidFill>
        <a:ln w="254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e-DE" sz="1400" kern="1200" dirty="0">
              <a:solidFill>
                <a:sysClr val="window" lastClr="FFFFFF"/>
              </a:solidFill>
              <a:latin typeface="Calibri"/>
              <a:ea typeface="+mn-ea"/>
              <a:cs typeface="+mn-cs"/>
            </a:rPr>
            <a:t>ÖNACE A: Land- &amp; Forstwirtschaft, Fischerei</a:t>
          </a:r>
        </a:p>
      </dsp:txBody>
      <dsp:txXfrm>
        <a:off x="6632737" y="2875282"/>
        <a:ext cx="2043684" cy="605938"/>
      </dsp:txXfrm>
    </dsp:sp>
    <dsp:sp modelId="{AB73DE01-242C-468C-A0F6-FE351E5349D1}">
      <dsp:nvSpPr>
        <dsp:cNvPr id="0" name=""/>
        <dsp:cNvSpPr/>
      </dsp:nvSpPr>
      <dsp:spPr>
        <a:xfrm>
          <a:off x="6632737" y="3735714"/>
          <a:ext cx="1211876" cy="605938"/>
        </a:xfrm>
        <a:prstGeom prst="rect">
          <a:avLst/>
        </a:prstGeom>
        <a:solidFill>
          <a:srgbClr val="8064A2">
            <a:hueOff val="0"/>
            <a:satOff val="0"/>
            <a:lumOff val="0"/>
            <a:alphaOff val="0"/>
          </a:srgbClr>
        </a:solidFill>
        <a:ln w="254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66725">
            <a:lnSpc>
              <a:spcPct val="90000"/>
            </a:lnSpc>
            <a:spcBef>
              <a:spcPct val="0"/>
            </a:spcBef>
            <a:spcAft>
              <a:spcPct val="35000"/>
            </a:spcAft>
            <a:buNone/>
          </a:pPr>
          <a:r>
            <a:rPr lang="de-DE" sz="1050" kern="1200" dirty="0">
              <a:solidFill>
                <a:sysClr val="window" lastClr="FFFFFF"/>
              </a:solidFill>
              <a:latin typeface="Calibri"/>
              <a:ea typeface="+mn-ea"/>
              <a:cs typeface="+mn-cs"/>
            </a:rPr>
            <a:t>…</a:t>
          </a:r>
        </a:p>
      </dsp:txBody>
      <dsp:txXfrm>
        <a:off x="6632737" y="3735714"/>
        <a:ext cx="1211876" cy="605938"/>
      </dsp:txXfrm>
    </dsp:sp>
    <dsp:sp modelId="{F2D25944-C587-4ABD-A1C8-85AC316B08E7}">
      <dsp:nvSpPr>
        <dsp:cNvPr id="0" name=""/>
        <dsp:cNvSpPr/>
      </dsp:nvSpPr>
      <dsp:spPr>
        <a:xfrm>
          <a:off x="6632737" y="4596146"/>
          <a:ext cx="2132369" cy="605938"/>
        </a:xfrm>
        <a:prstGeom prst="rect">
          <a:avLst/>
        </a:prstGeom>
        <a:solidFill>
          <a:srgbClr val="8064A2">
            <a:hueOff val="0"/>
            <a:satOff val="0"/>
            <a:lumOff val="0"/>
            <a:alphaOff val="0"/>
          </a:srgbClr>
        </a:solidFill>
        <a:ln w="254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e-DE" sz="1400" kern="1200" dirty="0">
              <a:solidFill>
                <a:sysClr val="window" lastClr="FFFFFF"/>
              </a:solidFill>
              <a:latin typeface="Calibri"/>
              <a:ea typeface="+mn-ea"/>
              <a:cs typeface="+mn-cs"/>
            </a:rPr>
            <a:t>ÖNACE U: Exterritoriale Organisationen</a:t>
          </a:r>
        </a:p>
      </dsp:txBody>
      <dsp:txXfrm>
        <a:off x="6632737" y="4596146"/>
        <a:ext cx="2132369" cy="605938"/>
      </dsp:txXfrm>
    </dsp:sp>
    <dsp:sp modelId="{F56820C0-9251-4AB3-B6D1-A6FABDA610EE}">
      <dsp:nvSpPr>
        <dsp:cNvPr id="0" name=""/>
        <dsp:cNvSpPr/>
      </dsp:nvSpPr>
      <dsp:spPr>
        <a:xfrm>
          <a:off x="6036528" y="1154417"/>
          <a:ext cx="1211876" cy="605938"/>
        </a:xfrm>
        <a:prstGeom prst="rect">
          <a:avLst/>
        </a:prstGeom>
        <a:solidFill>
          <a:srgbClr val="C0504D">
            <a:hueOff val="0"/>
            <a:satOff val="0"/>
            <a:lumOff val="0"/>
            <a:alphaOff val="0"/>
          </a:srgbClr>
        </a:solidFill>
        <a:ln w="254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e-DE" sz="1400" kern="1200" dirty="0">
              <a:solidFill>
                <a:sysClr val="window" lastClr="FFFFFF"/>
              </a:solidFill>
              <a:latin typeface="Calibri"/>
              <a:ea typeface="+mn-ea"/>
              <a:cs typeface="+mn-cs"/>
            </a:rPr>
            <a:t>Schatten-wirtschaft</a:t>
          </a:r>
        </a:p>
      </dsp:txBody>
      <dsp:txXfrm>
        <a:off x="6036528" y="1154417"/>
        <a:ext cx="1211876" cy="605938"/>
      </dsp:txXfrm>
    </dsp:sp>
    <dsp:sp modelId="{54BD0633-2DFD-4FF6-823B-BDCA49ED0ECD}">
      <dsp:nvSpPr>
        <dsp:cNvPr id="0" name=""/>
        <dsp:cNvSpPr/>
      </dsp:nvSpPr>
      <dsp:spPr>
        <a:xfrm>
          <a:off x="7502898" y="1154417"/>
          <a:ext cx="1211876" cy="605938"/>
        </a:xfrm>
        <a:prstGeom prst="rect">
          <a:avLst/>
        </a:prstGeom>
        <a:solidFill>
          <a:srgbClr val="C0504D">
            <a:hueOff val="0"/>
            <a:satOff val="0"/>
            <a:lumOff val="0"/>
            <a:alphaOff val="0"/>
          </a:srgbClr>
        </a:solidFill>
        <a:ln w="254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e-DE" sz="1400" kern="1200" dirty="0">
              <a:solidFill>
                <a:sysClr val="window" lastClr="FFFFFF"/>
              </a:solidFill>
              <a:latin typeface="Calibri"/>
              <a:ea typeface="+mn-ea"/>
              <a:cs typeface="+mn-cs"/>
            </a:rPr>
            <a:t>Freiwilligen-arbeit</a:t>
          </a:r>
        </a:p>
      </dsp:txBody>
      <dsp:txXfrm>
        <a:off x="7502898" y="1154417"/>
        <a:ext cx="1211876" cy="60593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CE4735-CFD0-4E60-8BA3-8595F9C25A00}">
      <dsp:nvSpPr>
        <dsp:cNvPr id="0" name=""/>
        <dsp:cNvSpPr/>
      </dsp:nvSpPr>
      <dsp:spPr>
        <a:xfrm>
          <a:off x="6287" y="455725"/>
          <a:ext cx="1267307" cy="760384"/>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Model data</a:t>
          </a:r>
        </a:p>
      </dsp:txBody>
      <dsp:txXfrm>
        <a:off x="28558" y="477996"/>
        <a:ext cx="1222765" cy="715842"/>
      </dsp:txXfrm>
    </dsp:sp>
    <dsp:sp modelId="{9FC757E6-BD8D-4D15-9F78-E678A2C58CB4}">
      <dsp:nvSpPr>
        <dsp:cNvPr id="0" name=""/>
        <dsp:cNvSpPr/>
      </dsp:nvSpPr>
      <dsp:spPr>
        <a:xfrm>
          <a:off x="1400325" y="678771"/>
          <a:ext cx="268669" cy="3142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1400325" y="741629"/>
        <a:ext cx="188068" cy="188576"/>
      </dsp:txXfrm>
    </dsp:sp>
    <dsp:sp modelId="{5EED1DBE-0BA4-4B65-AF5A-769A02F4E756}">
      <dsp:nvSpPr>
        <dsp:cNvPr id="0" name=""/>
        <dsp:cNvSpPr/>
      </dsp:nvSpPr>
      <dsp:spPr>
        <a:xfrm>
          <a:off x="1780517" y="455725"/>
          <a:ext cx="1267307" cy="760384"/>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Validate models</a:t>
          </a:r>
        </a:p>
      </dsp:txBody>
      <dsp:txXfrm>
        <a:off x="1802788" y="477996"/>
        <a:ext cx="1222765" cy="715842"/>
      </dsp:txXfrm>
    </dsp:sp>
    <dsp:sp modelId="{F756F10B-CBE1-4848-B2C7-062F3ACC84CA}">
      <dsp:nvSpPr>
        <dsp:cNvPr id="0" name=""/>
        <dsp:cNvSpPr/>
      </dsp:nvSpPr>
      <dsp:spPr>
        <a:xfrm>
          <a:off x="3174555" y="678771"/>
          <a:ext cx="268669" cy="3142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3174555" y="741629"/>
        <a:ext cx="188068" cy="188576"/>
      </dsp:txXfrm>
    </dsp:sp>
    <dsp:sp modelId="{453B0BD3-BB78-4EF4-8C6E-6805561F2F28}">
      <dsp:nvSpPr>
        <dsp:cNvPr id="0" name=""/>
        <dsp:cNvSpPr/>
      </dsp:nvSpPr>
      <dsp:spPr>
        <a:xfrm>
          <a:off x="3554747" y="455725"/>
          <a:ext cx="1267307" cy="760384"/>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Evaluate</a:t>
          </a:r>
          <a:br>
            <a:rPr lang="en-GB" sz="2000" kern="1200" dirty="0"/>
          </a:br>
          <a:r>
            <a:rPr lang="en-GB" sz="2000" kern="1200" dirty="0"/>
            <a:t>models</a:t>
          </a:r>
        </a:p>
      </dsp:txBody>
      <dsp:txXfrm>
        <a:off x="3577018" y="477996"/>
        <a:ext cx="1222765" cy="715842"/>
      </dsp:txXfrm>
    </dsp:sp>
    <dsp:sp modelId="{6A9AF9A7-08AC-4EBB-934D-F708CD3C92B7}">
      <dsp:nvSpPr>
        <dsp:cNvPr id="0" name=""/>
        <dsp:cNvSpPr/>
      </dsp:nvSpPr>
      <dsp:spPr>
        <a:xfrm>
          <a:off x="4948785" y="678771"/>
          <a:ext cx="268669" cy="3142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4948785" y="741629"/>
        <a:ext cx="188068" cy="188576"/>
      </dsp:txXfrm>
    </dsp:sp>
    <dsp:sp modelId="{DF227C00-1374-40DA-AADA-FE7D07B3E881}">
      <dsp:nvSpPr>
        <dsp:cNvPr id="0" name=""/>
        <dsp:cNvSpPr/>
      </dsp:nvSpPr>
      <dsp:spPr>
        <a:xfrm>
          <a:off x="5328977" y="455725"/>
          <a:ext cx="1365751" cy="760384"/>
        </a:xfrm>
        <a:prstGeom prst="roundRect">
          <a:avLst>
            <a:gd name="adj" fmla="val 10000"/>
          </a:avLst>
        </a:prstGeom>
        <a:solidFill>
          <a:srgbClr val="76869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Documentation</a:t>
          </a:r>
        </a:p>
      </dsp:txBody>
      <dsp:txXfrm>
        <a:off x="5351248" y="477996"/>
        <a:ext cx="1321209" cy="715842"/>
      </dsp:txXfrm>
    </dsp:sp>
    <dsp:sp modelId="{DF583930-8CA5-4976-9CF5-51844FFDFF36}">
      <dsp:nvSpPr>
        <dsp:cNvPr id="0" name=""/>
        <dsp:cNvSpPr/>
      </dsp:nvSpPr>
      <dsp:spPr>
        <a:xfrm>
          <a:off x="6821459" y="678771"/>
          <a:ext cx="268669" cy="3142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6821459" y="741629"/>
        <a:ext cx="188068" cy="188576"/>
      </dsp:txXfrm>
    </dsp:sp>
    <dsp:sp modelId="{5AA0AB36-31E6-4AC4-94E5-25ACDAB97CD7}">
      <dsp:nvSpPr>
        <dsp:cNvPr id="0" name=""/>
        <dsp:cNvSpPr/>
      </dsp:nvSpPr>
      <dsp:spPr>
        <a:xfrm>
          <a:off x="7201652" y="455725"/>
          <a:ext cx="1524773" cy="760384"/>
        </a:xfrm>
        <a:prstGeom prst="roundRect">
          <a:avLst>
            <a:gd name="adj" fmla="val 10000"/>
          </a:avLst>
        </a:prstGeom>
        <a:solidFill>
          <a:srgbClr val="76869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Summarise findings</a:t>
          </a:r>
        </a:p>
      </dsp:txBody>
      <dsp:txXfrm>
        <a:off x="7223923" y="477996"/>
        <a:ext cx="1480231" cy="71584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A1DD85-D377-4B38-BEDB-6B35BDA44639}">
      <dsp:nvSpPr>
        <dsp:cNvPr id="0" name=""/>
        <dsp:cNvSpPr/>
      </dsp:nvSpPr>
      <dsp:spPr>
        <a:xfrm>
          <a:off x="3075" y="361062"/>
          <a:ext cx="1840331" cy="949710"/>
        </a:xfrm>
        <a:prstGeom prst="roundRect">
          <a:avLst>
            <a:gd name="adj" fmla="val 10000"/>
          </a:avLst>
        </a:prstGeom>
        <a:solidFill>
          <a:srgbClr val="0070C0"/>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Define research questions</a:t>
          </a:r>
        </a:p>
      </dsp:txBody>
      <dsp:txXfrm>
        <a:off x="30891" y="388878"/>
        <a:ext cx="1784699" cy="894078"/>
      </dsp:txXfrm>
    </dsp:sp>
    <dsp:sp modelId="{B1788994-A8F9-41F5-8D6F-AB7020D5EF6F}">
      <dsp:nvSpPr>
        <dsp:cNvPr id="0" name=""/>
        <dsp:cNvSpPr/>
      </dsp:nvSpPr>
      <dsp:spPr>
        <a:xfrm>
          <a:off x="1962586" y="688135"/>
          <a:ext cx="252660" cy="2955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1962586" y="747248"/>
        <a:ext cx="176862" cy="177338"/>
      </dsp:txXfrm>
    </dsp:sp>
    <dsp:sp modelId="{AE91CE98-9D2A-49D3-946F-206ABA6C2DE3}">
      <dsp:nvSpPr>
        <dsp:cNvPr id="0" name=""/>
        <dsp:cNvSpPr/>
      </dsp:nvSpPr>
      <dsp:spPr>
        <a:xfrm>
          <a:off x="2320124" y="361062"/>
          <a:ext cx="1191793" cy="949710"/>
        </a:xfrm>
        <a:prstGeom prst="roundRect">
          <a:avLst>
            <a:gd name="adj" fmla="val 10000"/>
          </a:avLst>
        </a:prstGeom>
        <a:solidFill>
          <a:srgbClr val="0070C0"/>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Data </a:t>
          </a:r>
          <a:r>
            <a:rPr lang="en-GB" sz="1800" kern="1200" dirty="0" err="1"/>
            <a:t>acqui-sition</a:t>
          </a:r>
          <a:endParaRPr lang="en-GB" sz="1800" kern="1200" dirty="0"/>
        </a:p>
      </dsp:txBody>
      <dsp:txXfrm>
        <a:off x="2347940" y="388878"/>
        <a:ext cx="1136161" cy="894078"/>
      </dsp:txXfrm>
    </dsp:sp>
    <dsp:sp modelId="{6A840977-A864-4624-8AD5-E2DB19433E76}">
      <dsp:nvSpPr>
        <dsp:cNvPr id="0" name=""/>
        <dsp:cNvSpPr/>
      </dsp:nvSpPr>
      <dsp:spPr>
        <a:xfrm>
          <a:off x="3631097" y="688135"/>
          <a:ext cx="252660" cy="2955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3631097" y="747248"/>
        <a:ext cx="176862" cy="177338"/>
      </dsp:txXfrm>
    </dsp:sp>
    <dsp:sp modelId="{BF01A06A-00B0-497A-A4F1-CD0FE8378C0F}">
      <dsp:nvSpPr>
        <dsp:cNvPr id="0" name=""/>
        <dsp:cNvSpPr/>
      </dsp:nvSpPr>
      <dsp:spPr>
        <a:xfrm>
          <a:off x="3988635" y="361062"/>
          <a:ext cx="1191793" cy="949710"/>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Import data</a:t>
          </a:r>
        </a:p>
      </dsp:txBody>
      <dsp:txXfrm>
        <a:off x="4016451" y="388878"/>
        <a:ext cx="1136161" cy="894078"/>
      </dsp:txXfrm>
    </dsp:sp>
    <dsp:sp modelId="{8394E310-8F72-4A93-BA28-70BE4CC307C4}">
      <dsp:nvSpPr>
        <dsp:cNvPr id="0" name=""/>
        <dsp:cNvSpPr/>
      </dsp:nvSpPr>
      <dsp:spPr>
        <a:xfrm>
          <a:off x="5299608" y="688135"/>
          <a:ext cx="252660" cy="2955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5299608" y="747248"/>
        <a:ext cx="176862" cy="177338"/>
      </dsp:txXfrm>
    </dsp:sp>
    <dsp:sp modelId="{63369FD1-71EC-4E7B-9E0A-9CFCA4038F69}">
      <dsp:nvSpPr>
        <dsp:cNvPr id="0" name=""/>
        <dsp:cNvSpPr/>
      </dsp:nvSpPr>
      <dsp:spPr>
        <a:xfrm>
          <a:off x="5657146" y="361062"/>
          <a:ext cx="1403980" cy="949710"/>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Explore &amp; validate data</a:t>
          </a:r>
        </a:p>
      </dsp:txBody>
      <dsp:txXfrm>
        <a:off x="5684962" y="388878"/>
        <a:ext cx="1348348" cy="894078"/>
      </dsp:txXfrm>
    </dsp:sp>
    <dsp:sp modelId="{E9B1F861-5AE8-4997-924C-1B0462D8D388}">
      <dsp:nvSpPr>
        <dsp:cNvPr id="0" name=""/>
        <dsp:cNvSpPr/>
      </dsp:nvSpPr>
      <dsp:spPr>
        <a:xfrm>
          <a:off x="7180306" y="688135"/>
          <a:ext cx="252660" cy="2955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7180306" y="747248"/>
        <a:ext cx="176862" cy="177338"/>
      </dsp:txXfrm>
    </dsp:sp>
    <dsp:sp modelId="{0664E7A5-DADB-44A2-ADA8-E7389A6421F0}">
      <dsp:nvSpPr>
        <dsp:cNvPr id="0" name=""/>
        <dsp:cNvSpPr/>
      </dsp:nvSpPr>
      <dsp:spPr>
        <a:xfrm>
          <a:off x="7537844" y="361062"/>
          <a:ext cx="1191793" cy="949710"/>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Modify data</a:t>
          </a:r>
        </a:p>
      </dsp:txBody>
      <dsp:txXfrm>
        <a:off x="7565660" y="388878"/>
        <a:ext cx="1136161" cy="89407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CE4735-CFD0-4E60-8BA3-8595F9C25A00}">
      <dsp:nvSpPr>
        <dsp:cNvPr id="0" name=""/>
        <dsp:cNvSpPr/>
      </dsp:nvSpPr>
      <dsp:spPr>
        <a:xfrm>
          <a:off x="6287" y="455725"/>
          <a:ext cx="1267307" cy="760384"/>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Model data</a:t>
          </a:r>
        </a:p>
      </dsp:txBody>
      <dsp:txXfrm>
        <a:off x="28558" y="477996"/>
        <a:ext cx="1222765" cy="715842"/>
      </dsp:txXfrm>
    </dsp:sp>
    <dsp:sp modelId="{9FC757E6-BD8D-4D15-9F78-E678A2C58CB4}">
      <dsp:nvSpPr>
        <dsp:cNvPr id="0" name=""/>
        <dsp:cNvSpPr/>
      </dsp:nvSpPr>
      <dsp:spPr>
        <a:xfrm>
          <a:off x="1400325" y="678771"/>
          <a:ext cx="268669" cy="3142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1400325" y="741629"/>
        <a:ext cx="188068" cy="188576"/>
      </dsp:txXfrm>
    </dsp:sp>
    <dsp:sp modelId="{5EED1DBE-0BA4-4B65-AF5A-769A02F4E756}">
      <dsp:nvSpPr>
        <dsp:cNvPr id="0" name=""/>
        <dsp:cNvSpPr/>
      </dsp:nvSpPr>
      <dsp:spPr>
        <a:xfrm>
          <a:off x="1780517" y="455725"/>
          <a:ext cx="1267307" cy="760384"/>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Validate models</a:t>
          </a:r>
        </a:p>
      </dsp:txBody>
      <dsp:txXfrm>
        <a:off x="1802788" y="477996"/>
        <a:ext cx="1222765" cy="715842"/>
      </dsp:txXfrm>
    </dsp:sp>
    <dsp:sp modelId="{F756F10B-CBE1-4848-B2C7-062F3ACC84CA}">
      <dsp:nvSpPr>
        <dsp:cNvPr id="0" name=""/>
        <dsp:cNvSpPr/>
      </dsp:nvSpPr>
      <dsp:spPr>
        <a:xfrm>
          <a:off x="3174555" y="678771"/>
          <a:ext cx="268669" cy="3142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3174555" y="741629"/>
        <a:ext cx="188068" cy="188576"/>
      </dsp:txXfrm>
    </dsp:sp>
    <dsp:sp modelId="{453B0BD3-BB78-4EF4-8C6E-6805561F2F28}">
      <dsp:nvSpPr>
        <dsp:cNvPr id="0" name=""/>
        <dsp:cNvSpPr/>
      </dsp:nvSpPr>
      <dsp:spPr>
        <a:xfrm>
          <a:off x="3554747" y="455725"/>
          <a:ext cx="1267307" cy="760384"/>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Evaluate</a:t>
          </a:r>
          <a:br>
            <a:rPr lang="en-GB" sz="2000" kern="1200" dirty="0"/>
          </a:br>
          <a:r>
            <a:rPr lang="en-GB" sz="2000" kern="1200" dirty="0"/>
            <a:t>models</a:t>
          </a:r>
        </a:p>
      </dsp:txBody>
      <dsp:txXfrm>
        <a:off x="3577018" y="477996"/>
        <a:ext cx="1222765" cy="715842"/>
      </dsp:txXfrm>
    </dsp:sp>
    <dsp:sp modelId="{6A9AF9A7-08AC-4EBB-934D-F708CD3C92B7}">
      <dsp:nvSpPr>
        <dsp:cNvPr id="0" name=""/>
        <dsp:cNvSpPr/>
      </dsp:nvSpPr>
      <dsp:spPr>
        <a:xfrm>
          <a:off x="4948785" y="678771"/>
          <a:ext cx="268669" cy="3142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4948785" y="741629"/>
        <a:ext cx="188068" cy="188576"/>
      </dsp:txXfrm>
    </dsp:sp>
    <dsp:sp modelId="{DF227C00-1374-40DA-AADA-FE7D07B3E881}">
      <dsp:nvSpPr>
        <dsp:cNvPr id="0" name=""/>
        <dsp:cNvSpPr/>
      </dsp:nvSpPr>
      <dsp:spPr>
        <a:xfrm>
          <a:off x="5328977" y="455725"/>
          <a:ext cx="1365751" cy="760384"/>
        </a:xfrm>
        <a:prstGeom prst="roundRect">
          <a:avLst>
            <a:gd name="adj" fmla="val 10000"/>
          </a:avLst>
        </a:prstGeom>
        <a:solidFill>
          <a:srgbClr val="76869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Documentation</a:t>
          </a:r>
        </a:p>
      </dsp:txBody>
      <dsp:txXfrm>
        <a:off x="5351248" y="477996"/>
        <a:ext cx="1321209" cy="715842"/>
      </dsp:txXfrm>
    </dsp:sp>
    <dsp:sp modelId="{DF583930-8CA5-4976-9CF5-51844FFDFF36}">
      <dsp:nvSpPr>
        <dsp:cNvPr id="0" name=""/>
        <dsp:cNvSpPr/>
      </dsp:nvSpPr>
      <dsp:spPr>
        <a:xfrm>
          <a:off x="6821459" y="678771"/>
          <a:ext cx="268669" cy="3142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6821459" y="741629"/>
        <a:ext cx="188068" cy="188576"/>
      </dsp:txXfrm>
    </dsp:sp>
    <dsp:sp modelId="{5AA0AB36-31E6-4AC4-94E5-25ACDAB97CD7}">
      <dsp:nvSpPr>
        <dsp:cNvPr id="0" name=""/>
        <dsp:cNvSpPr/>
      </dsp:nvSpPr>
      <dsp:spPr>
        <a:xfrm>
          <a:off x="7201652" y="455725"/>
          <a:ext cx="1524773" cy="760384"/>
        </a:xfrm>
        <a:prstGeom prst="roundRect">
          <a:avLst>
            <a:gd name="adj" fmla="val 10000"/>
          </a:avLst>
        </a:prstGeom>
        <a:solidFill>
          <a:srgbClr val="76869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Summarise findings</a:t>
          </a:r>
        </a:p>
      </dsp:txBody>
      <dsp:txXfrm>
        <a:off x="7223923" y="477996"/>
        <a:ext cx="1480231" cy="71584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A1DD85-D377-4B38-BEDB-6B35BDA44639}">
      <dsp:nvSpPr>
        <dsp:cNvPr id="0" name=""/>
        <dsp:cNvSpPr/>
      </dsp:nvSpPr>
      <dsp:spPr>
        <a:xfrm>
          <a:off x="3075" y="361062"/>
          <a:ext cx="1840331" cy="949710"/>
        </a:xfrm>
        <a:prstGeom prst="roundRect">
          <a:avLst>
            <a:gd name="adj" fmla="val 10000"/>
          </a:avLst>
        </a:prstGeom>
        <a:solidFill>
          <a:srgbClr val="0070C0"/>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Define research questions</a:t>
          </a:r>
        </a:p>
      </dsp:txBody>
      <dsp:txXfrm>
        <a:off x="30891" y="388878"/>
        <a:ext cx="1784699" cy="894078"/>
      </dsp:txXfrm>
    </dsp:sp>
    <dsp:sp modelId="{B1788994-A8F9-41F5-8D6F-AB7020D5EF6F}">
      <dsp:nvSpPr>
        <dsp:cNvPr id="0" name=""/>
        <dsp:cNvSpPr/>
      </dsp:nvSpPr>
      <dsp:spPr>
        <a:xfrm>
          <a:off x="1962586" y="688135"/>
          <a:ext cx="252660" cy="2955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1962586" y="747248"/>
        <a:ext cx="176862" cy="177338"/>
      </dsp:txXfrm>
    </dsp:sp>
    <dsp:sp modelId="{AE91CE98-9D2A-49D3-946F-206ABA6C2DE3}">
      <dsp:nvSpPr>
        <dsp:cNvPr id="0" name=""/>
        <dsp:cNvSpPr/>
      </dsp:nvSpPr>
      <dsp:spPr>
        <a:xfrm>
          <a:off x="2320124" y="361062"/>
          <a:ext cx="1191793" cy="949710"/>
        </a:xfrm>
        <a:prstGeom prst="roundRect">
          <a:avLst>
            <a:gd name="adj" fmla="val 10000"/>
          </a:avLst>
        </a:prstGeom>
        <a:solidFill>
          <a:srgbClr val="0070C0"/>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Data </a:t>
          </a:r>
          <a:r>
            <a:rPr lang="en-GB" sz="1800" kern="1200" dirty="0" err="1"/>
            <a:t>acqui-sition</a:t>
          </a:r>
          <a:endParaRPr lang="en-GB" sz="1800" kern="1200" dirty="0"/>
        </a:p>
      </dsp:txBody>
      <dsp:txXfrm>
        <a:off x="2347940" y="388878"/>
        <a:ext cx="1136161" cy="894078"/>
      </dsp:txXfrm>
    </dsp:sp>
    <dsp:sp modelId="{6A840977-A864-4624-8AD5-E2DB19433E76}">
      <dsp:nvSpPr>
        <dsp:cNvPr id="0" name=""/>
        <dsp:cNvSpPr/>
      </dsp:nvSpPr>
      <dsp:spPr>
        <a:xfrm>
          <a:off x="3631097" y="688135"/>
          <a:ext cx="252660" cy="2955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3631097" y="747248"/>
        <a:ext cx="176862" cy="177338"/>
      </dsp:txXfrm>
    </dsp:sp>
    <dsp:sp modelId="{BF01A06A-00B0-497A-A4F1-CD0FE8378C0F}">
      <dsp:nvSpPr>
        <dsp:cNvPr id="0" name=""/>
        <dsp:cNvSpPr/>
      </dsp:nvSpPr>
      <dsp:spPr>
        <a:xfrm>
          <a:off x="3988635" y="361062"/>
          <a:ext cx="1191793" cy="949710"/>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Import data</a:t>
          </a:r>
        </a:p>
      </dsp:txBody>
      <dsp:txXfrm>
        <a:off x="4016451" y="388878"/>
        <a:ext cx="1136161" cy="894078"/>
      </dsp:txXfrm>
    </dsp:sp>
    <dsp:sp modelId="{8394E310-8F72-4A93-BA28-70BE4CC307C4}">
      <dsp:nvSpPr>
        <dsp:cNvPr id="0" name=""/>
        <dsp:cNvSpPr/>
      </dsp:nvSpPr>
      <dsp:spPr>
        <a:xfrm>
          <a:off x="5299608" y="688135"/>
          <a:ext cx="252660" cy="2955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5299608" y="747248"/>
        <a:ext cx="176862" cy="177338"/>
      </dsp:txXfrm>
    </dsp:sp>
    <dsp:sp modelId="{63369FD1-71EC-4E7B-9E0A-9CFCA4038F69}">
      <dsp:nvSpPr>
        <dsp:cNvPr id="0" name=""/>
        <dsp:cNvSpPr/>
      </dsp:nvSpPr>
      <dsp:spPr>
        <a:xfrm>
          <a:off x="5657146" y="361062"/>
          <a:ext cx="1403980" cy="949710"/>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Explore &amp; validate data</a:t>
          </a:r>
        </a:p>
      </dsp:txBody>
      <dsp:txXfrm>
        <a:off x="5684962" y="388878"/>
        <a:ext cx="1348348" cy="894078"/>
      </dsp:txXfrm>
    </dsp:sp>
    <dsp:sp modelId="{E9B1F861-5AE8-4997-924C-1B0462D8D388}">
      <dsp:nvSpPr>
        <dsp:cNvPr id="0" name=""/>
        <dsp:cNvSpPr/>
      </dsp:nvSpPr>
      <dsp:spPr>
        <a:xfrm>
          <a:off x="7180306" y="688135"/>
          <a:ext cx="252660" cy="2955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7180306" y="747248"/>
        <a:ext cx="176862" cy="177338"/>
      </dsp:txXfrm>
    </dsp:sp>
    <dsp:sp modelId="{0664E7A5-DADB-44A2-ADA8-E7389A6421F0}">
      <dsp:nvSpPr>
        <dsp:cNvPr id="0" name=""/>
        <dsp:cNvSpPr/>
      </dsp:nvSpPr>
      <dsp:spPr>
        <a:xfrm>
          <a:off x="7537844" y="361062"/>
          <a:ext cx="1191793" cy="949710"/>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Modify data</a:t>
          </a:r>
        </a:p>
      </dsp:txBody>
      <dsp:txXfrm>
        <a:off x="7565660" y="388878"/>
        <a:ext cx="1136161" cy="894078"/>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E15F8177-9F15-A215-F3C4-749F9F8A0EDF}"/>
              </a:ext>
            </a:extLst>
          </p:cNvPr>
          <p:cNvSpPr>
            <a:spLocks noGrp="1"/>
          </p:cNvSpPr>
          <p:nvPr>
            <p:ph type="hdr" sz="quarter"/>
          </p:nvPr>
        </p:nvSpPr>
        <p:spPr>
          <a:xfrm>
            <a:off x="477000" y="324000"/>
            <a:ext cx="2952000" cy="216000"/>
          </a:xfrm>
          <a:prstGeom prst="rect">
            <a:avLst/>
          </a:prstGeom>
        </p:spPr>
        <p:txBody>
          <a:bodyPr vert="horz" lIns="0" tIns="0" rIns="0" bIns="0" rtlCol="0"/>
          <a:lstStyle>
            <a:lvl1pPr algn="l">
              <a:defRPr sz="1200"/>
            </a:lvl1pPr>
          </a:lstStyle>
          <a:p>
            <a:endParaRPr lang="de-DE" dirty="0"/>
          </a:p>
        </p:txBody>
      </p:sp>
      <p:sp>
        <p:nvSpPr>
          <p:cNvPr id="4" name="Fußzeilenplatzhalter 3">
            <a:extLst>
              <a:ext uri="{FF2B5EF4-FFF2-40B4-BE49-F238E27FC236}">
                <a16:creationId xmlns:a16="http://schemas.microsoft.com/office/drawing/2014/main" id="{A63E3666-93B0-A358-FB9D-381E2C03CCBC}"/>
              </a:ext>
            </a:extLst>
          </p:cNvPr>
          <p:cNvSpPr>
            <a:spLocks noGrp="1"/>
          </p:cNvSpPr>
          <p:nvPr>
            <p:ph type="ftr" sz="quarter" idx="2"/>
          </p:nvPr>
        </p:nvSpPr>
        <p:spPr>
          <a:xfrm>
            <a:off x="479423" y="8676000"/>
            <a:ext cx="5112000" cy="144000"/>
          </a:xfrm>
          <a:prstGeom prst="rect">
            <a:avLst/>
          </a:prstGeom>
        </p:spPr>
        <p:txBody>
          <a:bodyPr vert="horz" lIns="0" tIns="0" rIns="0" bIns="0" rtlCol="0" anchor="ctr" anchorCtr="0"/>
          <a:lstStyle>
            <a:lvl1pPr algn="l">
              <a:defRPr sz="1200"/>
            </a:lvl1pPr>
          </a:lstStyle>
          <a:p>
            <a:endParaRPr lang="de-DE" sz="800" dirty="0"/>
          </a:p>
        </p:txBody>
      </p:sp>
      <p:sp>
        <p:nvSpPr>
          <p:cNvPr id="5" name="Foliennummernplatzhalter 4">
            <a:extLst>
              <a:ext uri="{FF2B5EF4-FFF2-40B4-BE49-F238E27FC236}">
                <a16:creationId xmlns:a16="http://schemas.microsoft.com/office/drawing/2014/main" id="{151CD7CC-0A62-7BB1-722B-C6E491D37056}"/>
              </a:ext>
            </a:extLst>
          </p:cNvPr>
          <p:cNvSpPr>
            <a:spLocks noGrp="1"/>
          </p:cNvSpPr>
          <p:nvPr>
            <p:ph type="sldNum" sz="quarter" idx="3"/>
          </p:nvPr>
        </p:nvSpPr>
        <p:spPr>
          <a:xfrm>
            <a:off x="5661000" y="8676000"/>
            <a:ext cx="720000" cy="144000"/>
          </a:xfrm>
          <a:prstGeom prst="rect">
            <a:avLst/>
          </a:prstGeom>
        </p:spPr>
        <p:txBody>
          <a:bodyPr vert="horz" lIns="0" tIns="0" rIns="0" bIns="0" rtlCol="0" anchor="ctr" anchorCtr="0"/>
          <a:lstStyle>
            <a:lvl1pPr algn="r">
              <a:defRPr sz="1200"/>
            </a:lvl1pPr>
          </a:lstStyle>
          <a:p>
            <a:fld id="{27294502-B475-4000-8BE3-099734D1677B}" type="slidenum">
              <a:rPr lang="de-DE" sz="800" smtClean="0"/>
              <a:t>‹#›</a:t>
            </a:fld>
            <a:endParaRPr lang="de-DE" sz="800" dirty="0"/>
          </a:p>
        </p:txBody>
      </p:sp>
    </p:spTree>
    <p:extLst>
      <p:ext uri="{BB962C8B-B14F-4D97-AF65-F5344CB8AC3E}">
        <p14:creationId xmlns:p14="http://schemas.microsoft.com/office/powerpoint/2010/main" val="82299684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302" userDrawn="1">
          <p15:clr>
            <a:srgbClr val="F26B43"/>
          </p15:clr>
        </p15:guide>
        <p15:guide id="3" pos="402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477000" y="324000"/>
            <a:ext cx="2952000" cy="216000"/>
          </a:xfrm>
          <a:prstGeom prst="rect">
            <a:avLst/>
          </a:prstGeom>
        </p:spPr>
        <p:txBody>
          <a:bodyPr vert="horz" lIns="0" tIns="0" rIns="0" bIns="0" rtlCol="0" anchor="ctr" anchorCtr="0"/>
          <a:lstStyle>
            <a:lvl1pPr algn="l">
              <a:defRPr sz="1200"/>
            </a:lvl1pPr>
          </a:lstStyle>
          <a:p>
            <a:endParaRPr lang="de-DE" dirty="0"/>
          </a:p>
        </p:txBody>
      </p:sp>
      <p:sp>
        <p:nvSpPr>
          <p:cNvPr id="4" name="Folienbildplatzhalter 3"/>
          <p:cNvSpPr>
            <a:spLocks noGrp="1" noRot="1" noChangeAspect="1"/>
          </p:cNvSpPr>
          <p:nvPr>
            <p:ph type="sldImg" idx="2"/>
          </p:nvPr>
        </p:nvSpPr>
        <p:spPr>
          <a:xfrm>
            <a:off x="479425" y="828000"/>
            <a:ext cx="5903913" cy="3320951"/>
          </a:xfrm>
          <a:prstGeom prst="rect">
            <a:avLst/>
          </a:prstGeom>
          <a:noFill/>
          <a:ln w="6350">
            <a:solidFill>
              <a:schemeClr val="bg2"/>
            </a:solidFill>
          </a:ln>
        </p:spPr>
        <p:txBody>
          <a:bodyPr vert="horz" lIns="91440" tIns="45720" rIns="91440" bIns="45720" rtlCol="0" anchor="ctr"/>
          <a:lstStyle/>
          <a:p>
            <a:endParaRPr lang="de-DE" dirty="0"/>
          </a:p>
        </p:txBody>
      </p:sp>
      <p:sp>
        <p:nvSpPr>
          <p:cNvPr id="5" name="Notizenplatzhalter 4"/>
          <p:cNvSpPr>
            <a:spLocks noGrp="1"/>
          </p:cNvSpPr>
          <p:nvPr>
            <p:ph type="body" sz="quarter" idx="3"/>
          </p:nvPr>
        </p:nvSpPr>
        <p:spPr>
          <a:xfrm>
            <a:off x="479425" y="4428000"/>
            <a:ext cx="5903913" cy="4032000"/>
          </a:xfrm>
          <a:prstGeom prst="rect">
            <a:avLst/>
          </a:prstGeom>
        </p:spPr>
        <p:txBody>
          <a:bodyPr vert="horz" lIns="0" tIns="0" rIns="0" bIns="0" rtlCol="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6" name="Fußzeilenplatzhalter 5"/>
          <p:cNvSpPr>
            <a:spLocks noGrp="1"/>
          </p:cNvSpPr>
          <p:nvPr>
            <p:ph type="ftr" sz="quarter" idx="4"/>
          </p:nvPr>
        </p:nvSpPr>
        <p:spPr>
          <a:xfrm>
            <a:off x="477000" y="8685213"/>
            <a:ext cx="5112000" cy="144000"/>
          </a:xfrm>
          <a:prstGeom prst="rect">
            <a:avLst/>
          </a:prstGeom>
        </p:spPr>
        <p:txBody>
          <a:bodyPr vert="horz" lIns="0" tIns="0" rIns="0" bIns="0" rtlCol="0" anchor="ctr" anchorCtr="0"/>
          <a:lstStyle>
            <a:lvl1pPr algn="l">
              <a:defRPr sz="800"/>
            </a:lvl1pPr>
          </a:lstStyle>
          <a:p>
            <a:endParaRPr lang="de-DE" dirty="0"/>
          </a:p>
        </p:txBody>
      </p:sp>
      <p:sp>
        <p:nvSpPr>
          <p:cNvPr id="7" name="Foliennummernplatzhalter 6"/>
          <p:cNvSpPr>
            <a:spLocks noGrp="1"/>
          </p:cNvSpPr>
          <p:nvPr>
            <p:ph type="sldNum" sz="quarter" idx="5"/>
          </p:nvPr>
        </p:nvSpPr>
        <p:spPr>
          <a:xfrm>
            <a:off x="5661000" y="8685213"/>
            <a:ext cx="720000" cy="144000"/>
          </a:xfrm>
          <a:prstGeom prst="rect">
            <a:avLst/>
          </a:prstGeom>
        </p:spPr>
        <p:txBody>
          <a:bodyPr vert="horz" lIns="0" tIns="0" rIns="0" bIns="0" rtlCol="0" anchor="ctr" anchorCtr="0"/>
          <a:lstStyle>
            <a:lvl1pPr algn="r">
              <a:defRPr sz="800"/>
            </a:lvl1pPr>
          </a:lstStyle>
          <a:p>
            <a:fld id="{160CD836-151D-406C-BB8C-1AD153EDB684}" type="slidenum">
              <a:rPr lang="de-DE" smtClean="0"/>
              <a:pPr/>
              <a:t>‹#›</a:t>
            </a:fld>
            <a:endParaRPr lang="de-DE" dirty="0"/>
          </a:p>
        </p:txBody>
      </p:sp>
    </p:spTree>
    <p:extLst>
      <p:ext uri="{BB962C8B-B14F-4D97-AF65-F5344CB8AC3E}">
        <p14:creationId xmlns:p14="http://schemas.microsoft.com/office/powerpoint/2010/main" val="2189108648"/>
      </p:ext>
    </p:extLst>
  </p:cSld>
  <p:clrMap bg1="lt1" tx1="dk1" bg2="lt2" tx2="dk2" accent1="accent1" accent2="accent2" accent3="accent3" accent4="accent4" accent5="accent5" accent6="accent6" hlink="hlink" folHlink="folHlink"/>
  <p:notesStyle>
    <a:lvl1pPr marL="0" algn="l" defTabSz="914400" rtl="0" eaLnBrk="1" latinLnBrk="0" hangingPunct="1">
      <a:lnSpc>
        <a:spcPct val="120000"/>
      </a:lnSpc>
      <a:spcBef>
        <a:spcPts val="600"/>
      </a:spcBef>
      <a:spcAft>
        <a:spcPts val="300"/>
      </a:spcAft>
      <a:defRPr sz="1200" kern="1200">
        <a:solidFill>
          <a:schemeClr val="tx1"/>
        </a:solidFill>
        <a:latin typeface="+mn-lt"/>
        <a:ea typeface="+mn-ea"/>
        <a:cs typeface="+mn-cs"/>
      </a:defRPr>
    </a:lvl1pPr>
    <a:lvl2pPr marL="0" indent="0" algn="l" defTabSz="914400" rtl="0" eaLnBrk="1" latinLnBrk="0" hangingPunct="1">
      <a:lnSpc>
        <a:spcPct val="120000"/>
      </a:lnSpc>
      <a:spcBef>
        <a:spcPts val="1200"/>
      </a:spcBef>
      <a:defRPr sz="1400" b="1" kern="1200">
        <a:solidFill>
          <a:schemeClr val="tx1"/>
        </a:solidFill>
        <a:latin typeface="+mj-lt"/>
        <a:ea typeface="+mn-ea"/>
        <a:cs typeface="+mn-cs"/>
      </a:defRPr>
    </a:lvl2pPr>
    <a:lvl3pPr marL="144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3pPr>
    <a:lvl4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4pPr>
    <a:lvl5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5pPr>
    <a:lvl6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6pPr>
    <a:lvl7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7pPr>
    <a:lvl8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8pPr>
    <a:lvl9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9pPr>
  </p:notesStyle>
  <p:extLst>
    <p:ext uri="{620B2872-D7B9-4A21-9093-7833F8D536E1}">
      <p15:sldGuideLst xmlns:p15="http://schemas.microsoft.com/office/powerpoint/2012/main">
        <p15:guide id="2" pos="302" userDrawn="1">
          <p15:clr>
            <a:srgbClr val="F26B43"/>
          </p15:clr>
        </p15:guide>
        <p15:guide id="3" pos="402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9425" y="828675"/>
            <a:ext cx="5903913" cy="3321050"/>
          </a:xfrm>
        </p:spPr>
        <p:txBody>
          <a:bodyPr/>
          <a:lstStyle/>
          <a:p>
            <a:endParaRPr lang="en-GB" dirty="0"/>
          </a:p>
        </p:txBody>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fld id="{160CD836-151D-406C-BB8C-1AD153EDB684}" type="slidenum">
              <a:rPr lang="de-DE" smtClean="0"/>
              <a:pPr/>
              <a:t>1</a:t>
            </a:fld>
            <a:endParaRPr lang="de-DE" dirty="0"/>
          </a:p>
        </p:txBody>
      </p:sp>
    </p:spTree>
    <p:extLst>
      <p:ext uri="{BB962C8B-B14F-4D97-AF65-F5344CB8AC3E}">
        <p14:creationId xmlns:p14="http://schemas.microsoft.com/office/powerpoint/2010/main" val="1518317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60CD836-151D-406C-BB8C-1AD153EDB684}" type="slidenum">
              <a:rPr lang="de-DE" smtClean="0"/>
              <a:pPr/>
              <a:t>7</a:t>
            </a:fld>
            <a:endParaRPr lang="de-DE" dirty="0"/>
          </a:p>
        </p:txBody>
      </p:sp>
    </p:spTree>
    <p:extLst>
      <p:ext uri="{BB962C8B-B14F-4D97-AF65-F5344CB8AC3E}">
        <p14:creationId xmlns:p14="http://schemas.microsoft.com/office/powerpoint/2010/main" val="35891644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9425" y="828675"/>
            <a:ext cx="5903913" cy="3321050"/>
          </a:xfrm>
        </p:spPr>
        <p:txBody>
          <a:bodyPr/>
          <a:lstStyle/>
          <a:p>
            <a:endParaRPr lang="en-GB" dirty="0"/>
          </a:p>
        </p:txBody>
      </p:sp>
      <p:sp>
        <p:nvSpPr>
          <p:cNvPr id="3" name="Notizenplatzhalter 2"/>
          <p:cNvSpPr>
            <a:spLocks noGrp="1"/>
          </p:cNvSpPr>
          <p:nvPr>
            <p:ph type="body" idx="1"/>
          </p:nvPr>
        </p:nvSpPr>
        <p:spPr/>
        <p:txBody>
          <a:bodyPr/>
          <a:lstStyle/>
          <a:p>
            <a:r>
              <a:rPr lang="de-AT" sz="1200" b="1" i="0" kern="1200" dirty="0">
                <a:solidFill>
                  <a:schemeClr val="tx1"/>
                </a:solidFill>
                <a:effectLst/>
                <a:latin typeface="+mn-lt"/>
                <a:ea typeface="+mn-ea"/>
                <a:cs typeface="+mn-cs"/>
              </a:rPr>
              <a:t>F</a:t>
            </a:r>
            <a:r>
              <a:rPr lang="de-AT" sz="1200" b="0" i="0" kern="1200" dirty="0">
                <a:solidFill>
                  <a:schemeClr val="tx1"/>
                </a:solidFill>
                <a:effectLst/>
                <a:latin typeface="+mn-lt"/>
                <a:ea typeface="+mn-ea"/>
                <a:cs typeface="+mn-cs"/>
              </a:rPr>
              <a:t>indable (Auffindbar)</a:t>
            </a:r>
          </a:p>
          <a:p>
            <a:r>
              <a:rPr lang="de-AT" sz="1200" b="1" i="0" kern="1200" dirty="0">
                <a:solidFill>
                  <a:schemeClr val="tx1"/>
                </a:solidFill>
                <a:effectLst/>
                <a:latin typeface="+mn-lt"/>
                <a:ea typeface="+mn-ea"/>
                <a:cs typeface="+mn-cs"/>
              </a:rPr>
              <a:t>A</a:t>
            </a:r>
            <a:r>
              <a:rPr lang="de-AT" sz="1200" b="0" i="0" kern="1200" dirty="0">
                <a:solidFill>
                  <a:schemeClr val="tx1"/>
                </a:solidFill>
                <a:effectLst/>
                <a:latin typeface="+mn-lt"/>
                <a:ea typeface="+mn-ea"/>
                <a:cs typeface="+mn-cs"/>
              </a:rPr>
              <a:t>ccessible (Zugänglich), </a:t>
            </a:r>
          </a:p>
          <a:p>
            <a:r>
              <a:rPr lang="de-AT" sz="1200" b="1" i="0" kern="1200" dirty="0">
                <a:solidFill>
                  <a:schemeClr val="tx1"/>
                </a:solidFill>
                <a:effectLst/>
                <a:latin typeface="+mn-lt"/>
                <a:ea typeface="+mn-ea"/>
                <a:cs typeface="+mn-cs"/>
              </a:rPr>
              <a:t>I</a:t>
            </a:r>
            <a:r>
              <a:rPr lang="de-AT" sz="1200" b="0" i="0" kern="1200" dirty="0">
                <a:solidFill>
                  <a:schemeClr val="tx1"/>
                </a:solidFill>
                <a:effectLst/>
                <a:latin typeface="+mn-lt"/>
                <a:ea typeface="+mn-ea"/>
                <a:cs typeface="+mn-cs"/>
              </a:rPr>
              <a:t>nteroperable (Interoperabel) und </a:t>
            </a:r>
          </a:p>
          <a:p>
            <a:r>
              <a:rPr lang="de-AT" sz="1200" b="1" i="0" kern="1200" dirty="0">
                <a:solidFill>
                  <a:schemeClr val="tx1"/>
                </a:solidFill>
                <a:effectLst/>
                <a:latin typeface="+mn-lt"/>
                <a:ea typeface="+mn-ea"/>
                <a:cs typeface="+mn-cs"/>
              </a:rPr>
              <a:t>R</a:t>
            </a:r>
            <a:r>
              <a:rPr lang="de-AT" sz="1200" b="0" i="0" kern="1200" dirty="0">
                <a:solidFill>
                  <a:schemeClr val="tx1"/>
                </a:solidFill>
                <a:effectLst/>
                <a:latin typeface="+mn-lt"/>
                <a:ea typeface="+mn-ea"/>
                <a:cs typeface="+mn-cs"/>
              </a:rPr>
              <a:t>eusable (Wiederverwendbar)</a:t>
            </a:r>
            <a:endParaRPr lang="en-GB" dirty="0"/>
          </a:p>
        </p:txBody>
      </p:sp>
      <p:sp>
        <p:nvSpPr>
          <p:cNvPr id="4" name="Foliennummernplatzhalter 3"/>
          <p:cNvSpPr>
            <a:spLocks noGrp="1"/>
          </p:cNvSpPr>
          <p:nvPr>
            <p:ph type="sldNum" sz="quarter" idx="5"/>
          </p:nvPr>
        </p:nvSpPr>
        <p:spPr/>
        <p:txBody>
          <a:bodyPr/>
          <a:lstStyle/>
          <a:p>
            <a:fld id="{160CD836-151D-406C-BB8C-1AD153EDB684}" type="slidenum">
              <a:rPr lang="de-DE" smtClean="0"/>
              <a:pPr/>
              <a:t>13</a:t>
            </a:fld>
            <a:endParaRPr lang="de-DE" dirty="0"/>
          </a:p>
        </p:txBody>
      </p:sp>
    </p:spTree>
    <p:extLst>
      <p:ext uri="{BB962C8B-B14F-4D97-AF65-F5344CB8AC3E}">
        <p14:creationId xmlns:p14="http://schemas.microsoft.com/office/powerpoint/2010/main" val="22875451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9425" y="828675"/>
            <a:ext cx="5903913" cy="3321050"/>
          </a:xfrm>
        </p:spPr>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pPr/>
              <a:t>19</a:t>
            </a:fld>
            <a:endParaRPr lang="de-AT" dirty="0"/>
          </a:p>
        </p:txBody>
      </p:sp>
    </p:spTree>
    <p:extLst>
      <p:ext uri="{BB962C8B-B14F-4D97-AF65-F5344CB8AC3E}">
        <p14:creationId xmlns:p14="http://schemas.microsoft.com/office/powerpoint/2010/main" val="29796680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9425" y="828675"/>
            <a:ext cx="5903913" cy="3321050"/>
          </a:xfrm>
        </p:spPr>
      </p:sp>
      <p:sp>
        <p:nvSpPr>
          <p:cNvPr id="3" name="Notes Placeholder 2"/>
          <p:cNvSpPr>
            <a:spLocks noGrp="1"/>
          </p:cNvSpPr>
          <p:nvPr>
            <p:ph type="body" idx="1"/>
          </p:nvPr>
        </p:nvSpPr>
        <p:spPr/>
        <p:txBody>
          <a:bodyPr/>
          <a:lstStyle/>
          <a:p>
            <a:r>
              <a:rPr lang="en-GB" dirty="0"/>
              <a:t>Copyright law</a:t>
            </a:r>
          </a:p>
        </p:txBody>
      </p:sp>
      <p:sp>
        <p:nvSpPr>
          <p:cNvPr id="4" name="Slide Number Placeholder 3"/>
          <p:cNvSpPr>
            <a:spLocks noGrp="1"/>
          </p:cNvSpPr>
          <p:nvPr>
            <p:ph type="sldNum" sz="quarter" idx="5"/>
          </p:nvPr>
        </p:nvSpPr>
        <p:spPr/>
        <p:txBody>
          <a:bodyPr/>
          <a:lstStyle/>
          <a:p>
            <a:fld id="{160CD836-151D-406C-BB8C-1AD153EDB684}" type="slidenum">
              <a:rPr lang="de-DE" smtClean="0"/>
              <a:pPr/>
              <a:t>24</a:t>
            </a:fld>
            <a:endParaRPr lang="de-DE" dirty="0"/>
          </a:p>
        </p:txBody>
      </p:sp>
    </p:spTree>
    <p:extLst>
      <p:ext uri="{BB962C8B-B14F-4D97-AF65-F5344CB8AC3E}">
        <p14:creationId xmlns:p14="http://schemas.microsoft.com/office/powerpoint/2010/main" val="37362700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imcfhkrems.sharepoint.com/sites/courseware?lvaid=74909#/studentsattendancecheck" TargetMode="External"/><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commons.wikimedia.org/wiki/File:Wassily-kandinsky-stars.jpg" TargetMode="External"/><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blank" preserve="1">
  <p:cSld name="Intro">
    <p:bg>
      <p:bgPr>
        <a:solidFill>
          <a:schemeClr val="bg2"/>
        </a:solidFill>
        <a:effectLst/>
      </p:bgPr>
    </p:bg>
    <p:spTree>
      <p:nvGrpSpPr>
        <p:cNvPr id="1" name=""/>
        <p:cNvGrpSpPr/>
        <p:nvPr/>
      </p:nvGrpSpPr>
      <p:grpSpPr>
        <a:xfrm>
          <a:off x="0" y="0"/>
          <a:ext cx="0" cy="0"/>
          <a:chOff x="0" y="0"/>
          <a:chExt cx="0" cy="0"/>
        </a:xfrm>
      </p:grpSpPr>
      <p:pic>
        <p:nvPicPr>
          <p:cNvPr id="6" name="Logo">
            <a:extLst>
              <a:ext uri="{FF2B5EF4-FFF2-40B4-BE49-F238E27FC236}">
                <a16:creationId xmlns:a16="http://schemas.microsoft.com/office/drawing/2014/main" id="{8F1F7F88-BAC0-9AE2-3D8F-85F032C645A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gray">
          <a:xfrm>
            <a:off x="3576000" y="2088630"/>
            <a:ext cx="5040000" cy="2680740"/>
          </a:xfrm>
          <a:prstGeom prst="rect">
            <a:avLst/>
          </a:prstGeom>
        </p:spPr>
      </p:pic>
    </p:spTree>
    <p:extLst>
      <p:ext uri="{BB962C8B-B14F-4D97-AF65-F5344CB8AC3E}">
        <p14:creationId xmlns:p14="http://schemas.microsoft.com/office/powerpoint/2010/main" val="256413995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solidFill>
          <a:schemeClr val="bg2"/>
        </a:solidFill>
        <a:effectLst/>
      </p:bgPr>
    </p:bg>
    <p:spTree>
      <p:nvGrpSpPr>
        <p:cNvPr id="1" name=""/>
        <p:cNvGrpSpPr/>
        <p:nvPr/>
      </p:nvGrpSpPr>
      <p:grpSpPr>
        <a:xfrm>
          <a:off x="0" y="0"/>
          <a:ext cx="0" cy="0"/>
          <a:chOff x="0" y="0"/>
          <a:chExt cx="0" cy="0"/>
        </a:xfrm>
      </p:grpSpPr>
      <p:sp>
        <p:nvSpPr>
          <p:cNvPr id="2" name="Titel">
            <a:extLst>
              <a:ext uri="{FF2B5EF4-FFF2-40B4-BE49-F238E27FC236}">
                <a16:creationId xmlns:a16="http://schemas.microsoft.com/office/drawing/2014/main" id="{D1BDE9CD-498E-8C0C-DD46-31832628F30D}"/>
              </a:ext>
            </a:extLst>
          </p:cNvPr>
          <p:cNvSpPr>
            <a:spLocks noGrp="1"/>
          </p:cNvSpPr>
          <p:nvPr>
            <p:ph type="ctrTitle" hasCustomPrompt="1"/>
          </p:nvPr>
        </p:nvSpPr>
        <p:spPr bwMode="invGray">
          <a:xfrm>
            <a:off x="695326" y="1917700"/>
            <a:ext cx="5400674" cy="2663300"/>
          </a:xfrm>
        </p:spPr>
        <p:txBody>
          <a:bodyPr anchor="b"/>
          <a:lstStyle>
            <a:lvl1pPr algn="l">
              <a:defRPr sz="4000" baseline="0">
                <a:solidFill>
                  <a:schemeClr val="bg1"/>
                </a:solidFill>
              </a:defRPr>
            </a:lvl1pPr>
          </a:lstStyle>
          <a:p>
            <a:r>
              <a:rPr lang="de-DE" dirty="0"/>
              <a:t>Titel der Präsentation</a:t>
            </a:r>
          </a:p>
        </p:txBody>
      </p:sp>
      <p:sp>
        <p:nvSpPr>
          <p:cNvPr id="3" name="Untertitel">
            <a:extLst>
              <a:ext uri="{FF2B5EF4-FFF2-40B4-BE49-F238E27FC236}">
                <a16:creationId xmlns:a16="http://schemas.microsoft.com/office/drawing/2014/main" id="{6BCC98A8-5053-B10A-35A9-DD68B5FBADC7}"/>
              </a:ext>
            </a:extLst>
          </p:cNvPr>
          <p:cNvSpPr>
            <a:spLocks noGrp="1"/>
          </p:cNvSpPr>
          <p:nvPr>
            <p:ph type="subTitle" idx="1" hasCustomPrompt="1"/>
          </p:nvPr>
        </p:nvSpPr>
        <p:spPr bwMode="gray">
          <a:xfrm>
            <a:off x="695326" y="4797000"/>
            <a:ext cx="5400674" cy="720000"/>
          </a:xfrm>
          <a:prstGeom prst="rect">
            <a:avLst/>
          </a:prstGeom>
        </p:spPr>
        <p:txBody>
          <a:bodyPr>
            <a:noAutofit/>
          </a:bodyPr>
          <a:lstStyle>
            <a:lvl1pPr marL="0" indent="0" algn="l">
              <a:spcBef>
                <a:spcPts val="0"/>
              </a:spcBef>
              <a:spcAft>
                <a:spcPts val="0"/>
              </a:spcAft>
              <a:buNone/>
              <a:defRPr sz="2000" b="0">
                <a:solidFill>
                  <a:schemeClr val="tx1"/>
                </a:solidFill>
                <a:latin typeface="+mn-lt"/>
              </a:defRPr>
            </a:lvl1pPr>
            <a:lvl2pPr marL="0" indent="0" algn="l">
              <a:spcBef>
                <a:spcPts val="0"/>
              </a:spcBef>
              <a:spcAft>
                <a:spcPts val="0"/>
              </a:spcAft>
              <a:buNone/>
              <a:defRPr sz="2000" b="0">
                <a:solidFill>
                  <a:schemeClr val="tx1"/>
                </a:solidFill>
                <a:latin typeface="+mn-lt"/>
              </a:defRPr>
            </a:lvl2pPr>
            <a:lvl3pPr marL="0" indent="0" algn="l">
              <a:spcBef>
                <a:spcPts val="0"/>
              </a:spcBef>
              <a:spcAft>
                <a:spcPts val="0"/>
              </a:spcAft>
              <a:buNone/>
              <a:defRPr sz="2000" b="0">
                <a:solidFill>
                  <a:schemeClr val="tx1"/>
                </a:solidFill>
                <a:latin typeface="+mn-lt"/>
              </a:defRPr>
            </a:lvl3pPr>
            <a:lvl4pPr marL="0" indent="0" algn="l">
              <a:spcBef>
                <a:spcPts val="0"/>
              </a:spcBef>
              <a:spcAft>
                <a:spcPts val="0"/>
              </a:spcAft>
              <a:buNone/>
              <a:defRPr sz="2000" b="0">
                <a:solidFill>
                  <a:schemeClr val="tx1"/>
                </a:solidFill>
                <a:latin typeface="+mn-lt"/>
              </a:defRPr>
            </a:lvl4pPr>
            <a:lvl5pPr marL="0" indent="0" algn="l">
              <a:spcBef>
                <a:spcPts val="0"/>
              </a:spcBef>
              <a:spcAft>
                <a:spcPts val="0"/>
              </a:spcAft>
              <a:buNone/>
              <a:defRPr sz="2000" b="0">
                <a:solidFill>
                  <a:schemeClr val="tx1"/>
                </a:solidFill>
                <a:latin typeface="+mn-lt"/>
              </a:defRPr>
            </a:lvl5pPr>
            <a:lvl6pPr marL="0" indent="0" algn="l">
              <a:spcBef>
                <a:spcPts val="0"/>
              </a:spcBef>
              <a:spcAft>
                <a:spcPts val="0"/>
              </a:spcAft>
              <a:buNone/>
              <a:defRPr sz="2000" b="0">
                <a:solidFill>
                  <a:schemeClr val="tx1"/>
                </a:solidFill>
                <a:latin typeface="+mn-lt"/>
              </a:defRPr>
            </a:lvl6pPr>
            <a:lvl7pPr marL="0" indent="0" algn="l">
              <a:spcBef>
                <a:spcPts val="0"/>
              </a:spcBef>
              <a:spcAft>
                <a:spcPts val="0"/>
              </a:spcAft>
              <a:buNone/>
              <a:defRPr sz="2000" b="0">
                <a:solidFill>
                  <a:schemeClr val="tx1"/>
                </a:solidFill>
                <a:latin typeface="+mn-lt"/>
              </a:defRPr>
            </a:lvl7pPr>
            <a:lvl8pPr marL="0" indent="0" algn="l">
              <a:spcBef>
                <a:spcPts val="0"/>
              </a:spcBef>
              <a:spcAft>
                <a:spcPts val="0"/>
              </a:spcAft>
              <a:buNone/>
              <a:defRPr sz="2000" b="0">
                <a:solidFill>
                  <a:schemeClr val="tx1"/>
                </a:solidFill>
                <a:latin typeface="+mn-lt"/>
              </a:defRPr>
            </a:lvl8pPr>
            <a:lvl9pPr marL="0" indent="0" algn="l">
              <a:spcBef>
                <a:spcPts val="0"/>
              </a:spcBef>
              <a:spcAft>
                <a:spcPts val="0"/>
              </a:spcAft>
              <a:buNone/>
              <a:defRPr sz="2000" b="0">
                <a:solidFill>
                  <a:schemeClr val="tx1"/>
                </a:solidFill>
                <a:latin typeface="+mn-lt"/>
              </a:defRPr>
            </a:lvl9pPr>
          </a:lstStyle>
          <a:p>
            <a:pPr lvl="0"/>
            <a:r>
              <a:rPr lang="de-DE" dirty="0"/>
              <a:t>Untertitel der Präsentation</a:t>
            </a:r>
          </a:p>
        </p:txBody>
      </p:sp>
      <p:pic>
        <p:nvPicPr>
          <p:cNvPr id="10" name="Logo">
            <a:extLst>
              <a:ext uri="{FF2B5EF4-FFF2-40B4-BE49-F238E27FC236}">
                <a16:creationId xmlns:a16="http://schemas.microsoft.com/office/drawing/2014/main" id="{88FE6F79-2335-5254-9250-1A749D81306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gray">
          <a:xfrm>
            <a:off x="9861170" y="621000"/>
            <a:ext cx="1706830" cy="2160000"/>
          </a:xfrm>
          <a:prstGeom prst="rect">
            <a:avLst/>
          </a:prstGeom>
        </p:spPr>
      </p:pic>
      <p:sp>
        <p:nvSpPr>
          <p:cNvPr id="15" name="Textplatzhalter">
            <a:extLst>
              <a:ext uri="{FF2B5EF4-FFF2-40B4-BE49-F238E27FC236}">
                <a16:creationId xmlns:a16="http://schemas.microsoft.com/office/drawing/2014/main" id="{888E75FC-8DAA-C7C9-155B-D6FCAFE49437}"/>
              </a:ext>
            </a:extLst>
          </p:cNvPr>
          <p:cNvSpPr>
            <a:spLocks noGrp="1"/>
          </p:cNvSpPr>
          <p:nvPr>
            <p:ph type="body" sz="quarter" idx="10" hasCustomPrompt="1"/>
          </p:nvPr>
        </p:nvSpPr>
        <p:spPr bwMode="gray">
          <a:xfrm>
            <a:off x="696000" y="5876999"/>
            <a:ext cx="5400674" cy="288000"/>
          </a:xfrm>
          <a:prstGeom prst="rect">
            <a:avLst/>
          </a:prstGeom>
        </p:spPr>
        <p:txBody>
          <a:bodyPr/>
          <a:lstStyle>
            <a:lvl1pPr marL="0" indent="0">
              <a:spcBef>
                <a:spcPts val="0"/>
              </a:spcBef>
              <a:spcAft>
                <a:spcPts val="0"/>
              </a:spcAft>
              <a:buFontTx/>
              <a:buNone/>
              <a:defRPr sz="1600" b="0">
                <a:solidFill>
                  <a:schemeClr val="tx1"/>
                </a:solidFill>
                <a:latin typeface="+mn-lt"/>
              </a:defRPr>
            </a:lvl1pPr>
            <a:lvl2pPr marL="0" indent="0">
              <a:spcBef>
                <a:spcPts val="0"/>
              </a:spcBef>
              <a:spcAft>
                <a:spcPts val="0"/>
              </a:spcAft>
              <a:buFontTx/>
              <a:buNone/>
              <a:defRPr sz="1600" b="0">
                <a:solidFill>
                  <a:schemeClr val="tx1"/>
                </a:solidFill>
                <a:latin typeface="+mn-lt"/>
              </a:defRPr>
            </a:lvl2pPr>
            <a:lvl3pPr marL="0" indent="0">
              <a:spcBef>
                <a:spcPts val="0"/>
              </a:spcBef>
              <a:spcAft>
                <a:spcPts val="0"/>
              </a:spcAft>
              <a:buFontTx/>
              <a:buNone/>
              <a:defRPr sz="1600" b="0">
                <a:solidFill>
                  <a:schemeClr val="tx1"/>
                </a:solidFill>
                <a:latin typeface="+mn-lt"/>
              </a:defRPr>
            </a:lvl3pPr>
            <a:lvl4pPr marL="0" indent="0">
              <a:spcBef>
                <a:spcPts val="0"/>
              </a:spcBef>
              <a:spcAft>
                <a:spcPts val="0"/>
              </a:spcAft>
              <a:buFontTx/>
              <a:buNone/>
              <a:defRPr sz="1600" b="0">
                <a:solidFill>
                  <a:schemeClr val="tx1"/>
                </a:solidFill>
                <a:latin typeface="+mn-lt"/>
              </a:defRPr>
            </a:lvl4pPr>
            <a:lvl5pPr marL="0" indent="0">
              <a:spcBef>
                <a:spcPts val="0"/>
              </a:spcBef>
              <a:spcAft>
                <a:spcPts val="0"/>
              </a:spcAft>
              <a:buFontTx/>
              <a:buNone/>
              <a:defRPr sz="1600" b="0">
                <a:solidFill>
                  <a:schemeClr val="tx1"/>
                </a:solidFill>
                <a:latin typeface="+mn-lt"/>
              </a:defRPr>
            </a:lvl5pPr>
            <a:lvl6pPr marL="0" indent="0">
              <a:spcBef>
                <a:spcPts val="0"/>
              </a:spcBef>
              <a:spcAft>
                <a:spcPts val="0"/>
              </a:spcAft>
              <a:buFontTx/>
              <a:buNone/>
              <a:defRPr sz="1600" b="0">
                <a:solidFill>
                  <a:schemeClr val="tx1"/>
                </a:solidFill>
                <a:latin typeface="+mn-lt"/>
              </a:defRPr>
            </a:lvl6pPr>
            <a:lvl7pPr marL="0" indent="0">
              <a:spcBef>
                <a:spcPts val="0"/>
              </a:spcBef>
              <a:spcAft>
                <a:spcPts val="0"/>
              </a:spcAft>
              <a:buFontTx/>
              <a:buNone/>
              <a:defRPr sz="1600" b="0">
                <a:solidFill>
                  <a:schemeClr val="tx1"/>
                </a:solidFill>
                <a:latin typeface="+mn-lt"/>
              </a:defRPr>
            </a:lvl7pPr>
            <a:lvl8pPr marL="0" indent="0">
              <a:spcBef>
                <a:spcPts val="0"/>
              </a:spcBef>
              <a:spcAft>
                <a:spcPts val="0"/>
              </a:spcAft>
              <a:buFontTx/>
              <a:buNone/>
              <a:defRPr sz="1600" b="0">
                <a:solidFill>
                  <a:schemeClr val="tx1"/>
                </a:solidFill>
                <a:latin typeface="+mn-lt"/>
              </a:defRPr>
            </a:lvl8pPr>
            <a:lvl9pPr marL="0" indent="0">
              <a:spcBef>
                <a:spcPts val="0"/>
              </a:spcBef>
              <a:spcAft>
                <a:spcPts val="0"/>
              </a:spcAft>
              <a:buFontTx/>
              <a:buNone/>
              <a:defRPr sz="1600" b="0">
                <a:solidFill>
                  <a:schemeClr val="tx1"/>
                </a:solidFill>
                <a:latin typeface="+mn-lt"/>
              </a:defRPr>
            </a:lvl9pPr>
          </a:lstStyle>
          <a:p>
            <a:pPr lvl="0"/>
            <a:r>
              <a:rPr lang="de-DE" dirty="0"/>
              <a:t>Autor • Datum • Ort</a:t>
            </a:r>
          </a:p>
        </p:txBody>
      </p:sp>
    </p:spTree>
    <p:extLst>
      <p:ext uri="{BB962C8B-B14F-4D97-AF65-F5344CB8AC3E}">
        <p14:creationId xmlns:p14="http://schemas.microsoft.com/office/powerpoint/2010/main" val="1229188569"/>
      </p:ext>
    </p:extLst>
  </p:cSld>
  <p:clrMapOvr>
    <a:masterClrMapping/>
  </p:clrMapOvr>
  <p:extLst>
    <p:ext uri="{DCECCB84-F9BA-43D5-87BE-67443E8EF086}">
      <p15:sldGuideLst xmlns:p15="http://schemas.microsoft.com/office/powerpoint/2012/main">
        <p15:guide id="1" orient="horz" pos="2886" userDrawn="1">
          <p15:clr>
            <a:srgbClr val="FBAE40"/>
          </p15:clr>
        </p15:guide>
        <p15:guide id="2" pos="438" userDrawn="1">
          <p15:clr>
            <a:srgbClr val="FBAE40"/>
          </p15:clr>
        </p15:guide>
        <p15:guide id="3" pos="3840" userDrawn="1">
          <p15:clr>
            <a:srgbClr val="FBAE40"/>
          </p15:clr>
        </p15:guide>
        <p15:guide id="4" orient="horz" pos="120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folie | vollflächiges Bild">
    <p:spTree>
      <p:nvGrpSpPr>
        <p:cNvPr id="1" name=""/>
        <p:cNvGrpSpPr/>
        <p:nvPr/>
      </p:nvGrpSpPr>
      <p:grpSpPr>
        <a:xfrm>
          <a:off x="0" y="0"/>
          <a:ext cx="0" cy="0"/>
          <a:chOff x="0" y="0"/>
          <a:chExt cx="0" cy="0"/>
        </a:xfrm>
      </p:grpSpPr>
      <p:sp>
        <p:nvSpPr>
          <p:cNvPr id="4" name="Bildplatzhalter">
            <a:extLst>
              <a:ext uri="{FF2B5EF4-FFF2-40B4-BE49-F238E27FC236}">
                <a16:creationId xmlns:a16="http://schemas.microsoft.com/office/drawing/2014/main" id="{ED3CDC4F-05B1-B76F-5EA7-189E7169CC46}"/>
              </a:ext>
              <a:ext uri="{C183D7F6-B498-43B3-948B-1728B52AA6E4}">
                <adec:decorative xmlns:adec="http://schemas.microsoft.com/office/drawing/2017/decorative" val="1"/>
              </a:ext>
            </a:extLst>
          </p:cNvPr>
          <p:cNvSpPr>
            <a:spLocks noGrp="1"/>
          </p:cNvSpPr>
          <p:nvPr>
            <p:ph type="pic" idx="11" hasCustomPrompt="1"/>
          </p:nvPr>
        </p:nvSpPr>
        <p:spPr bwMode="gray">
          <a:xfrm>
            <a:off x="0" y="0"/>
            <a:ext cx="12192000" cy="6858000"/>
          </a:xfrm>
          <a:prstGeom prst="rect">
            <a:avLst/>
          </a:prstGeom>
          <a:solidFill>
            <a:srgbClr val="E4E7E9"/>
          </a:solidFill>
        </p:spPr>
        <p:txBody>
          <a:bodyPr lIns="6552000" tIns="1080000" rIns="864000" bIns="288000" anchor="ctr" anchorCtr="0"/>
          <a:lstStyle>
            <a:lvl1pPr marL="0" indent="0" algn="l">
              <a:spcBef>
                <a:spcPts val="0"/>
              </a:spcBef>
              <a:spcAft>
                <a:spcPts val="0"/>
              </a:spcAft>
              <a:buNone/>
              <a:defRPr sz="1200" b="0">
                <a:solidFill>
                  <a:schemeClr val="tx1"/>
                </a:solidFill>
                <a:latin typeface="+mn-lt"/>
              </a:defRPr>
            </a:lvl1pPr>
            <a:lvl2pPr marL="0" indent="0" algn="l">
              <a:spcBef>
                <a:spcPts val="0"/>
              </a:spcBef>
              <a:spcAft>
                <a:spcPts val="0"/>
              </a:spcAft>
              <a:buNone/>
              <a:defRPr sz="1200" b="0">
                <a:solidFill>
                  <a:schemeClr val="tx1"/>
                </a:solidFill>
                <a:latin typeface="+mn-lt"/>
              </a:defRPr>
            </a:lvl2pPr>
            <a:lvl3pPr marL="0" indent="0" algn="l">
              <a:spcBef>
                <a:spcPts val="0"/>
              </a:spcBef>
              <a:spcAft>
                <a:spcPts val="0"/>
              </a:spcAft>
              <a:buNone/>
              <a:defRPr sz="1200" b="0">
                <a:solidFill>
                  <a:schemeClr val="tx1"/>
                </a:solidFill>
                <a:latin typeface="+mn-lt"/>
              </a:defRPr>
            </a:lvl3pPr>
            <a:lvl4pPr marL="0" indent="0" algn="l">
              <a:spcBef>
                <a:spcPts val="0"/>
              </a:spcBef>
              <a:spcAft>
                <a:spcPts val="0"/>
              </a:spcAft>
              <a:buNone/>
              <a:defRPr sz="1200" b="0">
                <a:solidFill>
                  <a:schemeClr val="tx1"/>
                </a:solidFill>
                <a:latin typeface="+mn-lt"/>
              </a:defRPr>
            </a:lvl4pPr>
            <a:lvl5pPr marL="0" indent="0" algn="l">
              <a:spcBef>
                <a:spcPts val="0"/>
              </a:spcBef>
              <a:spcAft>
                <a:spcPts val="0"/>
              </a:spcAft>
              <a:buNone/>
              <a:defRPr sz="1200" b="0">
                <a:solidFill>
                  <a:schemeClr val="tx1"/>
                </a:solidFill>
                <a:latin typeface="+mn-lt"/>
              </a:defRPr>
            </a:lvl5pPr>
            <a:lvl6pPr marL="0" indent="0" algn="l">
              <a:spcBef>
                <a:spcPts val="0"/>
              </a:spcBef>
              <a:spcAft>
                <a:spcPts val="0"/>
              </a:spcAft>
              <a:buNone/>
              <a:defRPr sz="1200" b="0">
                <a:solidFill>
                  <a:schemeClr val="tx1"/>
                </a:solidFill>
                <a:latin typeface="+mn-lt"/>
              </a:defRPr>
            </a:lvl6pPr>
            <a:lvl7pPr marL="0" indent="0" algn="l">
              <a:spcBef>
                <a:spcPts val="0"/>
              </a:spcBef>
              <a:spcAft>
                <a:spcPts val="0"/>
              </a:spcAft>
              <a:buNone/>
              <a:defRPr sz="1200" b="0">
                <a:solidFill>
                  <a:schemeClr val="tx1"/>
                </a:solidFill>
                <a:latin typeface="+mn-lt"/>
              </a:defRPr>
            </a:lvl7pPr>
            <a:lvl8pPr marL="0" indent="0" algn="l">
              <a:spcBef>
                <a:spcPts val="0"/>
              </a:spcBef>
              <a:spcAft>
                <a:spcPts val="0"/>
              </a:spcAft>
              <a:buNone/>
              <a:defRPr sz="1200" b="0">
                <a:solidFill>
                  <a:schemeClr val="tx1"/>
                </a:solidFill>
                <a:latin typeface="+mn-lt"/>
              </a:defRPr>
            </a:lvl8pPr>
            <a:lvl9pPr marL="0" indent="0" algn="l">
              <a:spcBef>
                <a:spcPts val="0"/>
              </a:spcBef>
              <a:spcAft>
                <a:spcPts val="0"/>
              </a:spcAft>
              <a:buNone/>
              <a:defRPr sz="1200" b="0">
                <a:solidFill>
                  <a:schemeClr val="tx1"/>
                </a:solidFill>
                <a:latin typeface="+mn-lt"/>
              </a:defRPr>
            </a:lvl9pPr>
          </a:lstStyle>
          <a:p>
            <a:pPr lvl="0"/>
            <a:r>
              <a:rPr lang="de-DE" sz="1200" dirty="0"/>
              <a:t>Um ein Bild einzusetzen, klicken Sie bitte auf den Reiter „Einfügen“ und wählen die Schaltfläche „Bilder“. Alternativ können Sie das transparente Element mit der rechten Maustaste in den Hintergrund setzen, auf das Bildplatzhalter-Symbol klicken und ein Bild laden bzw. es so auch bearbeiten. Setzen Sie das Bild wieder in den Hintergrund.</a:t>
            </a:r>
          </a:p>
        </p:txBody>
      </p:sp>
      <p:sp>
        <p:nvSpPr>
          <p:cNvPr id="6" name="Transparenz">
            <a:extLst>
              <a:ext uri="{FF2B5EF4-FFF2-40B4-BE49-F238E27FC236}">
                <a16:creationId xmlns:a16="http://schemas.microsoft.com/office/drawing/2014/main" id="{7165EB65-F10E-50DF-D5F7-78DB8E024405}"/>
              </a:ext>
              <a:ext uri="{C183D7F6-B498-43B3-948B-1728B52AA6E4}">
                <adec:decorative xmlns:adec="http://schemas.microsoft.com/office/drawing/2017/decorative" val="1"/>
              </a:ext>
            </a:extLst>
          </p:cNvPr>
          <p:cNvSpPr>
            <a:spLocks noGrp="1"/>
          </p:cNvSpPr>
          <p:nvPr>
            <p:ph type="body" sz="quarter" idx="12" hasCustomPrompt="1"/>
          </p:nvPr>
        </p:nvSpPr>
        <p:spPr bwMode="gray">
          <a:xfrm>
            <a:off x="0" y="0"/>
            <a:ext cx="12192000" cy="6858000"/>
          </a:xfrm>
          <a:prstGeom prst="rect">
            <a:avLst/>
          </a:prstGeom>
          <a:solidFill>
            <a:schemeClr val="bg2">
              <a:alpha val="80000"/>
            </a:schemeClr>
          </a:solidFill>
        </p:spPr>
        <p:txBody>
          <a:bodyPr/>
          <a:lstStyle>
            <a:lvl1pPr marL="0" indent="0">
              <a:spcBef>
                <a:spcPts val="0"/>
              </a:spcBef>
              <a:spcAft>
                <a:spcPts val="0"/>
              </a:spcAft>
              <a:buFontTx/>
              <a:buNone/>
              <a:defRPr sz="100" b="0">
                <a:noFill/>
              </a:defRPr>
            </a:lvl1pPr>
            <a:lvl2pPr marL="0" indent="0">
              <a:spcBef>
                <a:spcPts val="0"/>
              </a:spcBef>
              <a:spcAft>
                <a:spcPts val="0"/>
              </a:spcAft>
              <a:buFontTx/>
              <a:buNone/>
              <a:defRPr sz="100" b="0">
                <a:noFill/>
              </a:defRPr>
            </a:lvl2pPr>
            <a:lvl3pPr marL="0" indent="0">
              <a:spcBef>
                <a:spcPts val="0"/>
              </a:spcBef>
              <a:spcAft>
                <a:spcPts val="0"/>
              </a:spcAft>
              <a:buFontTx/>
              <a:buNone/>
              <a:defRPr sz="100" b="0">
                <a:noFill/>
              </a:defRPr>
            </a:lvl3pPr>
            <a:lvl4pPr marL="0" indent="0">
              <a:spcBef>
                <a:spcPts val="0"/>
              </a:spcBef>
              <a:spcAft>
                <a:spcPts val="0"/>
              </a:spcAft>
              <a:buFontTx/>
              <a:buNone/>
              <a:defRPr sz="100" b="0">
                <a:noFill/>
              </a:defRPr>
            </a:lvl4pPr>
            <a:lvl5pPr marL="0" indent="0">
              <a:spcBef>
                <a:spcPts val="0"/>
              </a:spcBef>
              <a:spcAft>
                <a:spcPts val="0"/>
              </a:spcAft>
              <a:buFontTx/>
              <a:buNone/>
              <a:defRPr sz="100" b="0">
                <a:noFill/>
              </a:defRPr>
            </a:lvl5pPr>
            <a:lvl6pPr marL="0" indent="0">
              <a:spcBef>
                <a:spcPts val="0"/>
              </a:spcBef>
              <a:spcAft>
                <a:spcPts val="0"/>
              </a:spcAft>
              <a:buFontTx/>
              <a:buNone/>
              <a:defRPr sz="100" b="0">
                <a:noFill/>
              </a:defRPr>
            </a:lvl6pPr>
            <a:lvl7pPr marL="0" indent="0">
              <a:spcBef>
                <a:spcPts val="0"/>
              </a:spcBef>
              <a:spcAft>
                <a:spcPts val="0"/>
              </a:spcAft>
              <a:buFontTx/>
              <a:buNone/>
              <a:defRPr sz="100" b="0">
                <a:noFill/>
              </a:defRPr>
            </a:lvl7pPr>
            <a:lvl8pPr marL="0" indent="0">
              <a:spcBef>
                <a:spcPts val="0"/>
              </a:spcBef>
              <a:spcAft>
                <a:spcPts val="0"/>
              </a:spcAft>
              <a:buFontTx/>
              <a:buNone/>
              <a:defRPr sz="100" b="0">
                <a:noFill/>
              </a:defRPr>
            </a:lvl8pPr>
            <a:lvl9pPr marL="0" indent="0">
              <a:spcBef>
                <a:spcPts val="0"/>
              </a:spcBef>
              <a:spcAft>
                <a:spcPts val="0"/>
              </a:spcAft>
              <a:buFontTx/>
              <a:buNone/>
              <a:defRPr sz="100" b="0">
                <a:noFill/>
              </a:defRPr>
            </a:lvl9pPr>
          </a:lstStyle>
          <a:p>
            <a:pPr lvl="0"/>
            <a:r>
              <a:rPr lang="de-DE" dirty="0"/>
              <a:t> </a:t>
            </a:r>
          </a:p>
        </p:txBody>
      </p:sp>
      <p:sp>
        <p:nvSpPr>
          <p:cNvPr id="9" name="Logo">
            <a:extLst>
              <a:ext uri="{FF2B5EF4-FFF2-40B4-BE49-F238E27FC236}">
                <a16:creationId xmlns:a16="http://schemas.microsoft.com/office/drawing/2014/main" id="{CD799FFE-7F94-C709-ABDB-FF3379E6AE1E}"/>
              </a:ext>
              <a:ext uri="{C183D7F6-B498-43B3-948B-1728B52AA6E4}">
                <adec:decorative xmlns:adec="http://schemas.microsoft.com/office/drawing/2017/decorative" val="1"/>
              </a:ext>
            </a:extLst>
          </p:cNvPr>
          <p:cNvSpPr>
            <a:spLocks noGrp="1"/>
          </p:cNvSpPr>
          <p:nvPr>
            <p:ph type="body" sz="quarter" idx="13" hasCustomPrompt="1"/>
          </p:nvPr>
        </p:nvSpPr>
        <p:spPr bwMode="gray">
          <a:xfrm>
            <a:off x="9861600" y="621000"/>
            <a:ext cx="1706400" cy="2160000"/>
          </a:xfrm>
          <a:prstGeom prst="rect">
            <a:avLst/>
          </a:prstGeom>
          <a:blipFill>
            <a:blip r:embed="rId2">
              <a:extLst>
                <a:ext uri="{96DAC541-7B7A-43D3-8B79-37D633B846F1}">
                  <asvg:svgBlip xmlns:asvg="http://schemas.microsoft.com/office/drawing/2016/SVG/main" r:embed="rId3"/>
                </a:ext>
              </a:extLst>
            </a:blip>
            <a:stretch>
              <a:fillRect/>
            </a:stretch>
          </a:blipFill>
          <a:ln>
            <a:noFill/>
          </a:ln>
        </p:spPr>
        <p:txBody>
          <a:bodyPr/>
          <a:lstStyle>
            <a:lvl1pPr marL="0" indent="0">
              <a:spcBef>
                <a:spcPts val="0"/>
              </a:spcBef>
              <a:spcAft>
                <a:spcPts val="0"/>
              </a:spcAft>
              <a:buFontTx/>
              <a:buNone/>
              <a:defRPr sz="100" b="0">
                <a:noFill/>
                <a:latin typeface="+mn-lt"/>
              </a:defRPr>
            </a:lvl1pPr>
            <a:lvl2pPr marL="0" indent="0">
              <a:spcBef>
                <a:spcPts val="0"/>
              </a:spcBef>
              <a:spcAft>
                <a:spcPts val="0"/>
              </a:spcAft>
              <a:buFontTx/>
              <a:buNone/>
              <a:defRPr sz="100" b="0">
                <a:noFill/>
                <a:latin typeface="+mn-lt"/>
              </a:defRPr>
            </a:lvl2pPr>
            <a:lvl3pPr marL="0" indent="0">
              <a:spcBef>
                <a:spcPts val="0"/>
              </a:spcBef>
              <a:spcAft>
                <a:spcPts val="0"/>
              </a:spcAft>
              <a:buFontTx/>
              <a:buNone/>
              <a:defRPr sz="100" b="0">
                <a:noFill/>
                <a:latin typeface="+mn-lt"/>
              </a:defRPr>
            </a:lvl3pPr>
            <a:lvl4pPr marL="0" indent="0">
              <a:spcBef>
                <a:spcPts val="0"/>
              </a:spcBef>
              <a:spcAft>
                <a:spcPts val="0"/>
              </a:spcAft>
              <a:buFontTx/>
              <a:buNone/>
              <a:defRPr sz="100" b="0">
                <a:noFill/>
                <a:latin typeface="+mn-lt"/>
              </a:defRPr>
            </a:lvl4pPr>
            <a:lvl5pPr marL="0" indent="0">
              <a:spcBef>
                <a:spcPts val="0"/>
              </a:spcBef>
              <a:spcAft>
                <a:spcPts val="0"/>
              </a:spcAft>
              <a:buFontTx/>
              <a:buNone/>
              <a:defRPr sz="100" b="0">
                <a:noFill/>
                <a:latin typeface="+mn-lt"/>
              </a:defRPr>
            </a:lvl5pPr>
            <a:lvl6pPr marL="0" indent="0">
              <a:spcBef>
                <a:spcPts val="0"/>
              </a:spcBef>
              <a:spcAft>
                <a:spcPts val="0"/>
              </a:spcAft>
              <a:buFontTx/>
              <a:buNone/>
              <a:defRPr sz="100" b="0">
                <a:noFill/>
                <a:latin typeface="+mn-lt"/>
              </a:defRPr>
            </a:lvl6pPr>
            <a:lvl7pPr marL="0" indent="0">
              <a:spcBef>
                <a:spcPts val="0"/>
              </a:spcBef>
              <a:spcAft>
                <a:spcPts val="0"/>
              </a:spcAft>
              <a:buFontTx/>
              <a:buNone/>
              <a:defRPr sz="100" b="0">
                <a:noFill/>
                <a:latin typeface="+mn-lt"/>
              </a:defRPr>
            </a:lvl7pPr>
            <a:lvl8pPr marL="0" indent="0">
              <a:spcBef>
                <a:spcPts val="0"/>
              </a:spcBef>
              <a:spcAft>
                <a:spcPts val="0"/>
              </a:spcAft>
              <a:buFontTx/>
              <a:buNone/>
              <a:defRPr sz="100" b="0">
                <a:noFill/>
                <a:latin typeface="+mn-lt"/>
              </a:defRPr>
            </a:lvl8pPr>
            <a:lvl9pPr marL="0" indent="0">
              <a:spcBef>
                <a:spcPts val="0"/>
              </a:spcBef>
              <a:spcAft>
                <a:spcPts val="0"/>
              </a:spcAft>
              <a:buFontTx/>
              <a:buNone/>
              <a:defRPr sz="100" b="0">
                <a:noFill/>
                <a:latin typeface="+mn-lt"/>
              </a:defRPr>
            </a:lvl9pPr>
          </a:lstStyle>
          <a:p>
            <a:pPr lvl="0"/>
            <a:r>
              <a:rPr lang="de-DE" dirty="0"/>
              <a:t> </a:t>
            </a:r>
          </a:p>
        </p:txBody>
      </p:sp>
      <p:sp>
        <p:nvSpPr>
          <p:cNvPr id="2" name="Titel">
            <a:extLst>
              <a:ext uri="{FF2B5EF4-FFF2-40B4-BE49-F238E27FC236}">
                <a16:creationId xmlns:a16="http://schemas.microsoft.com/office/drawing/2014/main" id="{D1BDE9CD-498E-8C0C-DD46-31832628F30D}"/>
              </a:ext>
            </a:extLst>
          </p:cNvPr>
          <p:cNvSpPr>
            <a:spLocks noGrp="1"/>
          </p:cNvSpPr>
          <p:nvPr>
            <p:ph type="ctrTitle" hasCustomPrompt="1"/>
          </p:nvPr>
        </p:nvSpPr>
        <p:spPr bwMode="gray">
          <a:xfrm>
            <a:off x="695326" y="1917700"/>
            <a:ext cx="5400674" cy="2663300"/>
          </a:xfrm>
        </p:spPr>
        <p:txBody>
          <a:bodyPr anchor="b"/>
          <a:lstStyle>
            <a:lvl1pPr algn="l">
              <a:defRPr sz="4000" baseline="0">
                <a:solidFill>
                  <a:schemeClr val="bg1"/>
                </a:solidFill>
              </a:defRPr>
            </a:lvl1pPr>
          </a:lstStyle>
          <a:p>
            <a:r>
              <a:rPr lang="de-DE" dirty="0"/>
              <a:t>Titel der Präsentation</a:t>
            </a:r>
          </a:p>
        </p:txBody>
      </p:sp>
      <p:sp>
        <p:nvSpPr>
          <p:cNvPr id="3" name="Untertitel">
            <a:extLst>
              <a:ext uri="{FF2B5EF4-FFF2-40B4-BE49-F238E27FC236}">
                <a16:creationId xmlns:a16="http://schemas.microsoft.com/office/drawing/2014/main" id="{6BCC98A8-5053-B10A-35A9-DD68B5FBADC7}"/>
              </a:ext>
            </a:extLst>
          </p:cNvPr>
          <p:cNvSpPr>
            <a:spLocks noGrp="1"/>
          </p:cNvSpPr>
          <p:nvPr>
            <p:ph type="subTitle" idx="1" hasCustomPrompt="1"/>
          </p:nvPr>
        </p:nvSpPr>
        <p:spPr bwMode="gray">
          <a:xfrm>
            <a:off x="695326" y="4797000"/>
            <a:ext cx="5400674" cy="720000"/>
          </a:xfrm>
          <a:prstGeom prst="rect">
            <a:avLst/>
          </a:prstGeom>
        </p:spPr>
        <p:txBody>
          <a:bodyPr>
            <a:noAutofit/>
          </a:bodyPr>
          <a:lstStyle>
            <a:lvl1pPr marL="0" indent="0" algn="l">
              <a:spcBef>
                <a:spcPts val="0"/>
              </a:spcBef>
              <a:spcAft>
                <a:spcPts val="0"/>
              </a:spcAft>
              <a:buNone/>
              <a:defRPr sz="2000" b="0">
                <a:solidFill>
                  <a:schemeClr val="tx1"/>
                </a:solidFill>
                <a:latin typeface="+mn-lt"/>
              </a:defRPr>
            </a:lvl1pPr>
            <a:lvl2pPr marL="0" indent="0" algn="l">
              <a:spcBef>
                <a:spcPts val="0"/>
              </a:spcBef>
              <a:spcAft>
                <a:spcPts val="0"/>
              </a:spcAft>
              <a:buNone/>
              <a:defRPr sz="2000" b="0">
                <a:solidFill>
                  <a:schemeClr val="tx1"/>
                </a:solidFill>
                <a:latin typeface="+mn-lt"/>
              </a:defRPr>
            </a:lvl2pPr>
            <a:lvl3pPr marL="0" indent="0" algn="l">
              <a:spcBef>
                <a:spcPts val="0"/>
              </a:spcBef>
              <a:spcAft>
                <a:spcPts val="0"/>
              </a:spcAft>
              <a:buNone/>
              <a:defRPr sz="2000" b="0">
                <a:solidFill>
                  <a:schemeClr val="tx1"/>
                </a:solidFill>
                <a:latin typeface="+mn-lt"/>
              </a:defRPr>
            </a:lvl3pPr>
            <a:lvl4pPr marL="0" indent="0" algn="l">
              <a:spcBef>
                <a:spcPts val="0"/>
              </a:spcBef>
              <a:spcAft>
                <a:spcPts val="0"/>
              </a:spcAft>
              <a:buNone/>
              <a:defRPr sz="2000" b="0">
                <a:solidFill>
                  <a:schemeClr val="tx1"/>
                </a:solidFill>
                <a:latin typeface="+mn-lt"/>
              </a:defRPr>
            </a:lvl4pPr>
            <a:lvl5pPr marL="0" indent="0" algn="l">
              <a:spcBef>
                <a:spcPts val="0"/>
              </a:spcBef>
              <a:spcAft>
                <a:spcPts val="0"/>
              </a:spcAft>
              <a:buNone/>
              <a:defRPr sz="2000" b="0">
                <a:solidFill>
                  <a:schemeClr val="tx1"/>
                </a:solidFill>
                <a:latin typeface="+mn-lt"/>
              </a:defRPr>
            </a:lvl5pPr>
            <a:lvl6pPr marL="0" indent="0" algn="l">
              <a:spcBef>
                <a:spcPts val="0"/>
              </a:spcBef>
              <a:spcAft>
                <a:spcPts val="0"/>
              </a:spcAft>
              <a:buNone/>
              <a:defRPr sz="2000" b="0">
                <a:solidFill>
                  <a:schemeClr val="tx1"/>
                </a:solidFill>
                <a:latin typeface="+mn-lt"/>
              </a:defRPr>
            </a:lvl6pPr>
            <a:lvl7pPr marL="0" indent="0" algn="l">
              <a:spcBef>
                <a:spcPts val="0"/>
              </a:spcBef>
              <a:spcAft>
                <a:spcPts val="0"/>
              </a:spcAft>
              <a:buNone/>
              <a:defRPr sz="2000" b="0">
                <a:solidFill>
                  <a:schemeClr val="tx1"/>
                </a:solidFill>
                <a:latin typeface="+mn-lt"/>
              </a:defRPr>
            </a:lvl7pPr>
            <a:lvl8pPr marL="0" indent="0" algn="l">
              <a:spcBef>
                <a:spcPts val="0"/>
              </a:spcBef>
              <a:spcAft>
                <a:spcPts val="0"/>
              </a:spcAft>
              <a:buNone/>
              <a:defRPr sz="2000" b="0">
                <a:solidFill>
                  <a:schemeClr val="tx1"/>
                </a:solidFill>
                <a:latin typeface="+mn-lt"/>
              </a:defRPr>
            </a:lvl8pPr>
            <a:lvl9pPr marL="0" indent="0" algn="l">
              <a:spcBef>
                <a:spcPts val="0"/>
              </a:spcBef>
              <a:spcAft>
                <a:spcPts val="0"/>
              </a:spcAft>
              <a:buNone/>
              <a:defRPr sz="2000" b="0">
                <a:solidFill>
                  <a:schemeClr val="tx1"/>
                </a:solidFill>
                <a:latin typeface="+mn-lt"/>
              </a:defRPr>
            </a:lvl9pPr>
          </a:lstStyle>
          <a:p>
            <a:pPr lvl="0"/>
            <a:r>
              <a:rPr lang="de-DE" dirty="0"/>
              <a:t>Untertitel der Präsentation</a:t>
            </a:r>
          </a:p>
        </p:txBody>
      </p:sp>
      <p:sp>
        <p:nvSpPr>
          <p:cNvPr id="15" name="Textplatzhalter">
            <a:extLst>
              <a:ext uri="{FF2B5EF4-FFF2-40B4-BE49-F238E27FC236}">
                <a16:creationId xmlns:a16="http://schemas.microsoft.com/office/drawing/2014/main" id="{888E75FC-8DAA-C7C9-155B-D6FCAFE49437}"/>
              </a:ext>
            </a:extLst>
          </p:cNvPr>
          <p:cNvSpPr>
            <a:spLocks noGrp="1"/>
          </p:cNvSpPr>
          <p:nvPr>
            <p:ph type="body" sz="quarter" idx="10" hasCustomPrompt="1"/>
          </p:nvPr>
        </p:nvSpPr>
        <p:spPr bwMode="gray">
          <a:xfrm>
            <a:off x="696000" y="5876999"/>
            <a:ext cx="5400674" cy="288000"/>
          </a:xfrm>
          <a:prstGeom prst="rect">
            <a:avLst/>
          </a:prstGeom>
        </p:spPr>
        <p:txBody>
          <a:bodyPr/>
          <a:lstStyle>
            <a:lvl1pPr marL="0" indent="0">
              <a:spcBef>
                <a:spcPts val="0"/>
              </a:spcBef>
              <a:spcAft>
                <a:spcPts val="0"/>
              </a:spcAft>
              <a:buFontTx/>
              <a:buNone/>
              <a:defRPr sz="1600" b="0">
                <a:solidFill>
                  <a:schemeClr val="tx1"/>
                </a:solidFill>
                <a:latin typeface="+mn-lt"/>
              </a:defRPr>
            </a:lvl1pPr>
            <a:lvl2pPr marL="0" indent="0">
              <a:spcBef>
                <a:spcPts val="0"/>
              </a:spcBef>
              <a:spcAft>
                <a:spcPts val="0"/>
              </a:spcAft>
              <a:buFontTx/>
              <a:buNone/>
              <a:defRPr sz="1600" b="0">
                <a:solidFill>
                  <a:schemeClr val="tx1"/>
                </a:solidFill>
                <a:latin typeface="+mn-lt"/>
              </a:defRPr>
            </a:lvl2pPr>
            <a:lvl3pPr marL="0" indent="0">
              <a:spcBef>
                <a:spcPts val="0"/>
              </a:spcBef>
              <a:spcAft>
                <a:spcPts val="0"/>
              </a:spcAft>
              <a:buFontTx/>
              <a:buNone/>
              <a:defRPr sz="1600" b="0">
                <a:solidFill>
                  <a:schemeClr val="tx1"/>
                </a:solidFill>
                <a:latin typeface="+mn-lt"/>
              </a:defRPr>
            </a:lvl3pPr>
            <a:lvl4pPr marL="0" indent="0">
              <a:spcBef>
                <a:spcPts val="0"/>
              </a:spcBef>
              <a:spcAft>
                <a:spcPts val="0"/>
              </a:spcAft>
              <a:buFontTx/>
              <a:buNone/>
              <a:defRPr sz="1600" b="0">
                <a:solidFill>
                  <a:schemeClr val="tx1"/>
                </a:solidFill>
                <a:latin typeface="+mn-lt"/>
              </a:defRPr>
            </a:lvl4pPr>
            <a:lvl5pPr marL="0" indent="0">
              <a:spcBef>
                <a:spcPts val="0"/>
              </a:spcBef>
              <a:spcAft>
                <a:spcPts val="0"/>
              </a:spcAft>
              <a:buFontTx/>
              <a:buNone/>
              <a:defRPr sz="1600" b="0">
                <a:solidFill>
                  <a:schemeClr val="tx1"/>
                </a:solidFill>
                <a:latin typeface="+mn-lt"/>
              </a:defRPr>
            </a:lvl5pPr>
            <a:lvl6pPr marL="0" indent="0">
              <a:spcBef>
                <a:spcPts val="0"/>
              </a:spcBef>
              <a:spcAft>
                <a:spcPts val="0"/>
              </a:spcAft>
              <a:buFontTx/>
              <a:buNone/>
              <a:defRPr sz="1600" b="0">
                <a:solidFill>
                  <a:schemeClr val="tx1"/>
                </a:solidFill>
                <a:latin typeface="+mn-lt"/>
              </a:defRPr>
            </a:lvl6pPr>
            <a:lvl7pPr marL="0" indent="0">
              <a:spcBef>
                <a:spcPts val="0"/>
              </a:spcBef>
              <a:spcAft>
                <a:spcPts val="0"/>
              </a:spcAft>
              <a:buFontTx/>
              <a:buNone/>
              <a:defRPr sz="1600" b="0">
                <a:solidFill>
                  <a:schemeClr val="tx1"/>
                </a:solidFill>
                <a:latin typeface="+mn-lt"/>
              </a:defRPr>
            </a:lvl7pPr>
            <a:lvl8pPr marL="0" indent="0">
              <a:spcBef>
                <a:spcPts val="0"/>
              </a:spcBef>
              <a:spcAft>
                <a:spcPts val="0"/>
              </a:spcAft>
              <a:buFontTx/>
              <a:buNone/>
              <a:defRPr sz="1600" b="0">
                <a:solidFill>
                  <a:schemeClr val="tx1"/>
                </a:solidFill>
                <a:latin typeface="+mn-lt"/>
              </a:defRPr>
            </a:lvl8pPr>
            <a:lvl9pPr marL="0" indent="0">
              <a:spcBef>
                <a:spcPts val="0"/>
              </a:spcBef>
              <a:spcAft>
                <a:spcPts val="0"/>
              </a:spcAft>
              <a:buFontTx/>
              <a:buNone/>
              <a:defRPr sz="1600" b="0">
                <a:solidFill>
                  <a:schemeClr val="tx1"/>
                </a:solidFill>
                <a:latin typeface="+mn-lt"/>
              </a:defRPr>
            </a:lvl9pPr>
          </a:lstStyle>
          <a:p>
            <a:pPr lvl="0"/>
            <a:r>
              <a:rPr lang="de-DE" dirty="0"/>
              <a:t>Autor • Datum • Ort</a:t>
            </a:r>
          </a:p>
        </p:txBody>
      </p:sp>
    </p:spTree>
    <p:extLst>
      <p:ext uri="{BB962C8B-B14F-4D97-AF65-F5344CB8AC3E}">
        <p14:creationId xmlns:p14="http://schemas.microsoft.com/office/powerpoint/2010/main" val="3356405246"/>
      </p:ext>
    </p:extLst>
  </p:cSld>
  <p:clrMapOvr>
    <a:masterClrMapping/>
  </p:clrMapOvr>
  <p:extLst>
    <p:ext uri="{DCECCB84-F9BA-43D5-87BE-67443E8EF086}">
      <p15:sldGuideLst xmlns:p15="http://schemas.microsoft.com/office/powerpoint/2012/main">
        <p15:guide id="1" orient="horz" pos="2886" userDrawn="1">
          <p15:clr>
            <a:srgbClr val="FBAE40"/>
          </p15:clr>
        </p15:guide>
        <p15:guide id="2" pos="438" userDrawn="1">
          <p15:clr>
            <a:srgbClr val="FBAE40"/>
          </p15:clr>
        </p15:guide>
        <p15:guide id="3" pos="3840" userDrawn="1">
          <p15:clr>
            <a:srgbClr val="FBAE40"/>
          </p15:clr>
        </p15:guide>
        <p15:guide id="4" orient="horz" pos="120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 Bild">
    <p:bg>
      <p:bgPr>
        <a:solidFill>
          <a:schemeClr val="bg2"/>
        </a:solidFill>
        <a:effectLst/>
      </p:bgPr>
    </p:bg>
    <p:spTree>
      <p:nvGrpSpPr>
        <p:cNvPr id="1" name=""/>
        <p:cNvGrpSpPr/>
        <p:nvPr/>
      </p:nvGrpSpPr>
      <p:grpSpPr>
        <a:xfrm>
          <a:off x="0" y="0"/>
          <a:ext cx="0" cy="0"/>
          <a:chOff x="0" y="0"/>
          <a:chExt cx="0" cy="0"/>
        </a:xfrm>
      </p:grpSpPr>
      <p:sp>
        <p:nvSpPr>
          <p:cNvPr id="4" name="Bildplatzhalter">
            <a:extLst>
              <a:ext uri="{FF2B5EF4-FFF2-40B4-BE49-F238E27FC236}">
                <a16:creationId xmlns:a16="http://schemas.microsoft.com/office/drawing/2014/main" id="{ED3CDC4F-05B1-B76F-5EA7-189E7169CC46}"/>
              </a:ext>
              <a:ext uri="{C183D7F6-B498-43B3-948B-1728B52AA6E4}">
                <adec:decorative xmlns:adec="http://schemas.microsoft.com/office/drawing/2017/decorative" val="1"/>
              </a:ext>
            </a:extLst>
          </p:cNvPr>
          <p:cNvSpPr>
            <a:spLocks noGrp="1"/>
          </p:cNvSpPr>
          <p:nvPr>
            <p:ph type="pic" idx="11" hasCustomPrompt="1"/>
          </p:nvPr>
        </p:nvSpPr>
        <p:spPr bwMode="gray">
          <a:xfrm>
            <a:off x="0" y="0"/>
            <a:ext cx="5880100" cy="6858000"/>
          </a:xfrm>
          <a:prstGeom prst="rect">
            <a:avLst/>
          </a:prstGeom>
          <a:solidFill>
            <a:srgbClr val="E4E7E9"/>
          </a:solidFill>
          <a:ln w="50800">
            <a:solidFill>
              <a:schemeClr val="bg1"/>
            </a:solidFill>
          </a:ln>
          <a:effectLst>
            <a:outerShdw blurRad="254000" dist="107763" dir="2699994" algn="tl">
              <a:prstClr val="black">
                <a:alpha val="40000"/>
              </a:prstClr>
            </a:outerShdw>
          </a:effectLst>
        </p:spPr>
        <p:txBody>
          <a:bodyPr lIns="288000" tIns="0" rIns="288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 name="Titel">
            <a:extLst>
              <a:ext uri="{FF2B5EF4-FFF2-40B4-BE49-F238E27FC236}">
                <a16:creationId xmlns:a16="http://schemas.microsoft.com/office/drawing/2014/main" id="{D1BDE9CD-498E-8C0C-DD46-31832628F30D}"/>
              </a:ext>
            </a:extLst>
          </p:cNvPr>
          <p:cNvSpPr>
            <a:spLocks noGrp="1"/>
          </p:cNvSpPr>
          <p:nvPr>
            <p:ph type="ctrTitle" hasCustomPrompt="1"/>
          </p:nvPr>
        </p:nvSpPr>
        <p:spPr bwMode="invGray">
          <a:xfrm>
            <a:off x="6528000" y="2709000"/>
            <a:ext cx="4967326" cy="1440000"/>
          </a:xfrm>
        </p:spPr>
        <p:txBody>
          <a:bodyPr anchor="ctr">
            <a:noAutofit/>
          </a:bodyPr>
          <a:lstStyle>
            <a:lvl1pPr algn="r">
              <a:defRPr sz="3200" baseline="0">
                <a:solidFill>
                  <a:schemeClr val="bg1"/>
                </a:solidFill>
              </a:defRPr>
            </a:lvl1pPr>
          </a:lstStyle>
          <a:p>
            <a:r>
              <a:rPr lang="de-DE" dirty="0"/>
              <a:t>Titel der Präsentation</a:t>
            </a:r>
          </a:p>
        </p:txBody>
      </p:sp>
      <p:sp>
        <p:nvSpPr>
          <p:cNvPr id="3" name="Untertitel">
            <a:extLst>
              <a:ext uri="{FF2B5EF4-FFF2-40B4-BE49-F238E27FC236}">
                <a16:creationId xmlns:a16="http://schemas.microsoft.com/office/drawing/2014/main" id="{6BCC98A8-5053-B10A-35A9-DD68B5FBADC7}"/>
              </a:ext>
            </a:extLst>
          </p:cNvPr>
          <p:cNvSpPr>
            <a:spLocks noGrp="1"/>
          </p:cNvSpPr>
          <p:nvPr>
            <p:ph type="subTitle" idx="1" hasCustomPrompt="1"/>
          </p:nvPr>
        </p:nvSpPr>
        <p:spPr bwMode="gray">
          <a:xfrm>
            <a:off x="6528000" y="4293000"/>
            <a:ext cx="4967326" cy="720000"/>
          </a:xfrm>
          <a:prstGeom prst="rect">
            <a:avLst/>
          </a:prstGeom>
        </p:spPr>
        <p:txBody>
          <a:bodyPr anchor="ctr">
            <a:noAutofit/>
          </a:bodyPr>
          <a:lstStyle>
            <a:lvl1pPr marL="0" indent="0" algn="r">
              <a:spcBef>
                <a:spcPts val="0"/>
              </a:spcBef>
              <a:spcAft>
                <a:spcPts val="0"/>
              </a:spcAft>
              <a:buNone/>
              <a:defRPr sz="2000" b="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0" indent="0" algn="l">
              <a:spcBef>
                <a:spcPts val="0"/>
              </a:spcBef>
              <a:spcAft>
                <a:spcPts val="0"/>
              </a:spcAft>
              <a:buNone/>
              <a:defRPr sz="2000" b="0">
                <a:solidFill>
                  <a:schemeClr val="tx1"/>
                </a:solidFill>
                <a:latin typeface="+mn-lt"/>
              </a:defRPr>
            </a:lvl2pPr>
            <a:lvl3pPr marL="0" indent="0" algn="l">
              <a:spcBef>
                <a:spcPts val="0"/>
              </a:spcBef>
              <a:spcAft>
                <a:spcPts val="0"/>
              </a:spcAft>
              <a:buNone/>
              <a:defRPr sz="2000" b="0">
                <a:solidFill>
                  <a:schemeClr val="tx1"/>
                </a:solidFill>
                <a:latin typeface="+mn-lt"/>
              </a:defRPr>
            </a:lvl3pPr>
            <a:lvl4pPr marL="0" indent="0" algn="l">
              <a:spcBef>
                <a:spcPts val="0"/>
              </a:spcBef>
              <a:spcAft>
                <a:spcPts val="0"/>
              </a:spcAft>
              <a:buNone/>
              <a:defRPr sz="2000" b="0">
                <a:solidFill>
                  <a:schemeClr val="tx1"/>
                </a:solidFill>
                <a:latin typeface="+mn-lt"/>
              </a:defRPr>
            </a:lvl4pPr>
            <a:lvl5pPr marL="0" indent="0" algn="l">
              <a:spcBef>
                <a:spcPts val="0"/>
              </a:spcBef>
              <a:spcAft>
                <a:spcPts val="0"/>
              </a:spcAft>
              <a:buNone/>
              <a:defRPr sz="2000" b="0">
                <a:solidFill>
                  <a:schemeClr val="tx1"/>
                </a:solidFill>
                <a:latin typeface="+mn-lt"/>
              </a:defRPr>
            </a:lvl5pPr>
            <a:lvl6pPr marL="0" indent="0" algn="l">
              <a:spcBef>
                <a:spcPts val="0"/>
              </a:spcBef>
              <a:spcAft>
                <a:spcPts val="0"/>
              </a:spcAft>
              <a:buNone/>
              <a:defRPr sz="2000" b="0">
                <a:solidFill>
                  <a:schemeClr val="tx1"/>
                </a:solidFill>
                <a:latin typeface="+mn-lt"/>
              </a:defRPr>
            </a:lvl6pPr>
            <a:lvl7pPr marL="0" indent="0" algn="l">
              <a:spcBef>
                <a:spcPts val="0"/>
              </a:spcBef>
              <a:spcAft>
                <a:spcPts val="0"/>
              </a:spcAft>
              <a:buNone/>
              <a:defRPr sz="2000" b="0">
                <a:solidFill>
                  <a:schemeClr val="tx1"/>
                </a:solidFill>
                <a:latin typeface="+mn-lt"/>
              </a:defRPr>
            </a:lvl7pPr>
            <a:lvl8pPr marL="0" indent="0" algn="l">
              <a:spcBef>
                <a:spcPts val="0"/>
              </a:spcBef>
              <a:spcAft>
                <a:spcPts val="0"/>
              </a:spcAft>
              <a:buNone/>
              <a:defRPr sz="2000" b="0">
                <a:solidFill>
                  <a:schemeClr val="tx1"/>
                </a:solidFill>
                <a:latin typeface="+mn-lt"/>
              </a:defRPr>
            </a:lvl8pPr>
            <a:lvl9pPr marL="0" indent="0" algn="l">
              <a:spcBef>
                <a:spcPts val="0"/>
              </a:spcBef>
              <a:spcAft>
                <a:spcPts val="0"/>
              </a:spcAft>
              <a:buNone/>
              <a:defRPr sz="2000" b="0">
                <a:solidFill>
                  <a:schemeClr val="tx1"/>
                </a:solidFill>
                <a:latin typeface="+mn-lt"/>
              </a:defRPr>
            </a:lvl9pPr>
          </a:lstStyle>
          <a:p>
            <a:pPr lvl="0"/>
            <a:r>
              <a:rPr lang="de-DE" dirty="0"/>
              <a:t>Untertitel der Präsentation</a:t>
            </a:r>
          </a:p>
        </p:txBody>
      </p:sp>
      <p:sp>
        <p:nvSpPr>
          <p:cNvPr id="15" name="Textplatzhalter">
            <a:extLst>
              <a:ext uri="{FF2B5EF4-FFF2-40B4-BE49-F238E27FC236}">
                <a16:creationId xmlns:a16="http://schemas.microsoft.com/office/drawing/2014/main" id="{888E75FC-8DAA-C7C9-155B-D6FCAFE49437}"/>
              </a:ext>
            </a:extLst>
          </p:cNvPr>
          <p:cNvSpPr>
            <a:spLocks noGrp="1"/>
          </p:cNvSpPr>
          <p:nvPr>
            <p:ph type="body" sz="quarter" idx="10" hasCustomPrompt="1"/>
          </p:nvPr>
        </p:nvSpPr>
        <p:spPr bwMode="gray">
          <a:xfrm>
            <a:off x="6528674" y="6021000"/>
            <a:ext cx="4967326" cy="288000"/>
          </a:xfrm>
          <a:prstGeom prst="rect">
            <a:avLst/>
          </a:prstGeom>
        </p:spPr>
        <p:txBody>
          <a:bodyPr>
            <a:noAutofit/>
          </a:bodyPr>
          <a:lstStyle>
            <a:lvl1pPr marL="0" indent="0" algn="r">
              <a:spcBef>
                <a:spcPts val="0"/>
              </a:spcBef>
              <a:spcAft>
                <a:spcPts val="0"/>
              </a:spcAft>
              <a:buFontTx/>
              <a:buNone/>
              <a:defRPr sz="1600" b="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0" indent="0">
              <a:spcBef>
                <a:spcPts val="0"/>
              </a:spcBef>
              <a:spcAft>
                <a:spcPts val="0"/>
              </a:spcAft>
              <a:buFontTx/>
              <a:buNone/>
              <a:defRPr sz="1600" b="0">
                <a:solidFill>
                  <a:schemeClr val="tx1"/>
                </a:solidFill>
                <a:latin typeface="+mn-lt"/>
              </a:defRPr>
            </a:lvl2pPr>
            <a:lvl3pPr marL="0" indent="0">
              <a:spcBef>
                <a:spcPts val="0"/>
              </a:spcBef>
              <a:spcAft>
                <a:spcPts val="0"/>
              </a:spcAft>
              <a:buFontTx/>
              <a:buNone/>
              <a:defRPr sz="1600" b="0">
                <a:solidFill>
                  <a:schemeClr val="tx1"/>
                </a:solidFill>
                <a:latin typeface="+mn-lt"/>
              </a:defRPr>
            </a:lvl3pPr>
            <a:lvl4pPr marL="0" indent="0">
              <a:spcBef>
                <a:spcPts val="0"/>
              </a:spcBef>
              <a:spcAft>
                <a:spcPts val="0"/>
              </a:spcAft>
              <a:buFontTx/>
              <a:buNone/>
              <a:defRPr sz="1600" b="0">
                <a:solidFill>
                  <a:schemeClr val="tx1"/>
                </a:solidFill>
                <a:latin typeface="+mn-lt"/>
              </a:defRPr>
            </a:lvl4pPr>
            <a:lvl5pPr marL="0" indent="0">
              <a:spcBef>
                <a:spcPts val="0"/>
              </a:spcBef>
              <a:spcAft>
                <a:spcPts val="0"/>
              </a:spcAft>
              <a:buFontTx/>
              <a:buNone/>
              <a:defRPr sz="1600" b="0">
                <a:solidFill>
                  <a:schemeClr val="tx1"/>
                </a:solidFill>
                <a:latin typeface="+mn-lt"/>
              </a:defRPr>
            </a:lvl5pPr>
            <a:lvl6pPr marL="0" indent="0">
              <a:spcBef>
                <a:spcPts val="0"/>
              </a:spcBef>
              <a:spcAft>
                <a:spcPts val="0"/>
              </a:spcAft>
              <a:buFontTx/>
              <a:buNone/>
              <a:defRPr sz="1600" b="0">
                <a:solidFill>
                  <a:schemeClr val="tx1"/>
                </a:solidFill>
                <a:latin typeface="+mn-lt"/>
              </a:defRPr>
            </a:lvl6pPr>
            <a:lvl7pPr marL="0" indent="0">
              <a:spcBef>
                <a:spcPts val="0"/>
              </a:spcBef>
              <a:spcAft>
                <a:spcPts val="0"/>
              </a:spcAft>
              <a:buFontTx/>
              <a:buNone/>
              <a:defRPr sz="1600" b="0">
                <a:solidFill>
                  <a:schemeClr val="tx1"/>
                </a:solidFill>
                <a:latin typeface="+mn-lt"/>
              </a:defRPr>
            </a:lvl7pPr>
            <a:lvl8pPr marL="0" indent="0">
              <a:spcBef>
                <a:spcPts val="0"/>
              </a:spcBef>
              <a:spcAft>
                <a:spcPts val="0"/>
              </a:spcAft>
              <a:buFontTx/>
              <a:buNone/>
              <a:defRPr sz="1600" b="0">
                <a:solidFill>
                  <a:schemeClr val="tx1"/>
                </a:solidFill>
                <a:latin typeface="+mn-lt"/>
              </a:defRPr>
            </a:lvl8pPr>
            <a:lvl9pPr marL="0" indent="0">
              <a:spcBef>
                <a:spcPts val="0"/>
              </a:spcBef>
              <a:spcAft>
                <a:spcPts val="0"/>
              </a:spcAft>
              <a:buFontTx/>
              <a:buNone/>
              <a:defRPr sz="1600" b="0">
                <a:solidFill>
                  <a:schemeClr val="tx1"/>
                </a:solidFill>
                <a:latin typeface="+mn-lt"/>
              </a:defRPr>
            </a:lvl9pPr>
          </a:lstStyle>
          <a:p>
            <a:pPr lvl="0"/>
            <a:r>
              <a:rPr lang="de-DE" dirty="0"/>
              <a:t>Kami Höferl</a:t>
            </a:r>
          </a:p>
        </p:txBody>
      </p:sp>
      <p:pic>
        <p:nvPicPr>
          <p:cNvPr id="7" name="Logo">
            <a:hlinkClick r:id="rId2"/>
            <a:extLst>
              <a:ext uri="{FF2B5EF4-FFF2-40B4-BE49-F238E27FC236}">
                <a16:creationId xmlns:a16="http://schemas.microsoft.com/office/drawing/2014/main" id="{DD57F011-932E-8635-AC0A-D3AEB599E34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bwMode="gray">
          <a:xfrm>
            <a:off x="10344000" y="621001"/>
            <a:ext cx="1224000" cy="1548976"/>
          </a:xfrm>
          <a:prstGeom prst="rect">
            <a:avLst/>
          </a:prstGeom>
        </p:spPr>
      </p:pic>
    </p:spTree>
    <p:extLst>
      <p:ext uri="{BB962C8B-B14F-4D97-AF65-F5344CB8AC3E}">
        <p14:creationId xmlns:p14="http://schemas.microsoft.com/office/powerpoint/2010/main" val="2772534688"/>
      </p:ext>
    </p:extLst>
  </p:cSld>
  <p:clrMapOvr>
    <a:masterClrMapping/>
  </p:clrMapOvr>
  <p:extLst>
    <p:ext uri="{DCECCB84-F9BA-43D5-87BE-67443E8EF086}">
      <p15:sldGuideLst xmlns:p15="http://schemas.microsoft.com/office/powerpoint/2012/main">
        <p15:guide id="1" orient="horz" pos="2886" userDrawn="1">
          <p15:clr>
            <a:srgbClr val="FBAE40"/>
          </p15:clr>
        </p15:guide>
        <p15:guide id="2" pos="3976" userDrawn="1">
          <p15:clr>
            <a:srgbClr val="FBAE40"/>
          </p15:clr>
        </p15:guide>
        <p15:guide id="3" pos="7242" userDrawn="1">
          <p15:clr>
            <a:srgbClr val="FBAE40"/>
          </p15:clr>
        </p15:guide>
        <p15:guide id="4" orient="horz" pos="1979"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renner">
    <p:bg>
      <p:bgPr>
        <a:solidFill>
          <a:schemeClr val="bg2"/>
        </a:solidFill>
        <a:effectLst/>
      </p:bgPr>
    </p:bg>
    <p:spTree>
      <p:nvGrpSpPr>
        <p:cNvPr id="1" name=""/>
        <p:cNvGrpSpPr/>
        <p:nvPr/>
      </p:nvGrpSpPr>
      <p:grpSpPr>
        <a:xfrm>
          <a:off x="0" y="0"/>
          <a:ext cx="0" cy="0"/>
          <a:chOff x="0" y="0"/>
          <a:chExt cx="0" cy="0"/>
        </a:xfrm>
      </p:grpSpPr>
      <p:sp>
        <p:nvSpPr>
          <p:cNvPr id="12" name="Kapitelnummer">
            <a:extLst>
              <a:ext uri="{FF2B5EF4-FFF2-40B4-BE49-F238E27FC236}">
                <a16:creationId xmlns:a16="http://schemas.microsoft.com/office/drawing/2014/main" id="{77236AAD-C3D7-19B7-D74C-ED45ED69B362}"/>
              </a:ext>
            </a:extLst>
          </p:cNvPr>
          <p:cNvSpPr>
            <a:spLocks noGrp="1"/>
          </p:cNvSpPr>
          <p:nvPr>
            <p:ph type="body" sz="quarter" idx="10" hasCustomPrompt="1"/>
          </p:nvPr>
        </p:nvSpPr>
        <p:spPr bwMode="invGray">
          <a:xfrm>
            <a:off x="696000" y="3357000"/>
            <a:ext cx="2376000" cy="1152000"/>
          </a:xfrm>
          <a:prstGeom prst="rect">
            <a:avLst/>
          </a:prstGeom>
        </p:spPr>
        <p:txBody>
          <a:bodyPr anchor="ctr" anchorCtr="0"/>
          <a:lstStyle>
            <a:lvl1pPr marL="0" indent="0" algn="r">
              <a:lnSpc>
                <a:spcPct val="100000"/>
              </a:lnSpc>
              <a:spcBef>
                <a:spcPts val="0"/>
              </a:spcBef>
              <a:spcAft>
                <a:spcPts val="0"/>
              </a:spcAft>
              <a:buFontTx/>
              <a:buNone/>
              <a:defRPr sz="10000" b="1">
                <a:solidFill>
                  <a:schemeClr val="bg1"/>
                </a:solidFill>
                <a:latin typeface="+mj-lt"/>
              </a:defRPr>
            </a:lvl1pPr>
            <a:lvl2pPr marL="0" indent="0" algn="r">
              <a:lnSpc>
                <a:spcPct val="100000"/>
              </a:lnSpc>
              <a:spcBef>
                <a:spcPts val="0"/>
              </a:spcBef>
              <a:spcAft>
                <a:spcPts val="0"/>
              </a:spcAft>
              <a:buFontTx/>
              <a:buNone/>
              <a:defRPr sz="10000" b="1">
                <a:solidFill>
                  <a:schemeClr val="bg1"/>
                </a:solidFill>
                <a:latin typeface="+mj-lt"/>
              </a:defRPr>
            </a:lvl2pPr>
            <a:lvl3pPr marL="0" indent="0" algn="r">
              <a:lnSpc>
                <a:spcPct val="100000"/>
              </a:lnSpc>
              <a:spcBef>
                <a:spcPts val="0"/>
              </a:spcBef>
              <a:spcAft>
                <a:spcPts val="0"/>
              </a:spcAft>
              <a:buFontTx/>
              <a:buNone/>
              <a:defRPr sz="10000" b="1">
                <a:solidFill>
                  <a:schemeClr val="bg1"/>
                </a:solidFill>
                <a:latin typeface="+mj-lt"/>
              </a:defRPr>
            </a:lvl3pPr>
            <a:lvl4pPr marL="0" indent="0" algn="r">
              <a:lnSpc>
                <a:spcPct val="100000"/>
              </a:lnSpc>
              <a:spcBef>
                <a:spcPts val="0"/>
              </a:spcBef>
              <a:spcAft>
                <a:spcPts val="0"/>
              </a:spcAft>
              <a:buFontTx/>
              <a:buNone/>
              <a:defRPr sz="10000" b="1">
                <a:solidFill>
                  <a:schemeClr val="bg1"/>
                </a:solidFill>
                <a:latin typeface="+mj-lt"/>
              </a:defRPr>
            </a:lvl4pPr>
            <a:lvl5pPr marL="0" indent="0" algn="r">
              <a:lnSpc>
                <a:spcPct val="100000"/>
              </a:lnSpc>
              <a:spcBef>
                <a:spcPts val="0"/>
              </a:spcBef>
              <a:spcAft>
                <a:spcPts val="0"/>
              </a:spcAft>
              <a:buFontTx/>
              <a:buNone/>
              <a:defRPr sz="10000" b="1">
                <a:solidFill>
                  <a:schemeClr val="bg1"/>
                </a:solidFill>
                <a:latin typeface="+mj-lt"/>
              </a:defRPr>
            </a:lvl5pPr>
            <a:lvl6pPr marL="0" indent="0" algn="r">
              <a:lnSpc>
                <a:spcPct val="100000"/>
              </a:lnSpc>
              <a:spcBef>
                <a:spcPts val="0"/>
              </a:spcBef>
              <a:spcAft>
                <a:spcPts val="0"/>
              </a:spcAft>
              <a:buFontTx/>
              <a:buNone/>
              <a:defRPr sz="10000" b="1">
                <a:solidFill>
                  <a:schemeClr val="bg1"/>
                </a:solidFill>
                <a:latin typeface="+mj-lt"/>
              </a:defRPr>
            </a:lvl6pPr>
            <a:lvl7pPr marL="0" indent="0" algn="r">
              <a:lnSpc>
                <a:spcPct val="100000"/>
              </a:lnSpc>
              <a:spcBef>
                <a:spcPts val="0"/>
              </a:spcBef>
              <a:spcAft>
                <a:spcPts val="0"/>
              </a:spcAft>
              <a:buFontTx/>
              <a:buNone/>
              <a:defRPr sz="10000" b="1">
                <a:solidFill>
                  <a:schemeClr val="bg1"/>
                </a:solidFill>
                <a:latin typeface="+mj-lt"/>
              </a:defRPr>
            </a:lvl7pPr>
            <a:lvl8pPr marL="0" indent="0" algn="r">
              <a:lnSpc>
                <a:spcPct val="100000"/>
              </a:lnSpc>
              <a:spcBef>
                <a:spcPts val="0"/>
              </a:spcBef>
              <a:spcAft>
                <a:spcPts val="0"/>
              </a:spcAft>
              <a:buFontTx/>
              <a:buNone/>
              <a:defRPr sz="10000" b="1">
                <a:solidFill>
                  <a:schemeClr val="bg1"/>
                </a:solidFill>
                <a:latin typeface="+mj-lt"/>
              </a:defRPr>
            </a:lvl8pPr>
            <a:lvl9pPr marL="0" indent="0" algn="r">
              <a:lnSpc>
                <a:spcPct val="100000"/>
              </a:lnSpc>
              <a:spcBef>
                <a:spcPts val="0"/>
              </a:spcBef>
              <a:spcAft>
                <a:spcPts val="0"/>
              </a:spcAft>
              <a:buFontTx/>
              <a:buNone/>
              <a:defRPr sz="10000" b="1">
                <a:solidFill>
                  <a:schemeClr val="bg1"/>
                </a:solidFill>
                <a:latin typeface="+mj-lt"/>
              </a:defRPr>
            </a:lvl9pPr>
          </a:lstStyle>
          <a:p>
            <a:pPr lvl="0"/>
            <a:r>
              <a:rPr lang="de-DE" dirty="0"/>
              <a:t>XX</a:t>
            </a:r>
          </a:p>
        </p:txBody>
      </p:sp>
      <p:sp>
        <p:nvSpPr>
          <p:cNvPr id="2" name="Titel">
            <a:extLst>
              <a:ext uri="{FF2B5EF4-FFF2-40B4-BE49-F238E27FC236}">
                <a16:creationId xmlns:a16="http://schemas.microsoft.com/office/drawing/2014/main" id="{7437C5DC-0C5B-DB74-37B2-6FF9FCEF1A0D}"/>
              </a:ext>
            </a:extLst>
          </p:cNvPr>
          <p:cNvSpPr>
            <a:spLocks noGrp="1"/>
          </p:cNvSpPr>
          <p:nvPr>
            <p:ph type="title" hasCustomPrompt="1"/>
          </p:nvPr>
        </p:nvSpPr>
        <p:spPr bwMode="invGray">
          <a:xfrm>
            <a:off x="3504000" y="2709000"/>
            <a:ext cx="5184388" cy="1800000"/>
          </a:xfrm>
        </p:spPr>
        <p:txBody>
          <a:bodyPr anchor="b" anchorCtr="0"/>
          <a:lstStyle>
            <a:lvl1pPr>
              <a:defRPr sz="4000">
                <a:solidFill>
                  <a:schemeClr val="bg1"/>
                </a:solidFill>
              </a:defRPr>
            </a:lvl1pPr>
          </a:lstStyle>
          <a:p>
            <a:r>
              <a:rPr lang="de-DE" dirty="0"/>
              <a:t>Name des Kapitels</a:t>
            </a:r>
          </a:p>
        </p:txBody>
      </p:sp>
      <p:sp>
        <p:nvSpPr>
          <p:cNvPr id="3" name="Textplatzhalter">
            <a:extLst>
              <a:ext uri="{FF2B5EF4-FFF2-40B4-BE49-F238E27FC236}">
                <a16:creationId xmlns:a16="http://schemas.microsoft.com/office/drawing/2014/main" id="{55E385CE-2652-72AF-0FEC-689A81B82752}"/>
              </a:ext>
            </a:extLst>
          </p:cNvPr>
          <p:cNvSpPr>
            <a:spLocks noGrp="1"/>
          </p:cNvSpPr>
          <p:nvPr>
            <p:ph type="body" idx="1" hasCustomPrompt="1"/>
          </p:nvPr>
        </p:nvSpPr>
        <p:spPr bwMode="gray">
          <a:xfrm>
            <a:off x="3504000" y="4725001"/>
            <a:ext cx="5184388" cy="720000"/>
          </a:xfrm>
          <a:prstGeom prst="rect">
            <a:avLst/>
          </a:prstGeom>
        </p:spPr>
        <p:txBody>
          <a:bodyPr/>
          <a:lstStyle>
            <a:lvl1pPr marL="0" indent="0">
              <a:spcBef>
                <a:spcPts val="0"/>
              </a:spcBef>
              <a:spcAft>
                <a:spcPts val="0"/>
              </a:spcAft>
              <a:buNone/>
              <a:defRPr sz="2000" b="0">
                <a:solidFill>
                  <a:schemeClr val="tx1"/>
                </a:solidFill>
                <a:latin typeface="+mn-lt"/>
              </a:defRPr>
            </a:lvl1pPr>
            <a:lvl2pPr marL="0" indent="0">
              <a:spcBef>
                <a:spcPts val="0"/>
              </a:spcBef>
              <a:spcAft>
                <a:spcPts val="0"/>
              </a:spcAft>
              <a:buNone/>
              <a:defRPr sz="2000" b="0">
                <a:solidFill>
                  <a:schemeClr val="tx1"/>
                </a:solidFill>
                <a:latin typeface="+mn-lt"/>
              </a:defRPr>
            </a:lvl2pPr>
            <a:lvl3pPr marL="0" indent="0">
              <a:spcBef>
                <a:spcPts val="0"/>
              </a:spcBef>
              <a:spcAft>
                <a:spcPts val="0"/>
              </a:spcAft>
              <a:buNone/>
              <a:defRPr sz="2000" b="0">
                <a:solidFill>
                  <a:schemeClr val="tx1"/>
                </a:solidFill>
                <a:latin typeface="+mn-lt"/>
              </a:defRPr>
            </a:lvl3pPr>
            <a:lvl4pPr marL="0" indent="0">
              <a:spcBef>
                <a:spcPts val="0"/>
              </a:spcBef>
              <a:spcAft>
                <a:spcPts val="0"/>
              </a:spcAft>
              <a:buNone/>
              <a:defRPr sz="2000" b="0">
                <a:solidFill>
                  <a:schemeClr val="tx1"/>
                </a:solidFill>
                <a:latin typeface="+mn-lt"/>
              </a:defRPr>
            </a:lvl4pPr>
            <a:lvl5pPr marL="0" indent="0">
              <a:spcBef>
                <a:spcPts val="0"/>
              </a:spcBef>
              <a:spcAft>
                <a:spcPts val="0"/>
              </a:spcAft>
              <a:buNone/>
              <a:defRPr sz="2000" b="0">
                <a:solidFill>
                  <a:schemeClr val="tx1"/>
                </a:solidFill>
                <a:latin typeface="+mn-lt"/>
              </a:defRPr>
            </a:lvl5pPr>
            <a:lvl6pPr marL="0" indent="0">
              <a:spcBef>
                <a:spcPts val="0"/>
              </a:spcBef>
              <a:spcAft>
                <a:spcPts val="0"/>
              </a:spcAft>
              <a:buNone/>
              <a:defRPr sz="2000" b="0">
                <a:solidFill>
                  <a:schemeClr val="tx1"/>
                </a:solidFill>
                <a:latin typeface="+mn-lt"/>
              </a:defRPr>
            </a:lvl6pPr>
            <a:lvl7pPr marL="0" indent="0">
              <a:spcBef>
                <a:spcPts val="0"/>
              </a:spcBef>
              <a:spcAft>
                <a:spcPts val="0"/>
              </a:spcAft>
              <a:buNone/>
              <a:defRPr sz="2000" b="0">
                <a:solidFill>
                  <a:schemeClr val="tx1"/>
                </a:solidFill>
                <a:latin typeface="+mn-lt"/>
              </a:defRPr>
            </a:lvl7pPr>
            <a:lvl8pPr marL="0" indent="0">
              <a:spcBef>
                <a:spcPts val="0"/>
              </a:spcBef>
              <a:spcAft>
                <a:spcPts val="0"/>
              </a:spcAft>
              <a:buNone/>
              <a:defRPr sz="2000" b="0">
                <a:solidFill>
                  <a:schemeClr val="tx1"/>
                </a:solidFill>
                <a:latin typeface="+mn-lt"/>
              </a:defRPr>
            </a:lvl8pPr>
            <a:lvl9pPr marL="0" indent="0">
              <a:spcBef>
                <a:spcPts val="0"/>
              </a:spcBef>
              <a:spcAft>
                <a:spcPts val="0"/>
              </a:spcAft>
              <a:buNone/>
              <a:defRPr sz="2000" b="0">
                <a:solidFill>
                  <a:schemeClr val="tx1"/>
                </a:solidFill>
                <a:latin typeface="+mn-lt"/>
              </a:defRPr>
            </a:lvl9pPr>
          </a:lstStyle>
          <a:p>
            <a:pPr lvl="0"/>
            <a:r>
              <a:rPr lang="de-DE" dirty="0"/>
              <a:t>Optionale Kurzbeschreibung</a:t>
            </a:r>
          </a:p>
        </p:txBody>
      </p:sp>
      <p:pic>
        <p:nvPicPr>
          <p:cNvPr id="16" name="Logo">
            <a:extLst>
              <a:ext uri="{FF2B5EF4-FFF2-40B4-BE49-F238E27FC236}">
                <a16:creationId xmlns:a16="http://schemas.microsoft.com/office/drawing/2014/main" id="{7C8043C2-3095-4704-440B-79B554FBDB2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gray">
          <a:xfrm>
            <a:off x="9861170" y="621000"/>
            <a:ext cx="1706830" cy="2160000"/>
          </a:xfrm>
          <a:prstGeom prst="rect">
            <a:avLst/>
          </a:prstGeom>
        </p:spPr>
      </p:pic>
    </p:spTree>
    <p:extLst>
      <p:ext uri="{BB962C8B-B14F-4D97-AF65-F5344CB8AC3E}">
        <p14:creationId xmlns:p14="http://schemas.microsoft.com/office/powerpoint/2010/main" val="1313537673"/>
      </p:ext>
    </p:extLst>
  </p:cSld>
  <p:clrMapOvr>
    <a:masterClrMapping/>
  </p:clrMapOvr>
  <p:extLst>
    <p:ext uri="{DCECCB84-F9BA-43D5-87BE-67443E8EF086}">
      <p15:sldGuideLst xmlns:p15="http://schemas.microsoft.com/office/powerpoint/2012/main">
        <p15:guide id="1" orient="horz" pos="1706" userDrawn="1">
          <p15:clr>
            <a:srgbClr val="FBAE40"/>
          </p15:clr>
        </p15:guide>
        <p15:guide id="2" pos="5473" userDrawn="1">
          <p15:clr>
            <a:srgbClr val="FBAE40"/>
          </p15:clr>
        </p15:guide>
        <p15:guide id="3" pos="2207" userDrawn="1">
          <p15:clr>
            <a:srgbClr val="FBAE40"/>
          </p15:clr>
        </p15:guide>
        <p15:guide id="4" orient="horz" pos="2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renner">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CC95B4E-4D0C-D73A-1E99-7A95FDCB6C07}"/>
              </a:ext>
            </a:extLst>
          </p:cNvPr>
          <p:cNvSpPr>
            <a:spLocks noGrp="1"/>
          </p:cNvSpPr>
          <p:nvPr>
            <p:ph type="title"/>
          </p:nvPr>
        </p:nvSpPr>
        <p:spPr>
          <a:xfrm>
            <a:off x="3503662" y="1881000"/>
            <a:ext cx="5184675" cy="3096000"/>
          </a:xfrm>
          <a:prstGeom prst="roundRect">
            <a:avLst/>
          </a:prstGeom>
          <a:solidFill>
            <a:schemeClr val="bg1"/>
          </a:solidFill>
          <a:ln w="76200">
            <a:solidFill>
              <a:schemeClr val="tx2"/>
            </a:solidFill>
          </a:ln>
        </p:spPr>
        <p:txBody>
          <a:bodyPr anchor="ctr"/>
          <a:lstStyle>
            <a:lvl1pPr algn="ctr">
              <a:defRPr sz="4400">
                <a:solidFill>
                  <a:schemeClr val="tx2"/>
                </a:solidFill>
              </a:defRPr>
            </a:lvl1pPr>
          </a:lstStyle>
          <a:p>
            <a:r>
              <a:rPr lang="de-DE" dirty="0"/>
              <a:t>Click </a:t>
            </a:r>
            <a:r>
              <a:rPr lang="de-DE" dirty="0" err="1"/>
              <a:t>to</a:t>
            </a:r>
            <a:r>
              <a:rPr lang="de-DE" dirty="0"/>
              <a:t> </a:t>
            </a:r>
            <a:r>
              <a:rPr lang="de-DE" dirty="0" err="1"/>
              <a:t>edit</a:t>
            </a:r>
            <a:r>
              <a:rPr lang="de-DE" dirty="0"/>
              <a:t> Master title style</a:t>
            </a:r>
          </a:p>
        </p:txBody>
      </p:sp>
      <p:sp>
        <p:nvSpPr>
          <p:cNvPr id="2" name="Rechteck 1">
            <a:hlinkClick r:id="rId3"/>
            <a:extLst>
              <a:ext uri="{FF2B5EF4-FFF2-40B4-BE49-F238E27FC236}">
                <a16:creationId xmlns:a16="http://schemas.microsoft.com/office/drawing/2014/main" id="{0A87BDB0-34FB-C93D-D796-04726AAADE87}"/>
              </a:ext>
            </a:extLst>
          </p:cNvPr>
          <p:cNvSpPr/>
          <p:nvPr userDrawn="1"/>
        </p:nvSpPr>
        <p:spPr>
          <a:xfrm>
            <a:off x="296673" y="6560073"/>
            <a:ext cx="4572000" cy="200055"/>
          </a:xfrm>
          <a:prstGeom prst="rect">
            <a:avLst/>
          </a:prstGeom>
        </p:spPr>
        <p:txBody>
          <a:bodyPr>
            <a:spAutoFit/>
          </a:bodyPr>
          <a:lstStyle/>
          <a:p>
            <a:pPr defTabSz="457200"/>
            <a:r>
              <a:rPr lang="de-AT" sz="700" dirty="0">
                <a:solidFill>
                  <a:prstClr val="black">
                    <a:lumMod val="50000"/>
                    <a:lumOff val="50000"/>
                  </a:prstClr>
                </a:solidFill>
                <a:cs typeface="Calibri" panose="020F0502020204030204" pitchFamily="34" charset="0"/>
              </a:rPr>
              <a:t>(Wassily K&amp;insky, CC0, Wikimedia)</a:t>
            </a:r>
          </a:p>
        </p:txBody>
      </p:sp>
    </p:spTree>
    <p:extLst>
      <p:ext uri="{BB962C8B-B14F-4D97-AF65-F5344CB8AC3E}">
        <p14:creationId xmlns:p14="http://schemas.microsoft.com/office/powerpoint/2010/main" val="1433558114"/>
      </p:ext>
    </p:extLst>
  </p:cSld>
  <p:clrMapOvr>
    <a:masterClrMapping/>
  </p:clrMapOvr>
  <p:extLst>
    <p:ext uri="{DCECCB84-F9BA-43D5-87BE-67443E8EF086}">
      <p15:sldGuideLst xmlns:p15="http://schemas.microsoft.com/office/powerpoint/2012/main">
        <p15:guide id="1" orient="horz" pos="1706">
          <p15:clr>
            <a:srgbClr val="FBAE40"/>
          </p15:clr>
        </p15:guide>
        <p15:guide id="2" pos="5473">
          <p15:clr>
            <a:srgbClr val="FBAE40"/>
          </p15:clr>
        </p15:guide>
        <p15:guide id="3" pos="2207">
          <p15:clr>
            <a:srgbClr val="FBAE40"/>
          </p15:clr>
        </p15:guide>
        <p15:guide id="4" orient="horz" pos="2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Ein Inhalt">
    <p:spTree>
      <p:nvGrpSpPr>
        <p:cNvPr id="1" name=""/>
        <p:cNvGrpSpPr/>
        <p:nvPr/>
      </p:nvGrpSpPr>
      <p:grpSpPr>
        <a:xfrm>
          <a:off x="0" y="0"/>
          <a:ext cx="0" cy="0"/>
          <a:chOff x="0" y="0"/>
          <a:chExt cx="0" cy="0"/>
        </a:xfrm>
      </p:grpSpPr>
      <p:sp>
        <p:nvSpPr>
          <p:cNvPr id="6" name="Seitenzahl">
            <a:extLst>
              <a:ext uri="{FF2B5EF4-FFF2-40B4-BE49-F238E27FC236}">
                <a16:creationId xmlns:a16="http://schemas.microsoft.com/office/drawing/2014/main" id="{74D3227D-CF66-3BD2-DB96-30ED8B37ACEF}"/>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a:t>
            </a:fld>
            <a:endParaRPr lang="de-DE" dirty="0"/>
          </a:p>
        </p:txBody>
      </p:sp>
      <p:sp>
        <p:nvSpPr>
          <p:cNvPr id="2" name="Titel">
            <a:extLst>
              <a:ext uri="{FF2B5EF4-FFF2-40B4-BE49-F238E27FC236}">
                <a16:creationId xmlns:a16="http://schemas.microsoft.com/office/drawing/2014/main" id="{150745D7-A4C0-C2AF-8372-A7A8F52F8206}"/>
              </a:ext>
            </a:extLst>
          </p:cNvPr>
          <p:cNvSpPr>
            <a:spLocks noGrp="1"/>
          </p:cNvSpPr>
          <p:nvPr>
            <p:ph type="title" hasCustomPrompt="1"/>
          </p:nvPr>
        </p:nvSpPr>
        <p:spPr bwMode="gray">
          <a:xfrm>
            <a:off x="695326" y="549000"/>
            <a:ext cx="8928100" cy="792000"/>
          </a:xfrm>
        </p:spPr>
        <p:txBody>
          <a:bodyPr/>
          <a:lstStyle/>
          <a:p>
            <a:r>
              <a:rPr lang="de-DE" noProof="0"/>
              <a:t>Folientitel</a:t>
            </a:r>
            <a:endParaRPr lang="de-DE" noProof="0" dirty="0"/>
          </a:p>
        </p:txBody>
      </p:sp>
      <p:sp>
        <p:nvSpPr>
          <p:cNvPr id="3" name="Inhaltsplatzhalter">
            <a:extLst>
              <a:ext uri="{FF2B5EF4-FFF2-40B4-BE49-F238E27FC236}">
                <a16:creationId xmlns:a16="http://schemas.microsoft.com/office/drawing/2014/main" id="{30AF8B8C-65ED-A652-C3D6-15F54289CA21}"/>
              </a:ext>
            </a:extLst>
          </p:cNvPr>
          <p:cNvSpPr>
            <a:spLocks noGrp="1"/>
          </p:cNvSpPr>
          <p:nvPr>
            <p:ph idx="1" hasCustomPrompt="1"/>
          </p:nvPr>
        </p:nvSpPr>
        <p:spPr bwMode="gray">
          <a:xfrm>
            <a:off x="695324" y="1628999"/>
            <a:ext cx="10800675" cy="4535265"/>
          </a:xfrm>
          <a:prstGeom prst="rect">
            <a:avLst/>
          </a:prstGeom>
        </p:spPr>
        <p:txBody>
          <a:bodyPr anchor="ctr"/>
          <a:lstStyle/>
          <a:p>
            <a:pPr lvl="0"/>
            <a:r>
              <a:rPr lang="de-DE" noProof="0" dirty="0"/>
              <a:t>Das ist ein Fließtext. Nutzen Sie die Schaltflächen „Listenebene erhöhen“ bzw. „verringern“ (auf der Registerlasche „Start“), um die vordefinierten Textformatierungen anzusteuern.</a:t>
            </a:r>
          </a:p>
          <a:p>
            <a:pPr lvl="1"/>
            <a:r>
              <a:rPr lang="de-DE" noProof="0" dirty="0"/>
              <a:t>Zweite Ebene</a:t>
            </a:r>
          </a:p>
          <a:p>
            <a:pPr lvl="2"/>
            <a:r>
              <a:rPr lang="de-DE" noProof="0" dirty="0"/>
              <a:t>Dritte Ebene</a:t>
            </a:r>
          </a:p>
          <a:p>
            <a:pPr lvl="3"/>
            <a:r>
              <a:rPr lang="de-DE" noProof="0" dirty="0"/>
              <a:t>Vierte Ebene</a:t>
            </a:r>
          </a:p>
        </p:txBody>
      </p:sp>
      <p:sp>
        <p:nvSpPr>
          <p:cNvPr id="4" name="Datum">
            <a:extLst>
              <a:ext uri="{FF2B5EF4-FFF2-40B4-BE49-F238E27FC236}">
                <a16:creationId xmlns:a16="http://schemas.microsoft.com/office/drawing/2014/main" id="{ADA380CC-EB11-4907-814A-374A8738070D}"/>
              </a:ext>
              <a:ext uri="{C183D7F6-B498-43B3-948B-1728B52AA6E4}">
                <adec:decorative xmlns:adec="http://schemas.microsoft.com/office/drawing/2017/decorative" val="1"/>
              </a:ext>
            </a:extLst>
          </p:cNvPr>
          <p:cNvSpPr>
            <a:spLocks noGrp="1"/>
          </p:cNvSpPr>
          <p:nvPr>
            <p:ph type="dt" sz="half" idx="10"/>
          </p:nvPr>
        </p:nvSpPr>
        <p:spPr bwMode="gray"/>
        <p:txBody>
          <a:bodyPr/>
          <a:lstStyle/>
          <a:p>
            <a:endParaRPr lang="de-DE" dirty="0"/>
          </a:p>
        </p:txBody>
      </p:sp>
      <p:sp>
        <p:nvSpPr>
          <p:cNvPr id="5" name="Fußzeile">
            <a:extLst>
              <a:ext uri="{FF2B5EF4-FFF2-40B4-BE49-F238E27FC236}">
                <a16:creationId xmlns:a16="http://schemas.microsoft.com/office/drawing/2014/main" id="{188A2690-C068-BA18-C8A9-131C0659FB52}"/>
              </a:ext>
              <a:ext uri="{C183D7F6-B498-43B3-948B-1728B52AA6E4}">
                <adec:decorative xmlns:adec="http://schemas.microsoft.com/office/drawing/2017/decorative" val="1"/>
              </a:ext>
            </a:extLst>
          </p:cNvPr>
          <p:cNvSpPr>
            <a:spLocks noGrp="1"/>
          </p:cNvSpPr>
          <p:nvPr>
            <p:ph type="ftr" sz="quarter" idx="11"/>
          </p:nvPr>
        </p:nvSpPr>
        <p:spPr bwMode="gray"/>
        <p:txBody>
          <a:bodyPr/>
          <a:lstStyle>
            <a:lvl1pPr>
              <a:defRPr/>
            </a:lvl1pPr>
          </a:lstStyle>
          <a:p>
            <a:r>
              <a:rPr lang="de-DE" dirty="0"/>
              <a:t>KMH</a:t>
            </a:r>
          </a:p>
        </p:txBody>
      </p:sp>
    </p:spTree>
    <p:extLst>
      <p:ext uri="{BB962C8B-B14F-4D97-AF65-F5344CB8AC3E}">
        <p14:creationId xmlns:p14="http://schemas.microsoft.com/office/powerpoint/2010/main" val="3232414894"/>
      </p:ext>
    </p:extLst>
  </p:cSld>
  <p:clrMapOvr>
    <a:masterClrMapping/>
  </p:clrMapOvr>
  <p:extLst>
    <p:ext uri="{DCECCB84-F9BA-43D5-87BE-67443E8EF086}">
      <p15:sldGuideLst xmlns:p15="http://schemas.microsoft.com/office/powerpoint/2012/main">
        <p15:guide id="1" orient="horz" pos="1162" userDrawn="1">
          <p15:clr>
            <a:srgbClr val="FBAE40"/>
          </p15:clr>
        </p15:guide>
        <p15:guide id="2" pos="438" userDrawn="1">
          <p15:clr>
            <a:srgbClr val="FBAE40"/>
          </p15:clr>
        </p15:guide>
        <p15:guide id="3" pos="6062" userDrawn="1">
          <p15:clr>
            <a:srgbClr val="FBAE40"/>
          </p15:clr>
        </p15:guide>
        <p15:guide id="4" orient="horz" pos="3883"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Ein Inhalt mit Marginalie">
    <p:spTree>
      <p:nvGrpSpPr>
        <p:cNvPr id="1" name=""/>
        <p:cNvGrpSpPr/>
        <p:nvPr/>
      </p:nvGrpSpPr>
      <p:grpSpPr>
        <a:xfrm>
          <a:off x="0" y="0"/>
          <a:ext cx="0" cy="0"/>
          <a:chOff x="0" y="0"/>
          <a:chExt cx="0" cy="0"/>
        </a:xfrm>
      </p:grpSpPr>
      <p:sp>
        <p:nvSpPr>
          <p:cNvPr id="7" name="Seitenzahl">
            <a:extLst>
              <a:ext uri="{FF2B5EF4-FFF2-40B4-BE49-F238E27FC236}">
                <a16:creationId xmlns:a16="http://schemas.microsoft.com/office/drawing/2014/main" id="{EF1AFF7A-4585-76F7-733F-5E6531ECE8C1}"/>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a:t>
            </a:fld>
            <a:endParaRPr lang="de-DE" dirty="0"/>
          </a:p>
        </p:txBody>
      </p:sp>
      <p:sp>
        <p:nvSpPr>
          <p:cNvPr id="2" name="Titel">
            <a:extLst>
              <a:ext uri="{FF2B5EF4-FFF2-40B4-BE49-F238E27FC236}">
                <a16:creationId xmlns:a16="http://schemas.microsoft.com/office/drawing/2014/main" id="{59DF58D4-EDD5-F6A1-40AB-072664955C9D}"/>
              </a:ext>
            </a:extLst>
          </p:cNvPr>
          <p:cNvSpPr>
            <a:spLocks noGrp="1"/>
          </p:cNvSpPr>
          <p:nvPr>
            <p:ph type="title" hasCustomPrompt="1"/>
          </p:nvPr>
        </p:nvSpPr>
        <p:spPr bwMode="gray"/>
        <p:txBody>
          <a:bodyPr/>
          <a:lstStyle/>
          <a:p>
            <a:r>
              <a:rPr lang="de-DE"/>
              <a:t>Folientitel</a:t>
            </a:r>
            <a:endParaRPr lang="de-DE" dirty="0"/>
          </a:p>
        </p:txBody>
      </p:sp>
      <p:sp>
        <p:nvSpPr>
          <p:cNvPr id="3" name="Inhaltsplatzhalter 1">
            <a:extLst>
              <a:ext uri="{FF2B5EF4-FFF2-40B4-BE49-F238E27FC236}">
                <a16:creationId xmlns:a16="http://schemas.microsoft.com/office/drawing/2014/main" id="{E5E0B544-4A84-D596-5088-7E62DC3A72EA}"/>
              </a:ext>
            </a:extLst>
          </p:cNvPr>
          <p:cNvSpPr>
            <a:spLocks noGrp="1"/>
          </p:cNvSpPr>
          <p:nvPr>
            <p:ph sz="half" idx="1" hasCustomPrompt="1"/>
          </p:nvPr>
        </p:nvSpPr>
        <p:spPr bwMode="gray">
          <a:xfrm>
            <a:off x="695325" y="1845000"/>
            <a:ext cx="7056438" cy="4320000"/>
          </a:xfrm>
          <a:prstGeom prst="rect">
            <a:avLst/>
          </a:prstGeom>
        </p:spPr>
        <p:txBody>
          <a:bodyPr anchor="ctr"/>
          <a:lstStyle>
            <a:lvl5pPr>
              <a:defRPr/>
            </a:lvl5pPr>
          </a:lstStyle>
          <a:p>
            <a:pPr lvl="0"/>
            <a:r>
              <a:rPr lang="de-DE"/>
              <a:t>Das ist ein Fließtext. Nutzen Sie die Schaltflächen „Listenebene erhöhen“ bzw. „verringern“ (auf der Registerlasche „Start“), um die vordefinierten Textformatierungen anzusteuern.</a:t>
            </a:r>
          </a:p>
          <a:p>
            <a:pPr lvl="1"/>
            <a:r>
              <a:rPr lang="de-DE"/>
              <a:t>Zweite Ebene</a:t>
            </a:r>
          </a:p>
          <a:p>
            <a:pPr lvl="2"/>
            <a:r>
              <a:rPr lang="de-DE"/>
              <a:t>Dritte Ebene</a:t>
            </a:r>
          </a:p>
          <a:p>
            <a:pPr lvl="3"/>
            <a:r>
              <a:rPr lang="de-DE"/>
              <a:t>Vierte Ebene</a:t>
            </a:r>
            <a:endParaRPr lang="de-DE" dirty="0"/>
          </a:p>
        </p:txBody>
      </p:sp>
      <p:sp>
        <p:nvSpPr>
          <p:cNvPr id="4" name="Inhaltsplatzhalter 2">
            <a:extLst>
              <a:ext uri="{FF2B5EF4-FFF2-40B4-BE49-F238E27FC236}">
                <a16:creationId xmlns:a16="http://schemas.microsoft.com/office/drawing/2014/main" id="{02207B24-6E6F-3E0B-0B80-7991B818D746}"/>
              </a:ext>
            </a:extLst>
          </p:cNvPr>
          <p:cNvSpPr>
            <a:spLocks noGrp="1"/>
          </p:cNvSpPr>
          <p:nvPr>
            <p:ph sz="half" idx="2" hasCustomPrompt="1"/>
          </p:nvPr>
        </p:nvSpPr>
        <p:spPr bwMode="gray">
          <a:xfrm>
            <a:off x="8183562" y="1845000"/>
            <a:ext cx="3313113" cy="4320000"/>
          </a:xfrm>
          <a:prstGeom prst="rect">
            <a:avLst/>
          </a:prstGeom>
        </p:spPr>
        <p:txBody>
          <a:bodyPr anchor="ctr"/>
          <a:lstStyle>
            <a:lvl5pPr>
              <a:defRPr/>
            </a:lvl5pPr>
          </a:lstStyle>
          <a:p>
            <a:pPr lvl="0"/>
            <a:r>
              <a:rPr lang="de-DE" dirty="0"/>
              <a:t>Das ist ein Fließtext. Nutzen Sie die Schaltflächen „Listenebene erhöhen“ bzw. „verringern“ (auf der Registerlasche „Start“), um die vordefinierten Textformatierungen anzusteuern.</a:t>
            </a:r>
          </a:p>
          <a:p>
            <a:pPr lvl="1"/>
            <a:r>
              <a:rPr lang="de-DE" dirty="0"/>
              <a:t>Zweite Ebene</a:t>
            </a:r>
          </a:p>
          <a:p>
            <a:pPr lvl="2"/>
            <a:r>
              <a:rPr lang="de-DE" dirty="0"/>
              <a:t>Dritte Ebene</a:t>
            </a:r>
          </a:p>
          <a:p>
            <a:pPr lvl="3"/>
            <a:r>
              <a:rPr lang="de-DE" dirty="0"/>
              <a:t>Vierte Ebene</a:t>
            </a:r>
          </a:p>
        </p:txBody>
      </p:sp>
      <p:sp>
        <p:nvSpPr>
          <p:cNvPr id="5" name="Datum">
            <a:extLst>
              <a:ext uri="{FF2B5EF4-FFF2-40B4-BE49-F238E27FC236}">
                <a16:creationId xmlns:a16="http://schemas.microsoft.com/office/drawing/2014/main" id="{E83F9E42-7406-F5E4-1F1F-65560C8C7A20}"/>
              </a:ext>
              <a:ext uri="{C183D7F6-B498-43B3-948B-1728B52AA6E4}">
                <adec:decorative xmlns:adec="http://schemas.microsoft.com/office/drawing/2017/decorative" val="1"/>
              </a:ext>
            </a:extLst>
          </p:cNvPr>
          <p:cNvSpPr>
            <a:spLocks noGrp="1"/>
          </p:cNvSpPr>
          <p:nvPr>
            <p:ph type="dt" sz="half" idx="10"/>
          </p:nvPr>
        </p:nvSpPr>
        <p:spPr bwMode="gray"/>
        <p:txBody>
          <a:bodyPr/>
          <a:lstStyle/>
          <a:p>
            <a:endParaRPr lang="de-DE" dirty="0"/>
          </a:p>
        </p:txBody>
      </p:sp>
      <p:sp>
        <p:nvSpPr>
          <p:cNvPr id="6" name="Fußzeile">
            <a:extLst>
              <a:ext uri="{FF2B5EF4-FFF2-40B4-BE49-F238E27FC236}">
                <a16:creationId xmlns:a16="http://schemas.microsoft.com/office/drawing/2014/main" id="{851D40C1-7189-7EBF-D7A5-A84045DB92DC}"/>
              </a:ext>
              <a:ext uri="{C183D7F6-B498-43B3-948B-1728B52AA6E4}">
                <adec:decorative xmlns:adec="http://schemas.microsoft.com/office/drawing/2017/decorative" val="1"/>
              </a:ext>
            </a:extLst>
          </p:cNvPr>
          <p:cNvSpPr>
            <a:spLocks noGrp="1"/>
          </p:cNvSpPr>
          <p:nvPr>
            <p:ph type="ftr" sz="quarter" idx="11"/>
          </p:nvPr>
        </p:nvSpPr>
        <p:spPr bwMode="gray"/>
        <p:txBody>
          <a:bodyPr/>
          <a:lstStyle>
            <a:lvl1pPr>
              <a:defRPr/>
            </a:lvl1pPr>
          </a:lstStyle>
          <a:p>
            <a:r>
              <a:rPr lang="de-DE" dirty="0"/>
              <a:t>KMH</a:t>
            </a:r>
          </a:p>
        </p:txBody>
      </p:sp>
    </p:spTree>
    <p:extLst>
      <p:ext uri="{BB962C8B-B14F-4D97-AF65-F5344CB8AC3E}">
        <p14:creationId xmlns:p14="http://schemas.microsoft.com/office/powerpoint/2010/main" val="177052816"/>
      </p:ext>
    </p:extLst>
  </p:cSld>
  <p:clrMapOvr>
    <a:masterClrMapping/>
  </p:clrMapOvr>
  <p:extLst>
    <p:ext uri="{DCECCB84-F9BA-43D5-87BE-67443E8EF086}">
      <p15:sldGuideLst xmlns:p15="http://schemas.microsoft.com/office/powerpoint/2012/main">
        <p15:guide id="1" orient="horz" pos="1162" userDrawn="1">
          <p15:clr>
            <a:srgbClr val="FBAE40"/>
          </p15:clr>
        </p15:guide>
        <p15:guide id="2" pos="5155" userDrawn="1">
          <p15:clr>
            <a:srgbClr val="FBAE40"/>
          </p15:clr>
        </p15:guide>
        <p15:guide id="3" pos="438" userDrawn="1">
          <p15:clr>
            <a:srgbClr val="FBAE40"/>
          </p15:clr>
        </p15:guide>
        <p15:guide id="4" pos="4883" userDrawn="1">
          <p15:clr>
            <a:srgbClr val="FBAE40"/>
          </p15:clr>
        </p15:guide>
        <p15:guide id="5" orient="horz" pos="3883" userDrawn="1">
          <p15:clr>
            <a:srgbClr val="FBAE40"/>
          </p15:clr>
        </p15:guide>
        <p15:guide id="6" pos="724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7" name="Seitenzahl">
            <a:extLst>
              <a:ext uri="{FF2B5EF4-FFF2-40B4-BE49-F238E27FC236}">
                <a16:creationId xmlns:a16="http://schemas.microsoft.com/office/drawing/2014/main" id="{EF1AFF7A-4585-76F7-733F-5E6531ECE8C1}"/>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a:t>
            </a:fld>
            <a:endParaRPr lang="de-DE" dirty="0"/>
          </a:p>
        </p:txBody>
      </p:sp>
      <p:sp>
        <p:nvSpPr>
          <p:cNvPr id="2" name="Titel">
            <a:extLst>
              <a:ext uri="{FF2B5EF4-FFF2-40B4-BE49-F238E27FC236}">
                <a16:creationId xmlns:a16="http://schemas.microsoft.com/office/drawing/2014/main" id="{59DF58D4-EDD5-F6A1-40AB-072664955C9D}"/>
              </a:ext>
            </a:extLst>
          </p:cNvPr>
          <p:cNvSpPr>
            <a:spLocks noGrp="1"/>
          </p:cNvSpPr>
          <p:nvPr>
            <p:ph type="title" hasCustomPrompt="1"/>
          </p:nvPr>
        </p:nvSpPr>
        <p:spPr bwMode="gray"/>
        <p:txBody>
          <a:bodyPr/>
          <a:lstStyle/>
          <a:p>
            <a:r>
              <a:rPr lang="de-DE"/>
              <a:t>Folientitel</a:t>
            </a:r>
            <a:endParaRPr lang="de-DE" dirty="0"/>
          </a:p>
        </p:txBody>
      </p:sp>
      <p:sp>
        <p:nvSpPr>
          <p:cNvPr id="3" name="Inhaltsplatzhalter 1">
            <a:extLst>
              <a:ext uri="{FF2B5EF4-FFF2-40B4-BE49-F238E27FC236}">
                <a16:creationId xmlns:a16="http://schemas.microsoft.com/office/drawing/2014/main" id="{E5E0B544-4A84-D596-5088-7E62DC3A72EA}"/>
              </a:ext>
            </a:extLst>
          </p:cNvPr>
          <p:cNvSpPr>
            <a:spLocks noGrp="1"/>
          </p:cNvSpPr>
          <p:nvPr>
            <p:ph sz="half" idx="1" hasCustomPrompt="1"/>
          </p:nvPr>
        </p:nvSpPr>
        <p:spPr bwMode="gray">
          <a:xfrm>
            <a:off x="695325" y="1845000"/>
            <a:ext cx="5184775" cy="4320000"/>
          </a:xfrm>
          <a:prstGeom prst="rect">
            <a:avLst/>
          </a:prstGeom>
        </p:spPr>
        <p:txBody>
          <a:bodyPr anchor="ctr"/>
          <a:lstStyle>
            <a:lvl5pPr>
              <a:defRPr/>
            </a:lvl5pPr>
          </a:lstStyle>
          <a:p>
            <a:pPr lvl="0"/>
            <a:r>
              <a:rPr lang="de-DE"/>
              <a:t>Das ist ein Fließtext. Nutzen Sie die Schaltflächen „Listenebene erhöhen“ bzw. „verringern“ (auf der Registerlasche „Start“), um die vordefinierten Textformatierungen anzusteuern.</a:t>
            </a:r>
          </a:p>
          <a:p>
            <a:pPr lvl="1"/>
            <a:r>
              <a:rPr lang="de-DE"/>
              <a:t>Zweite Ebene</a:t>
            </a:r>
          </a:p>
          <a:p>
            <a:pPr lvl="2"/>
            <a:r>
              <a:rPr lang="de-DE"/>
              <a:t>Dritte Ebene</a:t>
            </a:r>
          </a:p>
          <a:p>
            <a:pPr lvl="3"/>
            <a:r>
              <a:rPr lang="de-DE"/>
              <a:t>Vierte Ebene</a:t>
            </a:r>
            <a:endParaRPr lang="de-DE" dirty="0"/>
          </a:p>
        </p:txBody>
      </p:sp>
      <p:sp>
        <p:nvSpPr>
          <p:cNvPr id="4" name="Inhaltsplatzhalter 2">
            <a:extLst>
              <a:ext uri="{FF2B5EF4-FFF2-40B4-BE49-F238E27FC236}">
                <a16:creationId xmlns:a16="http://schemas.microsoft.com/office/drawing/2014/main" id="{02207B24-6E6F-3E0B-0B80-7991B818D746}"/>
              </a:ext>
            </a:extLst>
          </p:cNvPr>
          <p:cNvSpPr>
            <a:spLocks noGrp="1"/>
          </p:cNvSpPr>
          <p:nvPr>
            <p:ph sz="half" idx="2" hasCustomPrompt="1"/>
          </p:nvPr>
        </p:nvSpPr>
        <p:spPr bwMode="gray">
          <a:xfrm>
            <a:off x="6311900" y="1845000"/>
            <a:ext cx="5184775" cy="4320000"/>
          </a:xfrm>
          <a:prstGeom prst="rect">
            <a:avLst/>
          </a:prstGeom>
        </p:spPr>
        <p:txBody>
          <a:bodyPr anchor="ctr"/>
          <a:lstStyle>
            <a:lvl5pPr>
              <a:defRPr/>
            </a:lvl5pPr>
          </a:lstStyle>
          <a:p>
            <a:pPr lvl="0"/>
            <a:r>
              <a:rPr lang="de-DE"/>
              <a:t>Das ist ein Fließtext. Nutzen Sie die Schaltflächen „Listenebene erhöhen“ bzw. „verringern“ (auf der Registerlasche „Start“), um die vordefinierten Textformatierungen anzusteuern.</a:t>
            </a:r>
          </a:p>
          <a:p>
            <a:pPr lvl="1"/>
            <a:r>
              <a:rPr lang="de-DE"/>
              <a:t>Zweite Ebene</a:t>
            </a:r>
          </a:p>
          <a:p>
            <a:pPr lvl="2"/>
            <a:r>
              <a:rPr lang="de-DE"/>
              <a:t>Dritte Ebene</a:t>
            </a:r>
          </a:p>
          <a:p>
            <a:pPr lvl="3"/>
            <a:r>
              <a:rPr lang="de-DE"/>
              <a:t>Vierte Ebene</a:t>
            </a:r>
            <a:endParaRPr lang="de-DE" dirty="0"/>
          </a:p>
        </p:txBody>
      </p:sp>
      <p:sp>
        <p:nvSpPr>
          <p:cNvPr id="5" name="Datum">
            <a:extLst>
              <a:ext uri="{FF2B5EF4-FFF2-40B4-BE49-F238E27FC236}">
                <a16:creationId xmlns:a16="http://schemas.microsoft.com/office/drawing/2014/main" id="{E83F9E42-7406-F5E4-1F1F-65560C8C7A20}"/>
              </a:ext>
              <a:ext uri="{C183D7F6-B498-43B3-948B-1728B52AA6E4}">
                <adec:decorative xmlns:adec="http://schemas.microsoft.com/office/drawing/2017/decorative" val="1"/>
              </a:ext>
            </a:extLst>
          </p:cNvPr>
          <p:cNvSpPr>
            <a:spLocks noGrp="1"/>
          </p:cNvSpPr>
          <p:nvPr>
            <p:ph type="dt" sz="half" idx="10"/>
          </p:nvPr>
        </p:nvSpPr>
        <p:spPr bwMode="gray"/>
        <p:txBody>
          <a:bodyPr/>
          <a:lstStyle/>
          <a:p>
            <a:endParaRPr lang="de-DE" dirty="0"/>
          </a:p>
        </p:txBody>
      </p:sp>
      <p:sp>
        <p:nvSpPr>
          <p:cNvPr id="6" name="Fußzeile">
            <a:extLst>
              <a:ext uri="{FF2B5EF4-FFF2-40B4-BE49-F238E27FC236}">
                <a16:creationId xmlns:a16="http://schemas.microsoft.com/office/drawing/2014/main" id="{851D40C1-7189-7EBF-D7A5-A84045DB92DC}"/>
              </a:ext>
              <a:ext uri="{C183D7F6-B498-43B3-948B-1728B52AA6E4}">
                <adec:decorative xmlns:adec="http://schemas.microsoft.com/office/drawing/2017/decorative" val="1"/>
              </a:ext>
            </a:extLst>
          </p:cNvPr>
          <p:cNvSpPr>
            <a:spLocks noGrp="1"/>
          </p:cNvSpPr>
          <p:nvPr>
            <p:ph type="ftr" sz="quarter" idx="11"/>
          </p:nvPr>
        </p:nvSpPr>
        <p:spPr bwMode="gray"/>
        <p:txBody>
          <a:bodyPr/>
          <a:lstStyle>
            <a:lvl1pPr>
              <a:defRPr/>
            </a:lvl1pPr>
          </a:lstStyle>
          <a:p>
            <a:r>
              <a:rPr lang="de-DE" dirty="0"/>
              <a:t>KMH</a:t>
            </a:r>
          </a:p>
        </p:txBody>
      </p:sp>
    </p:spTree>
    <p:extLst>
      <p:ext uri="{BB962C8B-B14F-4D97-AF65-F5344CB8AC3E}">
        <p14:creationId xmlns:p14="http://schemas.microsoft.com/office/powerpoint/2010/main" val="3888075122"/>
      </p:ext>
    </p:extLst>
  </p:cSld>
  <p:clrMapOvr>
    <a:masterClrMapping/>
  </p:clrMapOvr>
  <p:extLst>
    <p:ext uri="{DCECCB84-F9BA-43D5-87BE-67443E8EF086}">
      <p15:sldGuideLst xmlns:p15="http://schemas.microsoft.com/office/powerpoint/2012/main">
        <p15:guide id="1" orient="horz" pos="1162" userDrawn="1">
          <p15:clr>
            <a:srgbClr val="FBAE40"/>
          </p15:clr>
        </p15:guide>
        <p15:guide id="2" pos="3976" userDrawn="1">
          <p15:clr>
            <a:srgbClr val="FBAE40"/>
          </p15:clr>
        </p15:guide>
        <p15:guide id="3" pos="438" userDrawn="1">
          <p15:clr>
            <a:srgbClr val="FBAE40"/>
          </p15:clr>
        </p15:guide>
        <p15:guide id="4" pos="3704" userDrawn="1">
          <p15:clr>
            <a:srgbClr val="FBAE40"/>
          </p15:clr>
        </p15:guide>
        <p15:guide id="5" orient="horz" pos="3883" userDrawn="1">
          <p15:clr>
            <a:srgbClr val="FBAE40"/>
          </p15:clr>
        </p15:guide>
        <p15:guide id="6" pos="724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5" name="Seitenzahl">
            <a:extLst>
              <a:ext uri="{FF2B5EF4-FFF2-40B4-BE49-F238E27FC236}">
                <a16:creationId xmlns:a16="http://schemas.microsoft.com/office/drawing/2014/main" id="{D7647B63-C144-DF75-9699-C0B5D11920AB}"/>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a:t>
            </a:fld>
            <a:endParaRPr lang="de-DE" dirty="0"/>
          </a:p>
        </p:txBody>
      </p:sp>
      <p:sp>
        <p:nvSpPr>
          <p:cNvPr id="2" name="Titel">
            <a:extLst>
              <a:ext uri="{FF2B5EF4-FFF2-40B4-BE49-F238E27FC236}">
                <a16:creationId xmlns:a16="http://schemas.microsoft.com/office/drawing/2014/main" id="{D42305C9-B889-1D8B-6063-010E8F13C653}"/>
              </a:ext>
            </a:extLst>
          </p:cNvPr>
          <p:cNvSpPr>
            <a:spLocks noGrp="1"/>
          </p:cNvSpPr>
          <p:nvPr>
            <p:ph type="title" hasCustomPrompt="1"/>
          </p:nvPr>
        </p:nvSpPr>
        <p:spPr bwMode="gray"/>
        <p:txBody>
          <a:bodyPr/>
          <a:lstStyle/>
          <a:p>
            <a:r>
              <a:rPr lang="de-DE"/>
              <a:t>Folientitel</a:t>
            </a:r>
            <a:endParaRPr lang="de-DE" dirty="0"/>
          </a:p>
        </p:txBody>
      </p:sp>
      <p:sp>
        <p:nvSpPr>
          <p:cNvPr id="3" name="Datum">
            <a:extLst>
              <a:ext uri="{FF2B5EF4-FFF2-40B4-BE49-F238E27FC236}">
                <a16:creationId xmlns:a16="http://schemas.microsoft.com/office/drawing/2014/main" id="{C1BF8782-6672-A080-DFAD-B6A598EC7C75}"/>
              </a:ext>
              <a:ext uri="{C183D7F6-B498-43B3-948B-1728B52AA6E4}">
                <adec:decorative xmlns:adec="http://schemas.microsoft.com/office/drawing/2017/decorative" val="1"/>
              </a:ext>
            </a:extLst>
          </p:cNvPr>
          <p:cNvSpPr>
            <a:spLocks noGrp="1"/>
          </p:cNvSpPr>
          <p:nvPr>
            <p:ph type="dt" sz="half" idx="10"/>
          </p:nvPr>
        </p:nvSpPr>
        <p:spPr bwMode="gray"/>
        <p:txBody>
          <a:bodyPr/>
          <a:lstStyle/>
          <a:p>
            <a:endParaRPr lang="de-DE" dirty="0"/>
          </a:p>
        </p:txBody>
      </p:sp>
      <p:sp>
        <p:nvSpPr>
          <p:cNvPr id="4" name="Fußzeile">
            <a:extLst>
              <a:ext uri="{FF2B5EF4-FFF2-40B4-BE49-F238E27FC236}">
                <a16:creationId xmlns:a16="http://schemas.microsoft.com/office/drawing/2014/main" id="{C02F2B38-8079-2DD7-8093-1AAF5F97A3D0}"/>
              </a:ext>
              <a:ext uri="{C183D7F6-B498-43B3-948B-1728B52AA6E4}">
                <adec:decorative xmlns:adec="http://schemas.microsoft.com/office/drawing/2017/decorative" val="1"/>
              </a:ext>
            </a:extLst>
          </p:cNvPr>
          <p:cNvSpPr>
            <a:spLocks noGrp="1"/>
          </p:cNvSpPr>
          <p:nvPr>
            <p:ph type="ftr" sz="quarter" idx="11"/>
          </p:nvPr>
        </p:nvSpPr>
        <p:spPr bwMode="gray"/>
        <p:txBody>
          <a:bodyPr/>
          <a:lstStyle>
            <a:lvl1pPr>
              <a:defRPr/>
            </a:lvl1pPr>
          </a:lstStyle>
          <a:p>
            <a:r>
              <a:rPr lang="de-DE" dirty="0"/>
              <a:t>KMH</a:t>
            </a:r>
          </a:p>
        </p:txBody>
      </p:sp>
    </p:spTree>
    <p:extLst>
      <p:ext uri="{BB962C8B-B14F-4D97-AF65-F5344CB8AC3E}">
        <p14:creationId xmlns:p14="http://schemas.microsoft.com/office/powerpoint/2010/main" val="644845398"/>
      </p:ext>
    </p:extLst>
  </p:cSld>
  <p:clrMapOvr>
    <a:masterClrMapping/>
  </p:clrMapOvr>
  <p:extLst>
    <p:ext uri="{DCECCB84-F9BA-43D5-87BE-67443E8EF086}">
      <p15:sldGuideLst xmlns:p15="http://schemas.microsoft.com/office/powerpoint/2012/main">
        <p15:guide id="1" orient="horz" pos="1162" userDrawn="1">
          <p15:clr>
            <a:srgbClr val="FBAE40"/>
          </p15:clr>
        </p15:guide>
        <p15:guide id="2" pos="7242" userDrawn="1">
          <p15:clr>
            <a:srgbClr val="FBAE40"/>
          </p15:clr>
        </p15:guide>
        <p15:guide id="3" pos="438" userDrawn="1">
          <p15:clr>
            <a:srgbClr val="FBAE40"/>
          </p15:clr>
        </p15:guide>
        <p15:guide id="4" orient="horz" pos="3883"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eer">
    <p:spTree>
      <p:nvGrpSpPr>
        <p:cNvPr id="1" name=""/>
        <p:cNvGrpSpPr/>
        <p:nvPr/>
      </p:nvGrpSpPr>
      <p:grpSpPr>
        <a:xfrm>
          <a:off x="0" y="0"/>
          <a:ext cx="0" cy="0"/>
          <a:chOff x="0" y="0"/>
          <a:chExt cx="0" cy="0"/>
        </a:xfrm>
      </p:grpSpPr>
      <p:sp>
        <p:nvSpPr>
          <p:cNvPr id="2" name="Datum">
            <a:extLst>
              <a:ext uri="{FF2B5EF4-FFF2-40B4-BE49-F238E27FC236}">
                <a16:creationId xmlns:a16="http://schemas.microsoft.com/office/drawing/2014/main" id="{5CF0E601-453E-28B9-E4E6-F8EC18CBAC85}"/>
              </a:ext>
              <a:ext uri="{C183D7F6-B498-43B3-948B-1728B52AA6E4}">
                <adec:decorative xmlns:adec="http://schemas.microsoft.com/office/drawing/2017/decorative" val="1"/>
              </a:ext>
            </a:extLst>
          </p:cNvPr>
          <p:cNvSpPr>
            <a:spLocks noGrp="1"/>
          </p:cNvSpPr>
          <p:nvPr>
            <p:ph type="dt" sz="half" idx="10"/>
          </p:nvPr>
        </p:nvSpPr>
        <p:spPr bwMode="gray"/>
        <p:txBody>
          <a:bodyPr/>
          <a:lstStyle/>
          <a:p>
            <a:endParaRPr lang="de-DE" dirty="0"/>
          </a:p>
        </p:txBody>
      </p:sp>
      <p:sp>
        <p:nvSpPr>
          <p:cNvPr id="3" name="Fußzeile">
            <a:extLst>
              <a:ext uri="{FF2B5EF4-FFF2-40B4-BE49-F238E27FC236}">
                <a16:creationId xmlns:a16="http://schemas.microsoft.com/office/drawing/2014/main" id="{CE39A9B5-956A-BC4C-93F0-384408458DE5}"/>
              </a:ext>
              <a:ext uri="{C183D7F6-B498-43B3-948B-1728B52AA6E4}">
                <adec:decorative xmlns:adec="http://schemas.microsoft.com/office/drawing/2017/decorative" val="1"/>
              </a:ext>
            </a:extLst>
          </p:cNvPr>
          <p:cNvSpPr>
            <a:spLocks noGrp="1"/>
          </p:cNvSpPr>
          <p:nvPr>
            <p:ph type="ftr" sz="quarter" idx="11"/>
          </p:nvPr>
        </p:nvSpPr>
        <p:spPr bwMode="gray"/>
        <p:txBody>
          <a:bodyPr/>
          <a:lstStyle>
            <a:lvl1pPr>
              <a:defRPr/>
            </a:lvl1pPr>
          </a:lstStyle>
          <a:p>
            <a:r>
              <a:rPr lang="de-DE" dirty="0"/>
              <a:t>KMH</a:t>
            </a:r>
          </a:p>
        </p:txBody>
      </p:sp>
      <p:sp>
        <p:nvSpPr>
          <p:cNvPr id="4" name="Seitenzahl">
            <a:extLst>
              <a:ext uri="{FF2B5EF4-FFF2-40B4-BE49-F238E27FC236}">
                <a16:creationId xmlns:a16="http://schemas.microsoft.com/office/drawing/2014/main" id="{DDD4A764-0924-9D33-56B6-137296B573A9}"/>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a:t>
            </a:fld>
            <a:endParaRPr lang="de-DE" dirty="0"/>
          </a:p>
        </p:txBody>
      </p:sp>
    </p:spTree>
    <p:extLst>
      <p:ext uri="{BB962C8B-B14F-4D97-AF65-F5344CB8AC3E}">
        <p14:creationId xmlns:p14="http://schemas.microsoft.com/office/powerpoint/2010/main" val="3626698971"/>
      </p:ext>
    </p:extLst>
  </p:cSld>
  <p:clrMapOvr>
    <a:masterClrMapping/>
  </p:clrMapOvr>
  <p:extLst>
    <p:ext uri="{DCECCB84-F9BA-43D5-87BE-67443E8EF086}">
      <p15:sldGuideLst xmlns:p15="http://schemas.microsoft.com/office/powerpoint/2012/main">
        <p15:guide id="1" orient="horz" pos="437" userDrawn="1">
          <p15:clr>
            <a:srgbClr val="FBAE40"/>
          </p15:clr>
        </p15:guide>
        <p15:guide id="2" pos="438" userDrawn="1">
          <p15:clr>
            <a:srgbClr val="FBAE40"/>
          </p15:clr>
        </p15:guide>
        <p15:guide id="3" pos="7242" userDrawn="1">
          <p15:clr>
            <a:srgbClr val="FBAE40"/>
          </p15:clr>
        </p15:guide>
        <p15:guide id="4" orient="horz" pos="3883"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3 Inhalt | 1/3 Bild | Plakativ">
    <p:spTree>
      <p:nvGrpSpPr>
        <p:cNvPr id="1" name=""/>
        <p:cNvGrpSpPr/>
        <p:nvPr/>
      </p:nvGrpSpPr>
      <p:grpSpPr>
        <a:xfrm>
          <a:off x="0" y="0"/>
          <a:ext cx="0" cy="0"/>
          <a:chOff x="0" y="0"/>
          <a:chExt cx="0" cy="0"/>
        </a:xfrm>
      </p:grpSpPr>
      <p:sp>
        <p:nvSpPr>
          <p:cNvPr id="19" name="Seitenzahl">
            <a:extLst>
              <a:ext uri="{FF2B5EF4-FFF2-40B4-BE49-F238E27FC236}">
                <a16:creationId xmlns:a16="http://schemas.microsoft.com/office/drawing/2014/main" id="{1FE84F85-E87D-A7F5-E6B5-FACAE49239DB}"/>
              </a:ext>
              <a:ext uri="{C183D7F6-B498-43B3-948B-1728B52AA6E4}">
                <adec:decorative xmlns:adec="http://schemas.microsoft.com/office/drawing/2017/decorative" val="0"/>
              </a:ext>
            </a:extLst>
          </p:cNvPr>
          <p:cNvSpPr>
            <a:spLocks noGrp="1"/>
          </p:cNvSpPr>
          <p:nvPr>
            <p:ph type="sldNum" sz="quarter" idx="17"/>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a:t>
            </a:fld>
            <a:endParaRPr lang="de-DE" dirty="0"/>
          </a:p>
        </p:txBody>
      </p:sp>
      <p:sp>
        <p:nvSpPr>
          <p:cNvPr id="2" name="Titel">
            <a:extLst>
              <a:ext uri="{FF2B5EF4-FFF2-40B4-BE49-F238E27FC236}">
                <a16:creationId xmlns:a16="http://schemas.microsoft.com/office/drawing/2014/main" id="{59DF58D4-EDD5-F6A1-40AB-072664955C9D}"/>
              </a:ext>
            </a:extLst>
          </p:cNvPr>
          <p:cNvSpPr>
            <a:spLocks noGrp="1"/>
          </p:cNvSpPr>
          <p:nvPr>
            <p:ph type="title" hasCustomPrompt="1"/>
          </p:nvPr>
        </p:nvSpPr>
        <p:spPr bwMode="gray">
          <a:xfrm>
            <a:off x="695326" y="693000"/>
            <a:ext cx="6553200" cy="1656000"/>
          </a:xfrm>
        </p:spPr>
        <p:txBody>
          <a:bodyPr anchor="ctr" anchorCtr="0"/>
          <a:lstStyle>
            <a:lvl1pPr>
              <a:lnSpc>
                <a:spcPct val="100000"/>
              </a:lnSpc>
              <a:defRPr sz="3600"/>
            </a:lvl1pPr>
          </a:lstStyle>
          <a:p>
            <a:r>
              <a:rPr lang="de-DE"/>
              <a:t>Folientitel</a:t>
            </a:r>
            <a:endParaRPr lang="de-DE" dirty="0"/>
          </a:p>
        </p:txBody>
      </p:sp>
      <p:sp>
        <p:nvSpPr>
          <p:cNvPr id="3" name="Inhaltsplatzhalter">
            <a:extLst>
              <a:ext uri="{FF2B5EF4-FFF2-40B4-BE49-F238E27FC236}">
                <a16:creationId xmlns:a16="http://schemas.microsoft.com/office/drawing/2014/main" id="{E5E0B544-4A84-D596-5088-7E62DC3A72EA}"/>
              </a:ext>
            </a:extLst>
          </p:cNvPr>
          <p:cNvSpPr>
            <a:spLocks noGrp="1"/>
          </p:cNvSpPr>
          <p:nvPr>
            <p:ph sz="half" idx="1" hasCustomPrompt="1"/>
          </p:nvPr>
        </p:nvSpPr>
        <p:spPr bwMode="gray">
          <a:xfrm>
            <a:off x="695325" y="2780999"/>
            <a:ext cx="6553200" cy="3383263"/>
          </a:xfrm>
          <a:prstGeom prst="rect">
            <a:avLst/>
          </a:prstGeom>
        </p:spPr>
        <p:txBody>
          <a:bodyPr anchor="ctr"/>
          <a:lstStyle>
            <a:lvl5pPr>
              <a:defRPr/>
            </a:lvl5pPr>
          </a:lstStyle>
          <a:p>
            <a:pPr lvl="0"/>
            <a:r>
              <a:rPr lang="de-DE"/>
              <a:t>Das ist ein Fließtext. Nutzen Sie die Schaltflächen „Listenebene erhöhen“ bzw. „verringern“ (auf der Registerlasche „Start“), um die vordefinierten Textformatierungen anzusteuern.</a:t>
            </a:r>
          </a:p>
          <a:p>
            <a:pPr lvl="1"/>
            <a:r>
              <a:rPr lang="de-DE"/>
              <a:t>Zweite Ebene</a:t>
            </a:r>
          </a:p>
          <a:p>
            <a:pPr lvl="2"/>
            <a:r>
              <a:rPr lang="de-DE"/>
              <a:t>Dritte Ebene</a:t>
            </a:r>
          </a:p>
          <a:p>
            <a:pPr lvl="3"/>
            <a:r>
              <a:rPr lang="de-DE"/>
              <a:t>Vierte Ebene</a:t>
            </a:r>
            <a:endParaRPr lang="de-DE" dirty="0"/>
          </a:p>
        </p:txBody>
      </p:sp>
      <p:sp>
        <p:nvSpPr>
          <p:cNvPr id="11" name="Bildplatzhalter">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8184000" y="0"/>
            <a:ext cx="4008000" cy="6858000"/>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7" name="Datum">
            <a:extLst>
              <a:ext uri="{FF2B5EF4-FFF2-40B4-BE49-F238E27FC236}">
                <a16:creationId xmlns:a16="http://schemas.microsoft.com/office/drawing/2014/main" id="{35C59BB5-79BC-E0E7-BA01-48006270CC92}"/>
              </a:ext>
              <a:ext uri="{C183D7F6-B498-43B3-948B-1728B52AA6E4}">
                <adec:decorative xmlns:adec="http://schemas.microsoft.com/office/drawing/2017/decorative" val="1"/>
              </a:ext>
            </a:extLst>
          </p:cNvPr>
          <p:cNvSpPr>
            <a:spLocks noGrp="1"/>
          </p:cNvSpPr>
          <p:nvPr>
            <p:ph type="dt" sz="half" idx="15"/>
          </p:nvPr>
        </p:nvSpPr>
        <p:spPr bwMode="gray"/>
        <p:txBody>
          <a:bodyPr/>
          <a:lstStyle/>
          <a:p>
            <a:endParaRPr lang="de-DE" dirty="0"/>
          </a:p>
        </p:txBody>
      </p:sp>
      <p:sp>
        <p:nvSpPr>
          <p:cNvPr id="18" name="Fußzeile">
            <a:extLst>
              <a:ext uri="{FF2B5EF4-FFF2-40B4-BE49-F238E27FC236}">
                <a16:creationId xmlns:a16="http://schemas.microsoft.com/office/drawing/2014/main" id="{AC3E8207-98FD-1844-85F2-0ACEE244789B}"/>
              </a:ext>
              <a:ext uri="{C183D7F6-B498-43B3-948B-1728B52AA6E4}">
                <adec:decorative xmlns:adec="http://schemas.microsoft.com/office/drawing/2017/decorative" val="1"/>
              </a:ext>
            </a:extLst>
          </p:cNvPr>
          <p:cNvSpPr>
            <a:spLocks noGrp="1"/>
          </p:cNvSpPr>
          <p:nvPr>
            <p:ph type="ftr" sz="quarter" idx="16"/>
          </p:nvPr>
        </p:nvSpPr>
        <p:spPr bwMode="gray">
          <a:xfrm>
            <a:off x="1560000" y="6439500"/>
            <a:ext cx="5688000" cy="144000"/>
          </a:xfrm>
        </p:spPr>
        <p:txBody>
          <a:bodyPr/>
          <a:lstStyle>
            <a:lvl1pPr>
              <a:defRPr/>
            </a:lvl1pPr>
          </a:lstStyle>
          <a:p>
            <a:r>
              <a:rPr lang="de-DE" dirty="0"/>
              <a:t>KMH</a:t>
            </a:r>
          </a:p>
        </p:txBody>
      </p:sp>
      <p:sp>
        <p:nvSpPr>
          <p:cNvPr id="12" name="Logo">
            <a:extLst>
              <a:ext uri="{FF2B5EF4-FFF2-40B4-BE49-F238E27FC236}">
                <a16:creationId xmlns:a16="http://schemas.microsoft.com/office/drawing/2014/main" id="{D920654A-CDF2-1EE4-1D99-B1A4C7A4C65D}"/>
              </a:ext>
              <a:ext uri="{C183D7F6-B498-43B3-948B-1728B52AA6E4}">
                <adec:decorative xmlns:adec="http://schemas.microsoft.com/office/drawing/2017/decorative" val="1"/>
              </a:ext>
            </a:extLst>
          </p:cNvPr>
          <p:cNvSpPr>
            <a:spLocks noGrp="1" noChangeAspect="1"/>
          </p:cNvSpPr>
          <p:nvPr>
            <p:ph type="body" sz="quarter" idx="14" hasCustomPrompt="1"/>
          </p:nvPr>
        </p:nvSpPr>
        <p:spPr bwMode="gray">
          <a:xfrm>
            <a:off x="10992001" y="483651"/>
            <a:ext cx="504000" cy="516923"/>
          </a:xfrm>
          <a:prstGeom prst="rect">
            <a:avLst/>
          </a:prstGeom>
          <a:blipFill>
            <a:blip r:embed="rId2">
              <a:extLst>
                <a:ext uri="{96DAC541-7B7A-43D3-8B79-37D633B846F1}">
                  <asvg:svgBlip xmlns:asvg="http://schemas.microsoft.com/office/drawing/2016/SVG/main" r:embed="rId3"/>
                </a:ext>
              </a:extLst>
            </a:blip>
            <a:stretch>
              <a:fillRect/>
            </a:stretch>
          </a:blipFill>
          <a:ln>
            <a:noFill/>
          </a:ln>
        </p:spPr>
        <p:txBody>
          <a:bodyPr/>
          <a:lstStyle>
            <a:lvl1pPr marL="0" indent="0">
              <a:spcBef>
                <a:spcPts val="0"/>
              </a:spcBef>
              <a:spcAft>
                <a:spcPts val="0"/>
              </a:spcAft>
              <a:buFontTx/>
              <a:buNone/>
              <a:defRPr sz="100" b="0">
                <a:noFill/>
                <a:latin typeface="+mn-lt"/>
              </a:defRPr>
            </a:lvl1pPr>
            <a:lvl2pPr marL="0" indent="0">
              <a:spcBef>
                <a:spcPts val="0"/>
              </a:spcBef>
              <a:spcAft>
                <a:spcPts val="0"/>
              </a:spcAft>
              <a:buFontTx/>
              <a:buNone/>
              <a:defRPr sz="100" b="0">
                <a:noFill/>
                <a:latin typeface="+mn-lt"/>
              </a:defRPr>
            </a:lvl2pPr>
            <a:lvl3pPr marL="0" indent="0">
              <a:spcBef>
                <a:spcPts val="0"/>
              </a:spcBef>
              <a:spcAft>
                <a:spcPts val="0"/>
              </a:spcAft>
              <a:buFontTx/>
              <a:buNone/>
              <a:defRPr sz="100" b="0">
                <a:noFill/>
                <a:latin typeface="+mn-lt"/>
              </a:defRPr>
            </a:lvl3pPr>
            <a:lvl4pPr marL="0" indent="0">
              <a:spcBef>
                <a:spcPts val="0"/>
              </a:spcBef>
              <a:spcAft>
                <a:spcPts val="0"/>
              </a:spcAft>
              <a:buFontTx/>
              <a:buNone/>
              <a:defRPr sz="100" b="0">
                <a:noFill/>
                <a:latin typeface="+mn-lt"/>
              </a:defRPr>
            </a:lvl4pPr>
            <a:lvl5pPr marL="0" indent="0">
              <a:spcBef>
                <a:spcPts val="0"/>
              </a:spcBef>
              <a:spcAft>
                <a:spcPts val="0"/>
              </a:spcAft>
              <a:buFontTx/>
              <a:buNone/>
              <a:defRPr sz="100" b="0">
                <a:noFill/>
                <a:latin typeface="+mn-lt"/>
              </a:defRPr>
            </a:lvl5pPr>
            <a:lvl6pPr marL="0" indent="0">
              <a:spcBef>
                <a:spcPts val="0"/>
              </a:spcBef>
              <a:spcAft>
                <a:spcPts val="0"/>
              </a:spcAft>
              <a:buFontTx/>
              <a:buNone/>
              <a:defRPr sz="100" b="0">
                <a:noFill/>
                <a:latin typeface="+mn-lt"/>
              </a:defRPr>
            </a:lvl6pPr>
            <a:lvl7pPr marL="0" indent="0">
              <a:spcBef>
                <a:spcPts val="0"/>
              </a:spcBef>
              <a:spcAft>
                <a:spcPts val="0"/>
              </a:spcAft>
              <a:buFontTx/>
              <a:buNone/>
              <a:defRPr sz="100" b="0">
                <a:noFill/>
                <a:latin typeface="+mn-lt"/>
              </a:defRPr>
            </a:lvl7pPr>
            <a:lvl8pPr marL="0" indent="0">
              <a:spcBef>
                <a:spcPts val="0"/>
              </a:spcBef>
              <a:spcAft>
                <a:spcPts val="0"/>
              </a:spcAft>
              <a:buFontTx/>
              <a:buNone/>
              <a:defRPr sz="100" b="0">
                <a:noFill/>
                <a:latin typeface="+mn-lt"/>
              </a:defRPr>
            </a:lvl8pPr>
            <a:lvl9pPr marL="0" indent="0">
              <a:spcBef>
                <a:spcPts val="0"/>
              </a:spcBef>
              <a:spcAft>
                <a:spcPts val="0"/>
              </a:spcAft>
              <a:buFontTx/>
              <a:buNone/>
              <a:defRPr sz="100" b="0">
                <a:noFill/>
                <a:latin typeface="+mn-lt"/>
              </a:defRPr>
            </a:lvl9pPr>
          </a:lstStyle>
          <a:p>
            <a:pPr lvl="0"/>
            <a:r>
              <a:rPr lang="de-DE" dirty="0"/>
              <a:t> </a:t>
            </a:r>
          </a:p>
        </p:txBody>
      </p:sp>
    </p:spTree>
    <p:extLst>
      <p:ext uri="{BB962C8B-B14F-4D97-AF65-F5344CB8AC3E}">
        <p14:creationId xmlns:p14="http://schemas.microsoft.com/office/powerpoint/2010/main" val="2605531153"/>
      </p:ext>
    </p:extLst>
  </p:cSld>
  <p:clrMapOvr>
    <a:masterClrMapping/>
  </p:clrMapOvr>
  <p:extLst>
    <p:ext uri="{DCECCB84-F9BA-43D5-87BE-67443E8EF086}">
      <p15:sldGuideLst xmlns:p15="http://schemas.microsoft.com/office/powerpoint/2012/main">
        <p15:guide id="1" orient="horz" pos="437" userDrawn="1">
          <p15:clr>
            <a:srgbClr val="FBAE40"/>
          </p15:clr>
        </p15:guide>
        <p15:guide id="3" pos="438" userDrawn="1">
          <p15:clr>
            <a:srgbClr val="FBAE40"/>
          </p15:clr>
        </p15:guide>
        <p15:guide id="4" pos="4566" userDrawn="1">
          <p15:clr>
            <a:srgbClr val="FBAE40"/>
          </p15:clr>
        </p15:guide>
        <p15:guide id="5" orient="horz" pos="3883"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in Inhalt | drei Bilder">
    <p:spTree>
      <p:nvGrpSpPr>
        <p:cNvPr id="1" name=""/>
        <p:cNvGrpSpPr/>
        <p:nvPr/>
      </p:nvGrpSpPr>
      <p:grpSpPr>
        <a:xfrm>
          <a:off x="0" y="0"/>
          <a:ext cx="0" cy="0"/>
          <a:chOff x="0" y="0"/>
          <a:chExt cx="0" cy="0"/>
        </a:xfrm>
      </p:grpSpPr>
      <p:sp>
        <p:nvSpPr>
          <p:cNvPr id="36" name="Seitenzahl">
            <a:extLst>
              <a:ext uri="{FF2B5EF4-FFF2-40B4-BE49-F238E27FC236}">
                <a16:creationId xmlns:a16="http://schemas.microsoft.com/office/drawing/2014/main" id="{7CF479F3-EFF6-EAE7-4DE8-3E81275A2131}"/>
              </a:ext>
            </a:extLst>
          </p:cNvPr>
          <p:cNvSpPr>
            <a:spLocks noGrp="1"/>
          </p:cNvSpPr>
          <p:nvPr>
            <p:ph type="sldNum" sz="quarter" idx="22"/>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a:t>
            </a:fld>
            <a:endParaRPr lang="de-DE" dirty="0"/>
          </a:p>
        </p:txBody>
      </p:sp>
      <p:sp>
        <p:nvSpPr>
          <p:cNvPr id="2" name="Titel">
            <a:extLst>
              <a:ext uri="{FF2B5EF4-FFF2-40B4-BE49-F238E27FC236}">
                <a16:creationId xmlns:a16="http://schemas.microsoft.com/office/drawing/2014/main" id="{59DF58D4-EDD5-F6A1-40AB-072664955C9D}"/>
              </a:ext>
            </a:extLst>
          </p:cNvPr>
          <p:cNvSpPr>
            <a:spLocks noGrp="1"/>
          </p:cNvSpPr>
          <p:nvPr>
            <p:ph type="title" hasCustomPrompt="1"/>
          </p:nvPr>
        </p:nvSpPr>
        <p:spPr bwMode="gray">
          <a:xfrm>
            <a:off x="695325" y="693000"/>
            <a:ext cx="3744913" cy="792000"/>
          </a:xfrm>
        </p:spPr>
        <p:txBody>
          <a:bodyPr/>
          <a:lstStyle/>
          <a:p>
            <a:r>
              <a:rPr lang="de-DE"/>
              <a:t>Folientitel</a:t>
            </a:r>
            <a:endParaRPr lang="de-DE" dirty="0"/>
          </a:p>
        </p:txBody>
      </p:sp>
      <p:sp>
        <p:nvSpPr>
          <p:cNvPr id="3" name="Inhaltsplatzhalter">
            <a:extLst>
              <a:ext uri="{FF2B5EF4-FFF2-40B4-BE49-F238E27FC236}">
                <a16:creationId xmlns:a16="http://schemas.microsoft.com/office/drawing/2014/main" id="{E5E0B544-4A84-D596-5088-7E62DC3A72EA}"/>
              </a:ext>
            </a:extLst>
          </p:cNvPr>
          <p:cNvSpPr>
            <a:spLocks noGrp="1"/>
          </p:cNvSpPr>
          <p:nvPr>
            <p:ph sz="half" idx="1" hasCustomPrompt="1"/>
          </p:nvPr>
        </p:nvSpPr>
        <p:spPr bwMode="gray">
          <a:xfrm>
            <a:off x="695325" y="1845000"/>
            <a:ext cx="3744913" cy="4320000"/>
          </a:xfrm>
          <a:prstGeom prst="rect">
            <a:avLst/>
          </a:prstGeom>
        </p:spPr>
        <p:txBody>
          <a:bodyPr anchor="ctr"/>
          <a:lstStyle>
            <a:lvl5pPr>
              <a:defRPr/>
            </a:lvl5pPr>
          </a:lstStyle>
          <a:p>
            <a:pPr lvl="0"/>
            <a:r>
              <a:rPr lang="de-DE"/>
              <a:t>Das ist ein Fließtext. Nutzen Sie die Schaltflächen „Listenebene erhöhen“ bzw. „verringern“ (auf der Registerlasche „Start“), um die vordefinierten Textformatierungen anzusteuern.</a:t>
            </a:r>
          </a:p>
          <a:p>
            <a:pPr lvl="1"/>
            <a:r>
              <a:rPr lang="de-DE"/>
              <a:t>Zweite Ebene</a:t>
            </a:r>
          </a:p>
          <a:p>
            <a:pPr lvl="2"/>
            <a:r>
              <a:rPr lang="de-DE"/>
              <a:t>Dritte Ebene</a:t>
            </a:r>
          </a:p>
          <a:p>
            <a:pPr lvl="3"/>
            <a:r>
              <a:rPr lang="de-DE"/>
              <a:t>Vierte Ebene</a:t>
            </a:r>
            <a:endParaRPr lang="de-DE" dirty="0"/>
          </a:p>
        </p:txBody>
      </p:sp>
      <p:sp>
        <p:nvSpPr>
          <p:cNvPr id="21" name="Bildplatzhalter 1">
            <a:extLst>
              <a:ext uri="{FF2B5EF4-FFF2-40B4-BE49-F238E27FC236}">
                <a16:creationId xmlns:a16="http://schemas.microsoft.com/office/drawing/2014/main" id="{AF836F0C-AB23-0834-52F8-488CDB969108}"/>
              </a:ext>
            </a:extLst>
          </p:cNvPr>
          <p:cNvSpPr>
            <a:spLocks noGrp="1"/>
          </p:cNvSpPr>
          <p:nvPr>
            <p:ph type="pic" idx="13" hasCustomPrompt="1"/>
          </p:nvPr>
        </p:nvSpPr>
        <p:spPr bwMode="gray">
          <a:xfrm>
            <a:off x="5376001" y="0"/>
            <a:ext cx="3383999" cy="6858000"/>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9" name="Bildplatzhalter 2">
            <a:extLst>
              <a:ext uri="{FF2B5EF4-FFF2-40B4-BE49-F238E27FC236}">
                <a16:creationId xmlns:a16="http://schemas.microsoft.com/office/drawing/2014/main" id="{0F65B358-CE70-23FB-E16C-13EADA50F311}"/>
              </a:ext>
            </a:extLst>
          </p:cNvPr>
          <p:cNvSpPr>
            <a:spLocks noGrp="1"/>
          </p:cNvSpPr>
          <p:nvPr>
            <p:ph type="pic" idx="17" hasCustomPrompt="1"/>
          </p:nvPr>
        </p:nvSpPr>
        <p:spPr bwMode="gray">
          <a:xfrm>
            <a:off x="8832000" y="0"/>
            <a:ext cx="3360000" cy="3357000"/>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30" name="Bildplatzhalter 3">
            <a:extLst>
              <a:ext uri="{FF2B5EF4-FFF2-40B4-BE49-F238E27FC236}">
                <a16:creationId xmlns:a16="http://schemas.microsoft.com/office/drawing/2014/main" id="{09C26D89-9D23-A9D8-BB76-CC49822F1DFD}"/>
              </a:ext>
            </a:extLst>
          </p:cNvPr>
          <p:cNvSpPr>
            <a:spLocks noGrp="1"/>
          </p:cNvSpPr>
          <p:nvPr>
            <p:ph type="pic" idx="18" hasCustomPrompt="1"/>
          </p:nvPr>
        </p:nvSpPr>
        <p:spPr bwMode="gray">
          <a:xfrm>
            <a:off x="8832000" y="3429000"/>
            <a:ext cx="3360000" cy="3429000"/>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34" name="Datum">
            <a:extLst>
              <a:ext uri="{FF2B5EF4-FFF2-40B4-BE49-F238E27FC236}">
                <a16:creationId xmlns:a16="http://schemas.microsoft.com/office/drawing/2014/main" id="{EA4C7831-6E8D-936E-ACD1-6EB2EDDB54B1}"/>
              </a:ext>
              <a:ext uri="{C183D7F6-B498-43B3-948B-1728B52AA6E4}">
                <adec:decorative xmlns:adec="http://schemas.microsoft.com/office/drawing/2017/decorative" val="1"/>
              </a:ext>
            </a:extLst>
          </p:cNvPr>
          <p:cNvSpPr>
            <a:spLocks noGrp="1"/>
          </p:cNvSpPr>
          <p:nvPr>
            <p:ph type="dt" sz="half" idx="20"/>
          </p:nvPr>
        </p:nvSpPr>
        <p:spPr bwMode="gray"/>
        <p:txBody>
          <a:bodyPr/>
          <a:lstStyle/>
          <a:p>
            <a:endParaRPr lang="de-DE" dirty="0"/>
          </a:p>
        </p:txBody>
      </p:sp>
      <p:sp>
        <p:nvSpPr>
          <p:cNvPr id="35" name="Fußzeile">
            <a:extLst>
              <a:ext uri="{FF2B5EF4-FFF2-40B4-BE49-F238E27FC236}">
                <a16:creationId xmlns:a16="http://schemas.microsoft.com/office/drawing/2014/main" id="{E776CB81-10D0-E4F7-207B-6142F18CCDC1}"/>
              </a:ext>
              <a:ext uri="{C183D7F6-B498-43B3-948B-1728B52AA6E4}">
                <adec:decorative xmlns:adec="http://schemas.microsoft.com/office/drawing/2017/decorative" val="1"/>
              </a:ext>
            </a:extLst>
          </p:cNvPr>
          <p:cNvSpPr>
            <a:spLocks noGrp="1"/>
          </p:cNvSpPr>
          <p:nvPr>
            <p:ph type="ftr" sz="quarter" idx="21"/>
          </p:nvPr>
        </p:nvSpPr>
        <p:spPr bwMode="gray">
          <a:xfrm>
            <a:off x="1560000" y="6439500"/>
            <a:ext cx="2880000" cy="144000"/>
          </a:xfrm>
        </p:spPr>
        <p:txBody>
          <a:bodyPr/>
          <a:lstStyle>
            <a:lvl1pPr>
              <a:defRPr/>
            </a:lvl1pPr>
          </a:lstStyle>
          <a:p>
            <a:r>
              <a:rPr lang="de-DE" dirty="0"/>
              <a:t>KMH</a:t>
            </a:r>
          </a:p>
        </p:txBody>
      </p:sp>
      <p:sp>
        <p:nvSpPr>
          <p:cNvPr id="31" name="Logo">
            <a:extLst>
              <a:ext uri="{FF2B5EF4-FFF2-40B4-BE49-F238E27FC236}">
                <a16:creationId xmlns:a16="http://schemas.microsoft.com/office/drawing/2014/main" id="{220E6700-012A-BBA8-B56B-B2DC0E4CF31B}"/>
              </a:ext>
              <a:ext uri="{C183D7F6-B498-43B3-948B-1728B52AA6E4}">
                <adec:decorative xmlns:adec="http://schemas.microsoft.com/office/drawing/2017/decorative" val="1"/>
              </a:ext>
            </a:extLst>
          </p:cNvPr>
          <p:cNvSpPr>
            <a:spLocks noGrp="1" noChangeAspect="1"/>
          </p:cNvSpPr>
          <p:nvPr>
            <p:ph type="body" sz="quarter" idx="19" hasCustomPrompt="1"/>
          </p:nvPr>
        </p:nvSpPr>
        <p:spPr bwMode="gray">
          <a:xfrm>
            <a:off x="10992001" y="483650"/>
            <a:ext cx="504000" cy="516923"/>
          </a:xfrm>
          <a:prstGeom prst="rect">
            <a:avLst/>
          </a:prstGeom>
          <a:blipFill>
            <a:blip r:embed="rId2">
              <a:extLst>
                <a:ext uri="{96DAC541-7B7A-43D3-8B79-37D633B846F1}">
                  <asvg:svgBlip xmlns:asvg="http://schemas.microsoft.com/office/drawing/2016/SVG/main" r:embed="rId3"/>
                </a:ext>
              </a:extLst>
            </a:blip>
            <a:stretch>
              <a:fillRect/>
            </a:stretch>
          </a:blipFill>
          <a:ln>
            <a:noFill/>
          </a:ln>
        </p:spPr>
        <p:txBody>
          <a:bodyPr/>
          <a:lstStyle>
            <a:lvl1pPr marL="0" indent="0">
              <a:spcBef>
                <a:spcPts val="0"/>
              </a:spcBef>
              <a:spcAft>
                <a:spcPts val="0"/>
              </a:spcAft>
              <a:buFontTx/>
              <a:buNone/>
              <a:defRPr sz="100" b="0">
                <a:noFill/>
                <a:latin typeface="+mn-lt"/>
              </a:defRPr>
            </a:lvl1pPr>
            <a:lvl2pPr marL="0" indent="0">
              <a:spcBef>
                <a:spcPts val="0"/>
              </a:spcBef>
              <a:spcAft>
                <a:spcPts val="0"/>
              </a:spcAft>
              <a:buFontTx/>
              <a:buNone/>
              <a:defRPr sz="100" b="0">
                <a:noFill/>
                <a:latin typeface="+mn-lt"/>
              </a:defRPr>
            </a:lvl2pPr>
            <a:lvl3pPr marL="0" indent="0">
              <a:spcBef>
                <a:spcPts val="0"/>
              </a:spcBef>
              <a:spcAft>
                <a:spcPts val="0"/>
              </a:spcAft>
              <a:buFontTx/>
              <a:buNone/>
              <a:defRPr sz="100" b="0">
                <a:noFill/>
                <a:latin typeface="+mn-lt"/>
              </a:defRPr>
            </a:lvl3pPr>
            <a:lvl4pPr marL="0" indent="0">
              <a:spcBef>
                <a:spcPts val="0"/>
              </a:spcBef>
              <a:spcAft>
                <a:spcPts val="0"/>
              </a:spcAft>
              <a:buFontTx/>
              <a:buNone/>
              <a:defRPr sz="100" b="0">
                <a:noFill/>
                <a:latin typeface="+mn-lt"/>
              </a:defRPr>
            </a:lvl4pPr>
            <a:lvl5pPr marL="0" indent="0">
              <a:spcBef>
                <a:spcPts val="0"/>
              </a:spcBef>
              <a:spcAft>
                <a:spcPts val="0"/>
              </a:spcAft>
              <a:buFontTx/>
              <a:buNone/>
              <a:defRPr sz="100" b="0">
                <a:noFill/>
                <a:latin typeface="+mn-lt"/>
              </a:defRPr>
            </a:lvl5pPr>
            <a:lvl6pPr marL="0" indent="0">
              <a:spcBef>
                <a:spcPts val="0"/>
              </a:spcBef>
              <a:spcAft>
                <a:spcPts val="0"/>
              </a:spcAft>
              <a:buFontTx/>
              <a:buNone/>
              <a:defRPr sz="100" b="0">
                <a:noFill/>
                <a:latin typeface="+mn-lt"/>
              </a:defRPr>
            </a:lvl6pPr>
            <a:lvl7pPr marL="0" indent="0">
              <a:spcBef>
                <a:spcPts val="0"/>
              </a:spcBef>
              <a:spcAft>
                <a:spcPts val="0"/>
              </a:spcAft>
              <a:buFontTx/>
              <a:buNone/>
              <a:defRPr sz="100" b="0">
                <a:noFill/>
                <a:latin typeface="+mn-lt"/>
              </a:defRPr>
            </a:lvl7pPr>
            <a:lvl8pPr marL="0" indent="0">
              <a:spcBef>
                <a:spcPts val="0"/>
              </a:spcBef>
              <a:spcAft>
                <a:spcPts val="0"/>
              </a:spcAft>
              <a:buFontTx/>
              <a:buNone/>
              <a:defRPr sz="100" b="0">
                <a:noFill/>
                <a:latin typeface="+mn-lt"/>
              </a:defRPr>
            </a:lvl8pPr>
            <a:lvl9pPr marL="0" indent="0">
              <a:spcBef>
                <a:spcPts val="0"/>
              </a:spcBef>
              <a:spcAft>
                <a:spcPts val="0"/>
              </a:spcAft>
              <a:buFontTx/>
              <a:buNone/>
              <a:defRPr sz="100" b="0">
                <a:noFill/>
                <a:latin typeface="+mn-lt"/>
              </a:defRPr>
            </a:lvl9pPr>
          </a:lstStyle>
          <a:p>
            <a:pPr lvl="0"/>
            <a:r>
              <a:rPr lang="de-DE" dirty="0"/>
              <a:t> </a:t>
            </a:r>
          </a:p>
        </p:txBody>
      </p:sp>
    </p:spTree>
    <p:extLst>
      <p:ext uri="{BB962C8B-B14F-4D97-AF65-F5344CB8AC3E}">
        <p14:creationId xmlns:p14="http://schemas.microsoft.com/office/powerpoint/2010/main" val="328228728"/>
      </p:ext>
    </p:extLst>
  </p:cSld>
  <p:clrMapOvr>
    <a:masterClrMapping/>
  </p:clrMapOvr>
  <p:extLst>
    <p:ext uri="{DCECCB84-F9BA-43D5-87BE-67443E8EF086}">
      <p15:sldGuideLst xmlns:p15="http://schemas.microsoft.com/office/powerpoint/2012/main">
        <p15:guide id="1" orient="horz" pos="1162" userDrawn="1">
          <p15:clr>
            <a:srgbClr val="FBAE40"/>
          </p15:clr>
        </p15:guide>
        <p15:guide id="3" pos="438" userDrawn="1">
          <p15:clr>
            <a:srgbClr val="FBAE40"/>
          </p15:clr>
        </p15:guide>
        <p15:guide id="4" pos="2797" userDrawn="1">
          <p15:clr>
            <a:srgbClr val="FBAE40"/>
          </p15:clr>
        </p15:guide>
        <p15:guide id="5" orient="horz" pos="3883"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Vollflächiges Bild">
    <p:spTree>
      <p:nvGrpSpPr>
        <p:cNvPr id="1" name=""/>
        <p:cNvGrpSpPr/>
        <p:nvPr/>
      </p:nvGrpSpPr>
      <p:grpSpPr>
        <a:xfrm>
          <a:off x="0" y="0"/>
          <a:ext cx="0" cy="0"/>
          <a:chOff x="0" y="0"/>
          <a:chExt cx="0" cy="0"/>
        </a:xfrm>
      </p:grpSpPr>
      <p:sp>
        <p:nvSpPr>
          <p:cNvPr id="2" name="Datum">
            <a:extLst>
              <a:ext uri="{FF2B5EF4-FFF2-40B4-BE49-F238E27FC236}">
                <a16:creationId xmlns:a16="http://schemas.microsoft.com/office/drawing/2014/main" id="{5FA0F30C-F811-060A-31E4-9EB1AF3C114B}"/>
              </a:ext>
              <a:ext uri="{C183D7F6-B498-43B3-948B-1728B52AA6E4}">
                <adec:decorative xmlns:adec="http://schemas.microsoft.com/office/drawing/2017/decorative" val="1"/>
              </a:ext>
            </a:extLst>
          </p:cNvPr>
          <p:cNvSpPr>
            <a:spLocks noGrp="1"/>
          </p:cNvSpPr>
          <p:nvPr>
            <p:ph type="dt" sz="half" idx="15"/>
          </p:nvPr>
        </p:nvSpPr>
        <p:spPr bwMode="gray"/>
        <p:txBody>
          <a:bodyPr/>
          <a:lstStyle>
            <a:lvl1pPr>
              <a:defRPr>
                <a:solidFill>
                  <a:schemeClr val="tx1">
                    <a:alpha val="0"/>
                  </a:schemeClr>
                </a:solidFill>
              </a:defRPr>
            </a:lvl1pPr>
          </a:lstStyle>
          <a:p>
            <a:endParaRPr lang="de-DE" dirty="0"/>
          </a:p>
        </p:txBody>
      </p:sp>
      <p:sp>
        <p:nvSpPr>
          <p:cNvPr id="3" name="Fußzeile">
            <a:extLst>
              <a:ext uri="{FF2B5EF4-FFF2-40B4-BE49-F238E27FC236}">
                <a16:creationId xmlns:a16="http://schemas.microsoft.com/office/drawing/2014/main" id="{2B0464A2-F8A8-8F44-9BFE-3C295CD91656}"/>
              </a:ext>
              <a:ext uri="{C183D7F6-B498-43B3-948B-1728B52AA6E4}">
                <adec:decorative xmlns:adec="http://schemas.microsoft.com/office/drawing/2017/decorative" val="1"/>
              </a:ext>
            </a:extLst>
          </p:cNvPr>
          <p:cNvSpPr>
            <a:spLocks noGrp="1"/>
          </p:cNvSpPr>
          <p:nvPr>
            <p:ph type="ftr" sz="quarter" idx="16"/>
          </p:nvPr>
        </p:nvSpPr>
        <p:spPr bwMode="gray"/>
        <p:txBody>
          <a:bodyPr/>
          <a:lstStyle>
            <a:lvl1pPr>
              <a:defRPr>
                <a:solidFill>
                  <a:schemeClr val="tx1">
                    <a:alpha val="0"/>
                  </a:schemeClr>
                </a:solidFill>
              </a:defRPr>
            </a:lvl1pPr>
          </a:lstStyle>
          <a:p>
            <a:r>
              <a:rPr lang="de-DE" dirty="0"/>
              <a:t>KMH</a:t>
            </a:r>
          </a:p>
        </p:txBody>
      </p:sp>
      <p:sp>
        <p:nvSpPr>
          <p:cNvPr id="4" name="Seitenzahl">
            <a:extLst>
              <a:ext uri="{FF2B5EF4-FFF2-40B4-BE49-F238E27FC236}">
                <a16:creationId xmlns:a16="http://schemas.microsoft.com/office/drawing/2014/main" id="{D64E6261-7F8B-549F-4CD0-FBDF0426963A}"/>
              </a:ext>
            </a:extLst>
          </p:cNvPr>
          <p:cNvSpPr>
            <a:spLocks noGrp="1"/>
          </p:cNvSpPr>
          <p:nvPr>
            <p:ph type="sldNum" sz="quarter" idx="17"/>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a:t>
            </a:fld>
            <a:endParaRPr lang="de-DE" dirty="0"/>
          </a:p>
        </p:txBody>
      </p:sp>
      <p:sp>
        <p:nvSpPr>
          <p:cNvPr id="11" name="Bildplatzhalter">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0"/>
            <a:ext cx="12192000" cy="6858000"/>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2" name="Logo">
            <a:extLst>
              <a:ext uri="{FF2B5EF4-FFF2-40B4-BE49-F238E27FC236}">
                <a16:creationId xmlns:a16="http://schemas.microsoft.com/office/drawing/2014/main" id="{D920654A-CDF2-1EE4-1D99-B1A4C7A4C65D}"/>
              </a:ext>
              <a:ext uri="{C183D7F6-B498-43B3-948B-1728B52AA6E4}">
                <adec:decorative xmlns:adec="http://schemas.microsoft.com/office/drawing/2017/decorative" val="1"/>
              </a:ext>
            </a:extLst>
          </p:cNvPr>
          <p:cNvSpPr>
            <a:spLocks noGrp="1" noChangeAspect="1"/>
          </p:cNvSpPr>
          <p:nvPr>
            <p:ph type="body" sz="quarter" idx="14" hasCustomPrompt="1"/>
          </p:nvPr>
        </p:nvSpPr>
        <p:spPr bwMode="gray">
          <a:xfrm>
            <a:off x="10992001" y="483650"/>
            <a:ext cx="504000" cy="516923"/>
          </a:xfrm>
          <a:prstGeom prst="rect">
            <a:avLst/>
          </a:prstGeom>
          <a:blipFill>
            <a:blip r:embed="rId2">
              <a:extLst>
                <a:ext uri="{96DAC541-7B7A-43D3-8B79-37D633B846F1}">
                  <asvg:svgBlip xmlns:asvg="http://schemas.microsoft.com/office/drawing/2016/SVG/main" r:embed="rId3"/>
                </a:ext>
              </a:extLst>
            </a:blip>
            <a:stretch>
              <a:fillRect/>
            </a:stretch>
          </a:blipFill>
          <a:ln>
            <a:noFill/>
          </a:ln>
        </p:spPr>
        <p:txBody>
          <a:bodyPr/>
          <a:lstStyle>
            <a:lvl1pPr marL="0" indent="0">
              <a:spcBef>
                <a:spcPts val="0"/>
              </a:spcBef>
              <a:spcAft>
                <a:spcPts val="0"/>
              </a:spcAft>
              <a:buFontTx/>
              <a:buNone/>
              <a:defRPr sz="100" b="0">
                <a:noFill/>
                <a:latin typeface="+mn-lt"/>
              </a:defRPr>
            </a:lvl1pPr>
            <a:lvl2pPr marL="0" indent="0">
              <a:spcBef>
                <a:spcPts val="0"/>
              </a:spcBef>
              <a:spcAft>
                <a:spcPts val="0"/>
              </a:spcAft>
              <a:buFontTx/>
              <a:buNone/>
              <a:defRPr sz="100" b="0">
                <a:noFill/>
                <a:latin typeface="+mn-lt"/>
              </a:defRPr>
            </a:lvl2pPr>
            <a:lvl3pPr marL="0" indent="0">
              <a:spcBef>
                <a:spcPts val="0"/>
              </a:spcBef>
              <a:spcAft>
                <a:spcPts val="0"/>
              </a:spcAft>
              <a:buFontTx/>
              <a:buNone/>
              <a:defRPr sz="100" b="0">
                <a:noFill/>
                <a:latin typeface="+mn-lt"/>
              </a:defRPr>
            </a:lvl3pPr>
            <a:lvl4pPr marL="0" indent="0">
              <a:spcBef>
                <a:spcPts val="0"/>
              </a:spcBef>
              <a:spcAft>
                <a:spcPts val="0"/>
              </a:spcAft>
              <a:buFontTx/>
              <a:buNone/>
              <a:defRPr sz="100" b="0">
                <a:noFill/>
                <a:latin typeface="+mn-lt"/>
              </a:defRPr>
            </a:lvl4pPr>
            <a:lvl5pPr marL="0" indent="0">
              <a:spcBef>
                <a:spcPts val="0"/>
              </a:spcBef>
              <a:spcAft>
                <a:spcPts val="0"/>
              </a:spcAft>
              <a:buFontTx/>
              <a:buNone/>
              <a:defRPr sz="100" b="0">
                <a:noFill/>
                <a:latin typeface="+mn-lt"/>
              </a:defRPr>
            </a:lvl5pPr>
            <a:lvl6pPr marL="0" indent="0">
              <a:spcBef>
                <a:spcPts val="0"/>
              </a:spcBef>
              <a:spcAft>
                <a:spcPts val="0"/>
              </a:spcAft>
              <a:buFontTx/>
              <a:buNone/>
              <a:defRPr sz="100" b="0">
                <a:noFill/>
                <a:latin typeface="+mn-lt"/>
              </a:defRPr>
            </a:lvl6pPr>
            <a:lvl7pPr marL="0" indent="0">
              <a:spcBef>
                <a:spcPts val="0"/>
              </a:spcBef>
              <a:spcAft>
                <a:spcPts val="0"/>
              </a:spcAft>
              <a:buFontTx/>
              <a:buNone/>
              <a:defRPr sz="100" b="0">
                <a:noFill/>
                <a:latin typeface="+mn-lt"/>
              </a:defRPr>
            </a:lvl7pPr>
            <a:lvl8pPr marL="0" indent="0">
              <a:spcBef>
                <a:spcPts val="0"/>
              </a:spcBef>
              <a:spcAft>
                <a:spcPts val="0"/>
              </a:spcAft>
              <a:buFontTx/>
              <a:buNone/>
              <a:defRPr sz="100" b="0">
                <a:noFill/>
                <a:latin typeface="+mn-lt"/>
              </a:defRPr>
            </a:lvl8pPr>
            <a:lvl9pPr marL="0" indent="0">
              <a:spcBef>
                <a:spcPts val="0"/>
              </a:spcBef>
              <a:spcAft>
                <a:spcPts val="0"/>
              </a:spcAft>
              <a:buFontTx/>
              <a:buNone/>
              <a:defRPr sz="100" b="0">
                <a:noFill/>
                <a:latin typeface="+mn-lt"/>
              </a:defRPr>
            </a:lvl9pPr>
          </a:lstStyle>
          <a:p>
            <a:pPr lvl="0"/>
            <a:r>
              <a:rPr lang="de-DE" dirty="0"/>
              <a:t> </a:t>
            </a:r>
          </a:p>
        </p:txBody>
      </p:sp>
    </p:spTree>
    <p:extLst>
      <p:ext uri="{BB962C8B-B14F-4D97-AF65-F5344CB8AC3E}">
        <p14:creationId xmlns:p14="http://schemas.microsoft.com/office/powerpoint/2010/main" val="781665297"/>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Ein Bild mit Text">
    <p:spTree>
      <p:nvGrpSpPr>
        <p:cNvPr id="1" name=""/>
        <p:cNvGrpSpPr/>
        <p:nvPr/>
      </p:nvGrpSpPr>
      <p:grpSpPr>
        <a:xfrm>
          <a:off x="0" y="0"/>
          <a:ext cx="0" cy="0"/>
          <a:chOff x="0" y="0"/>
          <a:chExt cx="0" cy="0"/>
        </a:xfrm>
      </p:grpSpPr>
      <p:sp>
        <p:nvSpPr>
          <p:cNvPr id="14" name="Datum">
            <a:extLst>
              <a:ext uri="{FF2B5EF4-FFF2-40B4-BE49-F238E27FC236}">
                <a16:creationId xmlns:a16="http://schemas.microsoft.com/office/drawing/2014/main" id="{E2266BD2-5D48-750F-9E5B-9908CB1B3BE9}"/>
              </a:ext>
              <a:ext uri="{C183D7F6-B498-43B3-948B-1728B52AA6E4}">
                <adec:decorative xmlns:adec="http://schemas.microsoft.com/office/drawing/2017/decorative" val="1"/>
              </a:ext>
            </a:extLst>
          </p:cNvPr>
          <p:cNvSpPr>
            <a:spLocks noGrp="1"/>
          </p:cNvSpPr>
          <p:nvPr>
            <p:ph type="dt" sz="half" idx="15"/>
          </p:nvPr>
        </p:nvSpPr>
        <p:spPr bwMode="gray"/>
        <p:txBody>
          <a:bodyPr/>
          <a:lstStyle>
            <a:lvl1pPr>
              <a:defRPr>
                <a:solidFill>
                  <a:schemeClr val="tx1">
                    <a:alpha val="0"/>
                  </a:schemeClr>
                </a:solidFill>
              </a:defRPr>
            </a:lvl1pPr>
          </a:lstStyle>
          <a:p>
            <a:endParaRPr lang="de-DE" dirty="0"/>
          </a:p>
        </p:txBody>
      </p:sp>
      <p:sp>
        <p:nvSpPr>
          <p:cNvPr id="15" name="Fußzeile">
            <a:extLst>
              <a:ext uri="{FF2B5EF4-FFF2-40B4-BE49-F238E27FC236}">
                <a16:creationId xmlns:a16="http://schemas.microsoft.com/office/drawing/2014/main" id="{BB812F79-C277-1EDF-A8FA-F87C0BFE0644}"/>
              </a:ext>
              <a:ext uri="{C183D7F6-B498-43B3-948B-1728B52AA6E4}">
                <adec:decorative xmlns:adec="http://schemas.microsoft.com/office/drawing/2017/decorative" val="1"/>
              </a:ext>
            </a:extLst>
          </p:cNvPr>
          <p:cNvSpPr>
            <a:spLocks noGrp="1"/>
          </p:cNvSpPr>
          <p:nvPr>
            <p:ph type="ftr" sz="quarter" idx="16"/>
          </p:nvPr>
        </p:nvSpPr>
        <p:spPr bwMode="gray"/>
        <p:txBody>
          <a:bodyPr/>
          <a:lstStyle>
            <a:lvl1pPr>
              <a:defRPr>
                <a:solidFill>
                  <a:schemeClr val="tx1">
                    <a:alpha val="0"/>
                  </a:schemeClr>
                </a:solidFill>
              </a:defRPr>
            </a:lvl1pPr>
          </a:lstStyle>
          <a:p>
            <a:r>
              <a:rPr lang="de-DE" dirty="0"/>
              <a:t>KMH</a:t>
            </a:r>
          </a:p>
        </p:txBody>
      </p:sp>
      <p:sp>
        <p:nvSpPr>
          <p:cNvPr id="16" name="Seitenzahl">
            <a:extLst>
              <a:ext uri="{FF2B5EF4-FFF2-40B4-BE49-F238E27FC236}">
                <a16:creationId xmlns:a16="http://schemas.microsoft.com/office/drawing/2014/main" id="{EE17E10C-A7AF-74BB-0D2B-65E7D6C8B3B2}"/>
              </a:ext>
            </a:extLst>
          </p:cNvPr>
          <p:cNvSpPr>
            <a:spLocks noGrp="1"/>
          </p:cNvSpPr>
          <p:nvPr>
            <p:ph type="sldNum" sz="quarter" idx="17"/>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a:t>
            </a:fld>
            <a:endParaRPr lang="de-DE" dirty="0"/>
          </a:p>
        </p:txBody>
      </p:sp>
      <p:sp>
        <p:nvSpPr>
          <p:cNvPr id="2" name="Titel">
            <a:extLst>
              <a:ext uri="{FF2B5EF4-FFF2-40B4-BE49-F238E27FC236}">
                <a16:creationId xmlns:a16="http://schemas.microsoft.com/office/drawing/2014/main" id="{5B6403BF-8676-47B0-A57F-13E28F67CEC2}"/>
              </a:ext>
            </a:extLst>
          </p:cNvPr>
          <p:cNvSpPr>
            <a:spLocks noGrp="1"/>
          </p:cNvSpPr>
          <p:nvPr>
            <p:ph type="title" hasCustomPrompt="1"/>
          </p:nvPr>
        </p:nvSpPr>
        <p:spPr bwMode="gray"/>
        <p:txBody>
          <a:bodyPr/>
          <a:lstStyle/>
          <a:p>
            <a:r>
              <a:rPr lang="de-DE" dirty="0"/>
              <a:t>Folientitel</a:t>
            </a:r>
          </a:p>
        </p:txBody>
      </p:sp>
      <p:sp>
        <p:nvSpPr>
          <p:cNvPr id="11" name="Bildplatzhalter">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5000"/>
            <a:ext cx="12192000" cy="5013000"/>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8" name="Textplatzhalter">
            <a:extLst>
              <a:ext uri="{FF2B5EF4-FFF2-40B4-BE49-F238E27FC236}">
                <a16:creationId xmlns:a16="http://schemas.microsoft.com/office/drawing/2014/main" id="{1C47F70D-E672-4F7E-7495-7F0743A6E8E5}"/>
              </a:ext>
            </a:extLst>
          </p:cNvPr>
          <p:cNvSpPr>
            <a:spLocks noGrp="1"/>
          </p:cNvSpPr>
          <p:nvPr>
            <p:ph type="body" sz="quarter" idx="14" hasCustomPrompt="1"/>
          </p:nvPr>
        </p:nvSpPr>
        <p:spPr bwMode="gray">
          <a:xfrm>
            <a:off x="8184000" y="2492999"/>
            <a:ext cx="3312000" cy="3671264"/>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de-DE" dirty="0"/>
              <a:t>Das ist ein Fließtext. Nutzen Sie die Schaltflächen „Listenebene erhöhen“ bzw. „verringern“ (auf der Registerlasche „Start“), um die vordefinierten Textformatierungen anzusteuern.</a:t>
            </a:r>
          </a:p>
          <a:p>
            <a:pPr lvl="1"/>
            <a:r>
              <a:rPr lang="de-DE" dirty="0"/>
              <a:t>Zweite Ebene</a:t>
            </a:r>
          </a:p>
          <a:p>
            <a:pPr lvl="2"/>
            <a:r>
              <a:rPr lang="de-DE" dirty="0"/>
              <a:t>Dritte Ebene</a:t>
            </a:r>
          </a:p>
          <a:p>
            <a:pPr lvl="3"/>
            <a:r>
              <a:rPr lang="de-DE" dirty="0"/>
              <a:t>Vierte Ebene</a:t>
            </a:r>
          </a:p>
        </p:txBody>
      </p:sp>
    </p:spTree>
    <p:extLst>
      <p:ext uri="{BB962C8B-B14F-4D97-AF65-F5344CB8AC3E}">
        <p14:creationId xmlns:p14="http://schemas.microsoft.com/office/powerpoint/2010/main" val="2215380905"/>
      </p:ext>
    </p:extLst>
  </p:cSld>
  <p:clrMapOvr>
    <a:masterClrMapping/>
  </p:clrMapOvr>
  <p:extLst>
    <p:ext uri="{DCECCB84-F9BA-43D5-87BE-67443E8EF086}">
      <p15:sldGuideLst xmlns:p15="http://schemas.microsoft.com/office/powerpoint/2012/main">
        <p15:guide id="1" orient="horz" pos="1570" userDrawn="1">
          <p15:clr>
            <a:srgbClr val="FBAE40"/>
          </p15:clr>
        </p15:guide>
        <p15:guide id="3" pos="7242" userDrawn="1">
          <p15:clr>
            <a:srgbClr val="FBAE40"/>
          </p15:clr>
        </p15:guide>
        <p15:guide id="4" pos="438" userDrawn="1">
          <p15:clr>
            <a:srgbClr val="FBAE40"/>
          </p15:clr>
        </p15:guide>
        <p15:guide id="5" orient="horz" pos="3883"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wei Bilder">
    <p:spTree>
      <p:nvGrpSpPr>
        <p:cNvPr id="1" name=""/>
        <p:cNvGrpSpPr/>
        <p:nvPr/>
      </p:nvGrpSpPr>
      <p:grpSpPr>
        <a:xfrm>
          <a:off x="0" y="0"/>
          <a:ext cx="0" cy="0"/>
          <a:chOff x="0" y="0"/>
          <a:chExt cx="0" cy="0"/>
        </a:xfrm>
      </p:grpSpPr>
      <p:sp>
        <p:nvSpPr>
          <p:cNvPr id="17" name="Datum">
            <a:extLst>
              <a:ext uri="{FF2B5EF4-FFF2-40B4-BE49-F238E27FC236}">
                <a16:creationId xmlns:a16="http://schemas.microsoft.com/office/drawing/2014/main" id="{ABDF3D13-9526-C050-0073-BBA0EB9356AD}"/>
              </a:ext>
              <a:ext uri="{C183D7F6-B498-43B3-948B-1728B52AA6E4}">
                <adec:decorative xmlns:adec="http://schemas.microsoft.com/office/drawing/2017/decorative" val="1"/>
              </a:ext>
            </a:extLst>
          </p:cNvPr>
          <p:cNvSpPr>
            <a:spLocks noGrp="1"/>
          </p:cNvSpPr>
          <p:nvPr>
            <p:ph type="dt" sz="half" idx="18"/>
          </p:nvPr>
        </p:nvSpPr>
        <p:spPr bwMode="gray"/>
        <p:txBody>
          <a:bodyPr/>
          <a:lstStyle>
            <a:lvl1pPr>
              <a:defRPr>
                <a:solidFill>
                  <a:schemeClr val="tx1">
                    <a:alpha val="0"/>
                  </a:schemeClr>
                </a:solidFill>
              </a:defRPr>
            </a:lvl1pPr>
          </a:lstStyle>
          <a:p>
            <a:endParaRPr lang="de-DE" dirty="0"/>
          </a:p>
        </p:txBody>
      </p:sp>
      <p:sp>
        <p:nvSpPr>
          <p:cNvPr id="18" name="Fußzeile">
            <a:extLst>
              <a:ext uri="{FF2B5EF4-FFF2-40B4-BE49-F238E27FC236}">
                <a16:creationId xmlns:a16="http://schemas.microsoft.com/office/drawing/2014/main" id="{F8059C70-1BE9-82F2-89E5-917632A008BC}"/>
              </a:ext>
              <a:ext uri="{C183D7F6-B498-43B3-948B-1728B52AA6E4}">
                <adec:decorative xmlns:adec="http://schemas.microsoft.com/office/drawing/2017/decorative" val="1"/>
              </a:ext>
            </a:extLst>
          </p:cNvPr>
          <p:cNvSpPr>
            <a:spLocks noGrp="1"/>
          </p:cNvSpPr>
          <p:nvPr>
            <p:ph type="ftr" sz="quarter" idx="19"/>
          </p:nvPr>
        </p:nvSpPr>
        <p:spPr bwMode="gray"/>
        <p:txBody>
          <a:bodyPr/>
          <a:lstStyle>
            <a:lvl1pPr>
              <a:defRPr>
                <a:solidFill>
                  <a:schemeClr val="tx1">
                    <a:alpha val="0"/>
                  </a:schemeClr>
                </a:solidFill>
              </a:defRPr>
            </a:lvl1pPr>
          </a:lstStyle>
          <a:p>
            <a:r>
              <a:rPr lang="de-DE" dirty="0"/>
              <a:t>KMH</a:t>
            </a:r>
          </a:p>
        </p:txBody>
      </p:sp>
      <p:sp>
        <p:nvSpPr>
          <p:cNvPr id="19" name="Seitenzahl">
            <a:extLst>
              <a:ext uri="{FF2B5EF4-FFF2-40B4-BE49-F238E27FC236}">
                <a16:creationId xmlns:a16="http://schemas.microsoft.com/office/drawing/2014/main" id="{87E688EA-AC44-9F1B-7BAE-E47B491E7420}"/>
              </a:ext>
            </a:extLst>
          </p:cNvPr>
          <p:cNvSpPr>
            <a:spLocks noGrp="1"/>
          </p:cNvSpPr>
          <p:nvPr>
            <p:ph type="sldNum" sz="quarter" idx="20"/>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a:t>
            </a:fld>
            <a:endParaRPr lang="de-DE" dirty="0"/>
          </a:p>
        </p:txBody>
      </p:sp>
      <p:sp>
        <p:nvSpPr>
          <p:cNvPr id="15" name="Titel">
            <a:extLst>
              <a:ext uri="{FF2B5EF4-FFF2-40B4-BE49-F238E27FC236}">
                <a16:creationId xmlns:a16="http://schemas.microsoft.com/office/drawing/2014/main" id="{729E722B-A48F-697F-545D-A8CD5D85180E}"/>
              </a:ext>
            </a:extLst>
          </p:cNvPr>
          <p:cNvSpPr>
            <a:spLocks noGrp="1"/>
          </p:cNvSpPr>
          <p:nvPr>
            <p:ph type="title" hasCustomPrompt="1"/>
          </p:nvPr>
        </p:nvSpPr>
        <p:spPr bwMode="gray"/>
        <p:txBody>
          <a:bodyPr/>
          <a:lstStyle/>
          <a:p>
            <a:r>
              <a:rPr lang="de-DE" dirty="0"/>
              <a:t>Folientitel</a:t>
            </a:r>
          </a:p>
        </p:txBody>
      </p:sp>
      <p:sp>
        <p:nvSpPr>
          <p:cNvPr id="11" name="Bildplatzhalter 1">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5000"/>
            <a:ext cx="6060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Bildplatzhalter 2">
            <a:extLst>
              <a:ext uri="{FF2B5EF4-FFF2-40B4-BE49-F238E27FC236}">
                <a16:creationId xmlns:a16="http://schemas.microsoft.com/office/drawing/2014/main" id="{6F8284E2-0177-2631-BA3D-F3BF1B4E8AA3}"/>
              </a:ext>
            </a:extLst>
          </p:cNvPr>
          <p:cNvSpPr>
            <a:spLocks noGrp="1"/>
          </p:cNvSpPr>
          <p:nvPr>
            <p:ph type="pic" idx="17" hasCustomPrompt="1"/>
          </p:nvPr>
        </p:nvSpPr>
        <p:spPr bwMode="gray">
          <a:xfrm>
            <a:off x="6132000" y="1845000"/>
            <a:ext cx="6060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Tree>
    <p:extLst>
      <p:ext uri="{BB962C8B-B14F-4D97-AF65-F5344CB8AC3E}">
        <p14:creationId xmlns:p14="http://schemas.microsoft.com/office/powerpoint/2010/main" val="968468996"/>
      </p:ext>
    </p:extLst>
  </p:cSld>
  <p:clrMapOvr>
    <a:masterClrMapping/>
  </p:clrMapOvr>
  <p:extLst>
    <p:ext uri="{DCECCB84-F9BA-43D5-87BE-67443E8EF086}">
      <p15:sldGuideLst xmlns:p15="http://schemas.microsoft.com/office/powerpoint/2012/main">
        <p15:guide id="1" orient="horz" pos="1162"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rei Bilder">
    <p:spTree>
      <p:nvGrpSpPr>
        <p:cNvPr id="1" name=""/>
        <p:cNvGrpSpPr/>
        <p:nvPr/>
      </p:nvGrpSpPr>
      <p:grpSpPr>
        <a:xfrm>
          <a:off x="0" y="0"/>
          <a:ext cx="0" cy="0"/>
          <a:chOff x="0" y="0"/>
          <a:chExt cx="0" cy="0"/>
        </a:xfrm>
      </p:grpSpPr>
      <p:sp>
        <p:nvSpPr>
          <p:cNvPr id="3" name="Datum">
            <a:extLst>
              <a:ext uri="{FF2B5EF4-FFF2-40B4-BE49-F238E27FC236}">
                <a16:creationId xmlns:a16="http://schemas.microsoft.com/office/drawing/2014/main" id="{3449F117-7C5B-E999-46EB-D6D7E7ACAA88}"/>
              </a:ext>
              <a:ext uri="{C183D7F6-B498-43B3-948B-1728B52AA6E4}">
                <adec:decorative xmlns:adec="http://schemas.microsoft.com/office/drawing/2017/decorative" val="1"/>
              </a:ext>
            </a:extLst>
          </p:cNvPr>
          <p:cNvSpPr>
            <a:spLocks noGrp="1"/>
          </p:cNvSpPr>
          <p:nvPr>
            <p:ph type="dt" sz="half" idx="19"/>
          </p:nvPr>
        </p:nvSpPr>
        <p:spPr bwMode="gray"/>
        <p:txBody>
          <a:bodyPr/>
          <a:lstStyle>
            <a:lvl1pPr>
              <a:defRPr>
                <a:solidFill>
                  <a:schemeClr val="tx1">
                    <a:alpha val="0"/>
                  </a:schemeClr>
                </a:solidFill>
              </a:defRPr>
            </a:lvl1pPr>
          </a:lstStyle>
          <a:p>
            <a:endParaRPr lang="de-DE" dirty="0"/>
          </a:p>
        </p:txBody>
      </p:sp>
      <p:sp>
        <p:nvSpPr>
          <p:cNvPr id="4" name="Fußzeile">
            <a:extLst>
              <a:ext uri="{FF2B5EF4-FFF2-40B4-BE49-F238E27FC236}">
                <a16:creationId xmlns:a16="http://schemas.microsoft.com/office/drawing/2014/main" id="{2C8A6FB8-E0FF-4ED6-3D34-62BAEB628970}"/>
              </a:ext>
              <a:ext uri="{C183D7F6-B498-43B3-948B-1728B52AA6E4}">
                <adec:decorative xmlns:adec="http://schemas.microsoft.com/office/drawing/2017/decorative" val="1"/>
              </a:ext>
            </a:extLst>
          </p:cNvPr>
          <p:cNvSpPr>
            <a:spLocks noGrp="1"/>
          </p:cNvSpPr>
          <p:nvPr>
            <p:ph type="ftr" sz="quarter" idx="20"/>
          </p:nvPr>
        </p:nvSpPr>
        <p:spPr bwMode="gray"/>
        <p:txBody>
          <a:bodyPr/>
          <a:lstStyle>
            <a:lvl1pPr>
              <a:defRPr>
                <a:solidFill>
                  <a:schemeClr val="tx1">
                    <a:alpha val="0"/>
                  </a:schemeClr>
                </a:solidFill>
              </a:defRPr>
            </a:lvl1pPr>
          </a:lstStyle>
          <a:p>
            <a:r>
              <a:rPr lang="de-DE" dirty="0"/>
              <a:t>KMH</a:t>
            </a:r>
          </a:p>
        </p:txBody>
      </p:sp>
      <p:sp>
        <p:nvSpPr>
          <p:cNvPr id="8" name="Seitenzahl">
            <a:extLst>
              <a:ext uri="{FF2B5EF4-FFF2-40B4-BE49-F238E27FC236}">
                <a16:creationId xmlns:a16="http://schemas.microsoft.com/office/drawing/2014/main" id="{26037196-1AAA-6A1F-3F59-5790731AE36E}"/>
              </a:ext>
            </a:extLst>
          </p:cNvPr>
          <p:cNvSpPr>
            <a:spLocks noGrp="1"/>
          </p:cNvSpPr>
          <p:nvPr>
            <p:ph type="sldNum" sz="quarter" idx="21"/>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a:t>
            </a:fld>
            <a:endParaRPr lang="de-DE" dirty="0"/>
          </a:p>
        </p:txBody>
      </p:sp>
      <p:sp>
        <p:nvSpPr>
          <p:cNvPr id="15" name="Titel">
            <a:extLst>
              <a:ext uri="{FF2B5EF4-FFF2-40B4-BE49-F238E27FC236}">
                <a16:creationId xmlns:a16="http://schemas.microsoft.com/office/drawing/2014/main" id="{729E722B-A48F-697F-545D-A8CD5D85180E}"/>
              </a:ext>
            </a:extLst>
          </p:cNvPr>
          <p:cNvSpPr>
            <a:spLocks noGrp="1"/>
          </p:cNvSpPr>
          <p:nvPr>
            <p:ph type="title" hasCustomPrompt="1"/>
          </p:nvPr>
        </p:nvSpPr>
        <p:spPr bwMode="gray"/>
        <p:txBody>
          <a:bodyPr/>
          <a:lstStyle/>
          <a:p>
            <a:r>
              <a:rPr lang="de-DE" dirty="0"/>
              <a:t>Folientitel</a:t>
            </a:r>
          </a:p>
        </p:txBody>
      </p:sp>
      <p:sp>
        <p:nvSpPr>
          <p:cNvPr id="11" name="Bildplatzhalter 1">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4675"/>
            <a:ext cx="4008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Bildplatzhalter 2">
            <a:extLst>
              <a:ext uri="{FF2B5EF4-FFF2-40B4-BE49-F238E27FC236}">
                <a16:creationId xmlns:a16="http://schemas.microsoft.com/office/drawing/2014/main" id="{6F8284E2-0177-2631-BA3D-F3BF1B4E8AA3}"/>
              </a:ext>
            </a:extLst>
          </p:cNvPr>
          <p:cNvSpPr>
            <a:spLocks noGrp="1"/>
          </p:cNvSpPr>
          <p:nvPr>
            <p:ph type="pic" idx="17" hasCustomPrompt="1"/>
          </p:nvPr>
        </p:nvSpPr>
        <p:spPr bwMode="gray">
          <a:xfrm>
            <a:off x="4080000" y="1844675"/>
            <a:ext cx="4032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 name="Bildplatzhalter 3">
            <a:extLst>
              <a:ext uri="{FF2B5EF4-FFF2-40B4-BE49-F238E27FC236}">
                <a16:creationId xmlns:a16="http://schemas.microsoft.com/office/drawing/2014/main" id="{0564DB63-B339-6C21-A591-8F083D9D3FBE}"/>
              </a:ext>
            </a:extLst>
          </p:cNvPr>
          <p:cNvSpPr>
            <a:spLocks noGrp="1"/>
          </p:cNvSpPr>
          <p:nvPr>
            <p:ph type="pic" idx="18" hasCustomPrompt="1"/>
          </p:nvPr>
        </p:nvSpPr>
        <p:spPr bwMode="gray">
          <a:xfrm>
            <a:off x="8184000" y="1844675"/>
            <a:ext cx="4008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Tree>
    <p:extLst>
      <p:ext uri="{BB962C8B-B14F-4D97-AF65-F5344CB8AC3E}">
        <p14:creationId xmlns:p14="http://schemas.microsoft.com/office/powerpoint/2010/main" val="189820009"/>
      </p:ext>
    </p:extLst>
  </p:cSld>
  <p:clrMapOvr>
    <a:masterClrMapping/>
  </p:clrMapOvr>
  <p:extLst>
    <p:ext uri="{DCECCB84-F9BA-43D5-87BE-67443E8EF086}">
      <p15:sldGuideLst xmlns:p15="http://schemas.microsoft.com/office/powerpoint/2012/main">
        <p15:guide id="1" orient="horz" pos="1162"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Vier Bilder">
    <p:spTree>
      <p:nvGrpSpPr>
        <p:cNvPr id="1" name=""/>
        <p:cNvGrpSpPr/>
        <p:nvPr/>
      </p:nvGrpSpPr>
      <p:grpSpPr>
        <a:xfrm>
          <a:off x="0" y="0"/>
          <a:ext cx="0" cy="0"/>
          <a:chOff x="0" y="0"/>
          <a:chExt cx="0" cy="0"/>
        </a:xfrm>
      </p:grpSpPr>
      <p:sp>
        <p:nvSpPr>
          <p:cNvPr id="9" name="Datum">
            <a:extLst>
              <a:ext uri="{FF2B5EF4-FFF2-40B4-BE49-F238E27FC236}">
                <a16:creationId xmlns:a16="http://schemas.microsoft.com/office/drawing/2014/main" id="{5D0A630D-7251-2C21-FEFA-25484339C800}"/>
              </a:ext>
              <a:ext uri="{C183D7F6-B498-43B3-948B-1728B52AA6E4}">
                <adec:decorative xmlns:adec="http://schemas.microsoft.com/office/drawing/2017/decorative" val="1"/>
              </a:ext>
            </a:extLst>
          </p:cNvPr>
          <p:cNvSpPr>
            <a:spLocks noGrp="1"/>
          </p:cNvSpPr>
          <p:nvPr>
            <p:ph type="dt" sz="half" idx="20"/>
          </p:nvPr>
        </p:nvSpPr>
        <p:spPr bwMode="gray"/>
        <p:txBody>
          <a:bodyPr/>
          <a:lstStyle>
            <a:lvl1pPr>
              <a:defRPr>
                <a:solidFill>
                  <a:schemeClr val="tx1">
                    <a:alpha val="0"/>
                  </a:schemeClr>
                </a:solidFill>
              </a:defRPr>
            </a:lvl1pPr>
          </a:lstStyle>
          <a:p>
            <a:endParaRPr lang="de-DE" dirty="0"/>
          </a:p>
        </p:txBody>
      </p:sp>
      <p:sp>
        <p:nvSpPr>
          <p:cNvPr id="10" name="Fußzeile">
            <a:extLst>
              <a:ext uri="{FF2B5EF4-FFF2-40B4-BE49-F238E27FC236}">
                <a16:creationId xmlns:a16="http://schemas.microsoft.com/office/drawing/2014/main" id="{5662F66F-DB6E-979D-98B6-DF66F204F7C5}"/>
              </a:ext>
              <a:ext uri="{C183D7F6-B498-43B3-948B-1728B52AA6E4}">
                <adec:decorative xmlns:adec="http://schemas.microsoft.com/office/drawing/2017/decorative" val="1"/>
              </a:ext>
            </a:extLst>
          </p:cNvPr>
          <p:cNvSpPr>
            <a:spLocks noGrp="1"/>
          </p:cNvSpPr>
          <p:nvPr>
            <p:ph type="ftr" sz="quarter" idx="21"/>
          </p:nvPr>
        </p:nvSpPr>
        <p:spPr bwMode="gray"/>
        <p:txBody>
          <a:bodyPr/>
          <a:lstStyle>
            <a:lvl1pPr>
              <a:defRPr>
                <a:solidFill>
                  <a:schemeClr val="tx1">
                    <a:alpha val="0"/>
                  </a:schemeClr>
                </a:solidFill>
              </a:defRPr>
            </a:lvl1pPr>
          </a:lstStyle>
          <a:p>
            <a:r>
              <a:rPr lang="de-DE" dirty="0"/>
              <a:t>KMH</a:t>
            </a:r>
          </a:p>
        </p:txBody>
      </p:sp>
      <p:sp>
        <p:nvSpPr>
          <p:cNvPr id="12" name="Seitenzahl">
            <a:extLst>
              <a:ext uri="{FF2B5EF4-FFF2-40B4-BE49-F238E27FC236}">
                <a16:creationId xmlns:a16="http://schemas.microsoft.com/office/drawing/2014/main" id="{B0BCC005-5F95-1D4D-C7D9-C6A7D0B75FAE}"/>
              </a:ext>
            </a:extLst>
          </p:cNvPr>
          <p:cNvSpPr>
            <a:spLocks noGrp="1"/>
          </p:cNvSpPr>
          <p:nvPr>
            <p:ph type="sldNum" sz="quarter" idx="22"/>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a:t>
            </a:fld>
            <a:endParaRPr lang="de-DE" dirty="0"/>
          </a:p>
        </p:txBody>
      </p:sp>
      <p:sp>
        <p:nvSpPr>
          <p:cNvPr id="15" name="Titel">
            <a:extLst>
              <a:ext uri="{FF2B5EF4-FFF2-40B4-BE49-F238E27FC236}">
                <a16:creationId xmlns:a16="http://schemas.microsoft.com/office/drawing/2014/main" id="{729E722B-A48F-697F-545D-A8CD5D85180E}"/>
              </a:ext>
            </a:extLst>
          </p:cNvPr>
          <p:cNvSpPr>
            <a:spLocks noGrp="1"/>
          </p:cNvSpPr>
          <p:nvPr>
            <p:ph type="title" hasCustomPrompt="1"/>
          </p:nvPr>
        </p:nvSpPr>
        <p:spPr bwMode="gray"/>
        <p:txBody>
          <a:bodyPr/>
          <a:lstStyle/>
          <a:p>
            <a:r>
              <a:rPr lang="de-DE" dirty="0"/>
              <a:t>Folientitel</a:t>
            </a:r>
          </a:p>
        </p:txBody>
      </p:sp>
      <p:sp>
        <p:nvSpPr>
          <p:cNvPr id="11" name="Bildplatzhalter 1">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4675"/>
            <a:ext cx="3000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Bildplatzhalter 2">
            <a:extLst>
              <a:ext uri="{FF2B5EF4-FFF2-40B4-BE49-F238E27FC236}">
                <a16:creationId xmlns:a16="http://schemas.microsoft.com/office/drawing/2014/main" id="{6F8284E2-0177-2631-BA3D-F3BF1B4E8AA3}"/>
              </a:ext>
            </a:extLst>
          </p:cNvPr>
          <p:cNvSpPr>
            <a:spLocks noGrp="1"/>
          </p:cNvSpPr>
          <p:nvPr>
            <p:ph type="pic" idx="17" hasCustomPrompt="1"/>
          </p:nvPr>
        </p:nvSpPr>
        <p:spPr bwMode="gray">
          <a:xfrm>
            <a:off x="3072000" y="1844675"/>
            <a:ext cx="2988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 name="Bildplatzhalter 3">
            <a:extLst>
              <a:ext uri="{FF2B5EF4-FFF2-40B4-BE49-F238E27FC236}">
                <a16:creationId xmlns:a16="http://schemas.microsoft.com/office/drawing/2014/main" id="{0564DB63-B339-6C21-A591-8F083D9D3FBE}"/>
              </a:ext>
            </a:extLst>
          </p:cNvPr>
          <p:cNvSpPr>
            <a:spLocks noGrp="1"/>
          </p:cNvSpPr>
          <p:nvPr>
            <p:ph type="pic" idx="18" hasCustomPrompt="1"/>
          </p:nvPr>
        </p:nvSpPr>
        <p:spPr bwMode="gray">
          <a:xfrm>
            <a:off x="6132000" y="1844675"/>
            <a:ext cx="2988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8" name="Bildplatzhalter 4">
            <a:extLst>
              <a:ext uri="{FF2B5EF4-FFF2-40B4-BE49-F238E27FC236}">
                <a16:creationId xmlns:a16="http://schemas.microsoft.com/office/drawing/2014/main" id="{C5346421-8D62-39A3-73FF-29EA4FC25575}"/>
              </a:ext>
            </a:extLst>
          </p:cNvPr>
          <p:cNvSpPr>
            <a:spLocks noGrp="1"/>
          </p:cNvSpPr>
          <p:nvPr>
            <p:ph type="pic" idx="19" hasCustomPrompt="1"/>
          </p:nvPr>
        </p:nvSpPr>
        <p:spPr bwMode="gray">
          <a:xfrm>
            <a:off x="9192000" y="1844675"/>
            <a:ext cx="3000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Tree>
    <p:extLst>
      <p:ext uri="{BB962C8B-B14F-4D97-AF65-F5344CB8AC3E}">
        <p14:creationId xmlns:p14="http://schemas.microsoft.com/office/powerpoint/2010/main" val="186376688"/>
      </p:ext>
    </p:extLst>
  </p:cSld>
  <p:clrMapOvr>
    <a:masterClrMapping/>
  </p:clrMapOvr>
  <p:extLst>
    <p:ext uri="{DCECCB84-F9BA-43D5-87BE-67443E8EF086}">
      <p15:sldGuideLst xmlns:p15="http://schemas.microsoft.com/office/powerpoint/2012/main">
        <p15:guide id="1" orient="horz" pos="1162"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in Bild mit Text | Blaugrau">
    <p:bg>
      <p:bgPr>
        <a:solidFill>
          <a:schemeClr val="bg2"/>
        </a:solidFill>
        <a:effectLst/>
      </p:bgPr>
    </p:bg>
    <p:spTree>
      <p:nvGrpSpPr>
        <p:cNvPr id="1" name=""/>
        <p:cNvGrpSpPr/>
        <p:nvPr/>
      </p:nvGrpSpPr>
      <p:grpSpPr>
        <a:xfrm>
          <a:off x="0" y="0"/>
          <a:ext cx="0" cy="0"/>
          <a:chOff x="0" y="0"/>
          <a:chExt cx="0" cy="0"/>
        </a:xfrm>
      </p:grpSpPr>
      <p:sp>
        <p:nvSpPr>
          <p:cNvPr id="4" name="Datum">
            <a:extLst>
              <a:ext uri="{FF2B5EF4-FFF2-40B4-BE49-F238E27FC236}">
                <a16:creationId xmlns:a16="http://schemas.microsoft.com/office/drawing/2014/main" id="{CEAEF033-4CFF-0CAC-EDCE-4AF76DE3483D}"/>
              </a:ext>
              <a:ext uri="{C183D7F6-B498-43B3-948B-1728B52AA6E4}">
                <adec:decorative xmlns:adec="http://schemas.microsoft.com/office/drawing/2017/decorative" val="1"/>
              </a:ext>
            </a:extLst>
          </p:cNvPr>
          <p:cNvSpPr>
            <a:spLocks noGrp="1"/>
          </p:cNvSpPr>
          <p:nvPr>
            <p:ph type="dt" sz="half" idx="15"/>
          </p:nvPr>
        </p:nvSpPr>
        <p:spPr bwMode="gray"/>
        <p:txBody>
          <a:bodyPr/>
          <a:lstStyle>
            <a:lvl1pPr>
              <a:defRPr>
                <a:solidFill>
                  <a:schemeClr val="tx1">
                    <a:alpha val="0"/>
                  </a:schemeClr>
                </a:solidFill>
              </a:defRPr>
            </a:lvl1pPr>
          </a:lstStyle>
          <a:p>
            <a:endParaRPr lang="de-DE" dirty="0"/>
          </a:p>
        </p:txBody>
      </p:sp>
      <p:sp>
        <p:nvSpPr>
          <p:cNvPr id="9" name="Fußzeile">
            <a:extLst>
              <a:ext uri="{FF2B5EF4-FFF2-40B4-BE49-F238E27FC236}">
                <a16:creationId xmlns:a16="http://schemas.microsoft.com/office/drawing/2014/main" id="{6FD3C00F-10BD-2FF0-BB84-A4D9FEE4747B}"/>
              </a:ext>
              <a:ext uri="{C183D7F6-B498-43B3-948B-1728B52AA6E4}">
                <adec:decorative xmlns:adec="http://schemas.microsoft.com/office/drawing/2017/decorative" val="1"/>
              </a:ext>
            </a:extLst>
          </p:cNvPr>
          <p:cNvSpPr>
            <a:spLocks noGrp="1"/>
          </p:cNvSpPr>
          <p:nvPr>
            <p:ph type="ftr" sz="quarter" idx="16"/>
          </p:nvPr>
        </p:nvSpPr>
        <p:spPr bwMode="gray"/>
        <p:txBody>
          <a:bodyPr/>
          <a:lstStyle>
            <a:lvl1pPr>
              <a:defRPr>
                <a:solidFill>
                  <a:schemeClr val="tx1">
                    <a:alpha val="0"/>
                  </a:schemeClr>
                </a:solidFill>
              </a:defRPr>
            </a:lvl1pPr>
          </a:lstStyle>
          <a:p>
            <a:r>
              <a:rPr lang="de-DE" dirty="0"/>
              <a:t>KMH</a:t>
            </a:r>
          </a:p>
        </p:txBody>
      </p:sp>
      <p:sp>
        <p:nvSpPr>
          <p:cNvPr id="10" name="Seitenzahl">
            <a:extLst>
              <a:ext uri="{FF2B5EF4-FFF2-40B4-BE49-F238E27FC236}">
                <a16:creationId xmlns:a16="http://schemas.microsoft.com/office/drawing/2014/main" id="{2735F53F-6FCA-074F-50BC-A8593EA75957}"/>
              </a:ext>
            </a:extLst>
          </p:cNvPr>
          <p:cNvSpPr>
            <a:spLocks noGrp="1"/>
          </p:cNvSpPr>
          <p:nvPr>
            <p:ph type="sldNum" sz="quarter" idx="17"/>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a:t>
            </a:fld>
            <a:endParaRPr lang="de-DE" dirty="0"/>
          </a:p>
        </p:txBody>
      </p:sp>
      <p:sp>
        <p:nvSpPr>
          <p:cNvPr id="2" name="Titel">
            <a:extLst>
              <a:ext uri="{FF2B5EF4-FFF2-40B4-BE49-F238E27FC236}">
                <a16:creationId xmlns:a16="http://schemas.microsoft.com/office/drawing/2014/main" id="{5B6403BF-8676-47B0-A57F-13E28F67CEC2}"/>
              </a:ext>
            </a:extLst>
          </p:cNvPr>
          <p:cNvSpPr>
            <a:spLocks noGrp="1"/>
          </p:cNvSpPr>
          <p:nvPr>
            <p:ph type="title" hasCustomPrompt="1"/>
          </p:nvPr>
        </p:nvSpPr>
        <p:spPr bwMode="invGray"/>
        <p:txBody>
          <a:bodyPr/>
          <a:lstStyle>
            <a:lvl1pPr>
              <a:defRPr>
                <a:solidFill>
                  <a:schemeClr val="bg1"/>
                </a:solidFill>
              </a:defRPr>
            </a:lvl1pPr>
          </a:lstStyle>
          <a:p>
            <a:r>
              <a:rPr lang="de-DE" dirty="0"/>
              <a:t>Folientitel</a:t>
            </a:r>
          </a:p>
        </p:txBody>
      </p:sp>
      <p:sp>
        <p:nvSpPr>
          <p:cNvPr id="11" name="Bildplatzhalter">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5000"/>
            <a:ext cx="12192000" cy="5013000"/>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8" name="Textplatzhalter">
            <a:extLst>
              <a:ext uri="{FF2B5EF4-FFF2-40B4-BE49-F238E27FC236}">
                <a16:creationId xmlns:a16="http://schemas.microsoft.com/office/drawing/2014/main" id="{1C47F70D-E672-4F7E-7495-7F0743A6E8E5}"/>
              </a:ext>
            </a:extLst>
          </p:cNvPr>
          <p:cNvSpPr>
            <a:spLocks noGrp="1"/>
          </p:cNvSpPr>
          <p:nvPr>
            <p:ph type="body" sz="quarter" idx="14" hasCustomPrompt="1"/>
          </p:nvPr>
        </p:nvSpPr>
        <p:spPr bwMode="gray">
          <a:xfrm>
            <a:off x="8184000" y="2492999"/>
            <a:ext cx="3312000" cy="3671264"/>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de-DE" dirty="0"/>
              <a:t>Das ist ein Fließtext. Nutzen Sie die Schaltflächen „Listenebene erhöhen“ bzw. „verringern“ (auf der Registerlasche „Start“), um die vordefinierten Textformatierungen anzusteuern.</a:t>
            </a:r>
          </a:p>
          <a:p>
            <a:pPr lvl="1"/>
            <a:r>
              <a:rPr lang="de-DE" dirty="0"/>
              <a:t>Zweite Ebene</a:t>
            </a:r>
          </a:p>
          <a:p>
            <a:pPr lvl="2"/>
            <a:r>
              <a:rPr lang="de-DE" dirty="0"/>
              <a:t>Dritte Ebene</a:t>
            </a:r>
          </a:p>
          <a:p>
            <a:pPr lvl="3"/>
            <a:r>
              <a:rPr lang="de-DE" dirty="0"/>
              <a:t>Vierte Ebene</a:t>
            </a:r>
          </a:p>
        </p:txBody>
      </p:sp>
    </p:spTree>
    <p:extLst>
      <p:ext uri="{BB962C8B-B14F-4D97-AF65-F5344CB8AC3E}">
        <p14:creationId xmlns:p14="http://schemas.microsoft.com/office/powerpoint/2010/main" val="1880015319"/>
      </p:ext>
    </p:extLst>
  </p:cSld>
  <p:clrMapOvr>
    <a:masterClrMapping/>
  </p:clrMapOvr>
  <p:extLst>
    <p:ext uri="{DCECCB84-F9BA-43D5-87BE-67443E8EF086}">
      <p15:sldGuideLst xmlns:p15="http://schemas.microsoft.com/office/powerpoint/2012/main">
        <p15:guide id="1" orient="horz" pos="1570" userDrawn="1">
          <p15:clr>
            <a:srgbClr val="FBAE40"/>
          </p15:clr>
        </p15:guide>
        <p15:guide id="3" pos="7242" userDrawn="1">
          <p15:clr>
            <a:srgbClr val="FBAE40"/>
          </p15:clr>
        </p15:guide>
        <p15:guide id="4" pos="438" userDrawn="1">
          <p15:clr>
            <a:srgbClr val="FBAE40"/>
          </p15:clr>
        </p15:guide>
        <p15:guide id="5" orient="horz" pos="3883"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Zwei Bilder | Blaugrau">
    <p:bg>
      <p:bgPr>
        <a:solidFill>
          <a:schemeClr val="bg2"/>
        </a:solidFill>
        <a:effectLst/>
      </p:bgPr>
    </p:bg>
    <p:spTree>
      <p:nvGrpSpPr>
        <p:cNvPr id="1" name=""/>
        <p:cNvGrpSpPr/>
        <p:nvPr/>
      </p:nvGrpSpPr>
      <p:grpSpPr>
        <a:xfrm>
          <a:off x="0" y="0"/>
          <a:ext cx="0" cy="0"/>
          <a:chOff x="0" y="0"/>
          <a:chExt cx="0" cy="0"/>
        </a:xfrm>
      </p:grpSpPr>
      <p:sp>
        <p:nvSpPr>
          <p:cNvPr id="8" name="Datum">
            <a:extLst>
              <a:ext uri="{FF2B5EF4-FFF2-40B4-BE49-F238E27FC236}">
                <a16:creationId xmlns:a16="http://schemas.microsoft.com/office/drawing/2014/main" id="{421C8727-9DB4-D509-7970-DA87F653771E}"/>
              </a:ext>
              <a:ext uri="{C183D7F6-B498-43B3-948B-1728B52AA6E4}">
                <adec:decorative xmlns:adec="http://schemas.microsoft.com/office/drawing/2017/decorative" val="1"/>
              </a:ext>
            </a:extLst>
          </p:cNvPr>
          <p:cNvSpPr>
            <a:spLocks noGrp="1"/>
          </p:cNvSpPr>
          <p:nvPr>
            <p:ph type="dt" sz="half" idx="18"/>
          </p:nvPr>
        </p:nvSpPr>
        <p:spPr bwMode="gray"/>
        <p:txBody>
          <a:bodyPr/>
          <a:lstStyle>
            <a:lvl1pPr>
              <a:defRPr>
                <a:solidFill>
                  <a:schemeClr val="tx1">
                    <a:alpha val="0"/>
                  </a:schemeClr>
                </a:solidFill>
              </a:defRPr>
            </a:lvl1pPr>
          </a:lstStyle>
          <a:p>
            <a:endParaRPr lang="de-DE" dirty="0"/>
          </a:p>
        </p:txBody>
      </p:sp>
      <p:sp>
        <p:nvSpPr>
          <p:cNvPr id="9" name="Fußzeile">
            <a:extLst>
              <a:ext uri="{FF2B5EF4-FFF2-40B4-BE49-F238E27FC236}">
                <a16:creationId xmlns:a16="http://schemas.microsoft.com/office/drawing/2014/main" id="{36128DE3-C039-C247-20CB-565C35B1C502}"/>
              </a:ext>
              <a:ext uri="{C183D7F6-B498-43B3-948B-1728B52AA6E4}">
                <adec:decorative xmlns:adec="http://schemas.microsoft.com/office/drawing/2017/decorative" val="1"/>
              </a:ext>
            </a:extLst>
          </p:cNvPr>
          <p:cNvSpPr>
            <a:spLocks noGrp="1"/>
          </p:cNvSpPr>
          <p:nvPr>
            <p:ph type="ftr" sz="quarter" idx="19"/>
          </p:nvPr>
        </p:nvSpPr>
        <p:spPr bwMode="gray"/>
        <p:txBody>
          <a:bodyPr/>
          <a:lstStyle>
            <a:lvl1pPr>
              <a:defRPr>
                <a:solidFill>
                  <a:schemeClr val="tx1">
                    <a:alpha val="0"/>
                  </a:schemeClr>
                </a:solidFill>
              </a:defRPr>
            </a:lvl1pPr>
          </a:lstStyle>
          <a:p>
            <a:r>
              <a:rPr lang="de-DE" dirty="0"/>
              <a:t>KMH</a:t>
            </a:r>
          </a:p>
        </p:txBody>
      </p:sp>
      <p:sp>
        <p:nvSpPr>
          <p:cNvPr id="10" name="Seitenzahl">
            <a:extLst>
              <a:ext uri="{FF2B5EF4-FFF2-40B4-BE49-F238E27FC236}">
                <a16:creationId xmlns:a16="http://schemas.microsoft.com/office/drawing/2014/main" id="{E4AE5A04-4E3E-39C8-41BE-BE4DFA83436C}"/>
              </a:ext>
            </a:extLst>
          </p:cNvPr>
          <p:cNvSpPr>
            <a:spLocks noGrp="1"/>
          </p:cNvSpPr>
          <p:nvPr>
            <p:ph type="sldNum" sz="quarter" idx="20"/>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a:t>
            </a:fld>
            <a:endParaRPr lang="de-DE" dirty="0"/>
          </a:p>
        </p:txBody>
      </p:sp>
      <p:sp>
        <p:nvSpPr>
          <p:cNvPr id="15" name="Titel">
            <a:extLst>
              <a:ext uri="{FF2B5EF4-FFF2-40B4-BE49-F238E27FC236}">
                <a16:creationId xmlns:a16="http://schemas.microsoft.com/office/drawing/2014/main" id="{729E722B-A48F-697F-545D-A8CD5D85180E}"/>
              </a:ext>
            </a:extLst>
          </p:cNvPr>
          <p:cNvSpPr>
            <a:spLocks noGrp="1"/>
          </p:cNvSpPr>
          <p:nvPr>
            <p:ph type="title" hasCustomPrompt="1"/>
          </p:nvPr>
        </p:nvSpPr>
        <p:spPr bwMode="invGray"/>
        <p:txBody>
          <a:bodyPr/>
          <a:lstStyle>
            <a:lvl1pPr>
              <a:defRPr>
                <a:solidFill>
                  <a:schemeClr val="bg1"/>
                </a:solidFill>
              </a:defRPr>
            </a:lvl1pPr>
          </a:lstStyle>
          <a:p>
            <a:r>
              <a:rPr lang="de-DE" dirty="0"/>
              <a:t>Folientitel</a:t>
            </a:r>
          </a:p>
        </p:txBody>
      </p:sp>
      <p:sp>
        <p:nvSpPr>
          <p:cNvPr id="11" name="Bildplatzhalter 1">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5000"/>
            <a:ext cx="6060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Bildplatzhalter 2">
            <a:extLst>
              <a:ext uri="{FF2B5EF4-FFF2-40B4-BE49-F238E27FC236}">
                <a16:creationId xmlns:a16="http://schemas.microsoft.com/office/drawing/2014/main" id="{6F8284E2-0177-2631-BA3D-F3BF1B4E8AA3}"/>
              </a:ext>
            </a:extLst>
          </p:cNvPr>
          <p:cNvSpPr>
            <a:spLocks noGrp="1"/>
          </p:cNvSpPr>
          <p:nvPr>
            <p:ph type="pic" idx="17" hasCustomPrompt="1"/>
          </p:nvPr>
        </p:nvSpPr>
        <p:spPr bwMode="gray">
          <a:xfrm>
            <a:off x="6132000" y="1845000"/>
            <a:ext cx="6060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Tree>
    <p:extLst>
      <p:ext uri="{BB962C8B-B14F-4D97-AF65-F5344CB8AC3E}">
        <p14:creationId xmlns:p14="http://schemas.microsoft.com/office/powerpoint/2010/main" val="2459233984"/>
      </p:ext>
    </p:extLst>
  </p:cSld>
  <p:clrMapOvr>
    <a:masterClrMapping/>
  </p:clrMapOvr>
  <p:extLst>
    <p:ext uri="{DCECCB84-F9BA-43D5-87BE-67443E8EF086}">
      <p15:sldGuideLst xmlns:p15="http://schemas.microsoft.com/office/powerpoint/2012/main">
        <p15:guide id="1" orient="horz" pos="116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rei Bilder | Blaugrau">
    <p:bg>
      <p:bgPr>
        <a:solidFill>
          <a:schemeClr val="bg2"/>
        </a:solidFill>
        <a:effectLst/>
      </p:bgPr>
    </p:bg>
    <p:spTree>
      <p:nvGrpSpPr>
        <p:cNvPr id="1" name=""/>
        <p:cNvGrpSpPr/>
        <p:nvPr/>
      </p:nvGrpSpPr>
      <p:grpSpPr>
        <a:xfrm>
          <a:off x="0" y="0"/>
          <a:ext cx="0" cy="0"/>
          <a:chOff x="0" y="0"/>
          <a:chExt cx="0" cy="0"/>
        </a:xfrm>
      </p:grpSpPr>
      <p:sp>
        <p:nvSpPr>
          <p:cNvPr id="3" name="Datum">
            <a:extLst>
              <a:ext uri="{FF2B5EF4-FFF2-40B4-BE49-F238E27FC236}">
                <a16:creationId xmlns:a16="http://schemas.microsoft.com/office/drawing/2014/main" id="{911F7BEC-B5A2-06A5-1D49-BB0D820FF77E}"/>
              </a:ext>
              <a:ext uri="{C183D7F6-B498-43B3-948B-1728B52AA6E4}">
                <adec:decorative xmlns:adec="http://schemas.microsoft.com/office/drawing/2017/decorative" val="1"/>
              </a:ext>
            </a:extLst>
          </p:cNvPr>
          <p:cNvSpPr>
            <a:spLocks noGrp="1"/>
          </p:cNvSpPr>
          <p:nvPr>
            <p:ph type="dt" sz="half" idx="19"/>
          </p:nvPr>
        </p:nvSpPr>
        <p:spPr bwMode="gray"/>
        <p:txBody>
          <a:bodyPr/>
          <a:lstStyle>
            <a:lvl1pPr>
              <a:defRPr>
                <a:solidFill>
                  <a:schemeClr val="tx1">
                    <a:alpha val="0"/>
                  </a:schemeClr>
                </a:solidFill>
              </a:defRPr>
            </a:lvl1pPr>
          </a:lstStyle>
          <a:p>
            <a:endParaRPr lang="de-DE" dirty="0"/>
          </a:p>
        </p:txBody>
      </p:sp>
      <p:sp>
        <p:nvSpPr>
          <p:cNvPr id="4" name="Fußzeile">
            <a:extLst>
              <a:ext uri="{FF2B5EF4-FFF2-40B4-BE49-F238E27FC236}">
                <a16:creationId xmlns:a16="http://schemas.microsoft.com/office/drawing/2014/main" id="{83947F2E-F548-B202-A3F8-63685EA6C813}"/>
              </a:ext>
              <a:ext uri="{C183D7F6-B498-43B3-948B-1728B52AA6E4}">
                <adec:decorative xmlns:adec="http://schemas.microsoft.com/office/drawing/2017/decorative" val="1"/>
              </a:ext>
            </a:extLst>
          </p:cNvPr>
          <p:cNvSpPr>
            <a:spLocks noGrp="1"/>
          </p:cNvSpPr>
          <p:nvPr>
            <p:ph type="ftr" sz="quarter" idx="20"/>
          </p:nvPr>
        </p:nvSpPr>
        <p:spPr bwMode="gray"/>
        <p:txBody>
          <a:bodyPr/>
          <a:lstStyle>
            <a:lvl1pPr>
              <a:defRPr>
                <a:solidFill>
                  <a:schemeClr val="tx1">
                    <a:alpha val="0"/>
                  </a:schemeClr>
                </a:solidFill>
              </a:defRPr>
            </a:lvl1pPr>
          </a:lstStyle>
          <a:p>
            <a:r>
              <a:rPr lang="de-DE" dirty="0"/>
              <a:t>KMH</a:t>
            </a:r>
          </a:p>
        </p:txBody>
      </p:sp>
      <p:sp>
        <p:nvSpPr>
          <p:cNvPr id="8" name="Seitenzahl">
            <a:extLst>
              <a:ext uri="{FF2B5EF4-FFF2-40B4-BE49-F238E27FC236}">
                <a16:creationId xmlns:a16="http://schemas.microsoft.com/office/drawing/2014/main" id="{9339CF06-7C56-EF72-73AD-18759FF7B8DD}"/>
              </a:ext>
            </a:extLst>
          </p:cNvPr>
          <p:cNvSpPr>
            <a:spLocks noGrp="1"/>
          </p:cNvSpPr>
          <p:nvPr>
            <p:ph type="sldNum" sz="quarter" idx="21"/>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a:t>
            </a:fld>
            <a:endParaRPr lang="de-DE" dirty="0"/>
          </a:p>
        </p:txBody>
      </p:sp>
      <p:sp>
        <p:nvSpPr>
          <p:cNvPr id="15" name="Titel">
            <a:extLst>
              <a:ext uri="{FF2B5EF4-FFF2-40B4-BE49-F238E27FC236}">
                <a16:creationId xmlns:a16="http://schemas.microsoft.com/office/drawing/2014/main" id="{729E722B-A48F-697F-545D-A8CD5D85180E}"/>
              </a:ext>
            </a:extLst>
          </p:cNvPr>
          <p:cNvSpPr>
            <a:spLocks noGrp="1"/>
          </p:cNvSpPr>
          <p:nvPr>
            <p:ph type="title" hasCustomPrompt="1"/>
          </p:nvPr>
        </p:nvSpPr>
        <p:spPr bwMode="invGray"/>
        <p:txBody>
          <a:bodyPr/>
          <a:lstStyle>
            <a:lvl1pPr>
              <a:defRPr>
                <a:solidFill>
                  <a:schemeClr val="bg1"/>
                </a:solidFill>
              </a:defRPr>
            </a:lvl1pPr>
          </a:lstStyle>
          <a:p>
            <a:r>
              <a:rPr lang="de-DE" dirty="0"/>
              <a:t>Folientitel</a:t>
            </a:r>
          </a:p>
        </p:txBody>
      </p:sp>
      <p:sp>
        <p:nvSpPr>
          <p:cNvPr id="11" name="Bildplatzhalter 1">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4675"/>
            <a:ext cx="4008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Bildplatzhalter 2">
            <a:extLst>
              <a:ext uri="{FF2B5EF4-FFF2-40B4-BE49-F238E27FC236}">
                <a16:creationId xmlns:a16="http://schemas.microsoft.com/office/drawing/2014/main" id="{6F8284E2-0177-2631-BA3D-F3BF1B4E8AA3}"/>
              </a:ext>
            </a:extLst>
          </p:cNvPr>
          <p:cNvSpPr>
            <a:spLocks noGrp="1"/>
          </p:cNvSpPr>
          <p:nvPr>
            <p:ph type="pic" idx="17" hasCustomPrompt="1"/>
          </p:nvPr>
        </p:nvSpPr>
        <p:spPr bwMode="gray">
          <a:xfrm>
            <a:off x="4080000" y="1844675"/>
            <a:ext cx="4032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 name="Bildplatzhalter 3">
            <a:extLst>
              <a:ext uri="{FF2B5EF4-FFF2-40B4-BE49-F238E27FC236}">
                <a16:creationId xmlns:a16="http://schemas.microsoft.com/office/drawing/2014/main" id="{0564DB63-B339-6C21-A591-8F083D9D3FBE}"/>
              </a:ext>
            </a:extLst>
          </p:cNvPr>
          <p:cNvSpPr>
            <a:spLocks noGrp="1"/>
          </p:cNvSpPr>
          <p:nvPr>
            <p:ph type="pic" idx="18" hasCustomPrompt="1"/>
          </p:nvPr>
        </p:nvSpPr>
        <p:spPr bwMode="gray">
          <a:xfrm>
            <a:off x="8184000" y="1844675"/>
            <a:ext cx="4008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Tree>
    <p:extLst>
      <p:ext uri="{BB962C8B-B14F-4D97-AF65-F5344CB8AC3E}">
        <p14:creationId xmlns:p14="http://schemas.microsoft.com/office/powerpoint/2010/main" val="548565317"/>
      </p:ext>
    </p:extLst>
  </p:cSld>
  <p:clrMapOvr>
    <a:masterClrMapping/>
  </p:clrMapOvr>
  <p:extLst>
    <p:ext uri="{DCECCB84-F9BA-43D5-87BE-67443E8EF086}">
      <p15:sldGuideLst xmlns:p15="http://schemas.microsoft.com/office/powerpoint/2012/main">
        <p15:guide id="1" orient="horz" pos="1162"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ier Bilder | Blaugrau">
    <p:bg>
      <p:bgPr>
        <a:solidFill>
          <a:schemeClr val="bg2"/>
        </a:solidFill>
        <a:effectLst/>
      </p:bgPr>
    </p:bg>
    <p:spTree>
      <p:nvGrpSpPr>
        <p:cNvPr id="1" name=""/>
        <p:cNvGrpSpPr/>
        <p:nvPr/>
      </p:nvGrpSpPr>
      <p:grpSpPr>
        <a:xfrm>
          <a:off x="0" y="0"/>
          <a:ext cx="0" cy="0"/>
          <a:chOff x="0" y="0"/>
          <a:chExt cx="0" cy="0"/>
        </a:xfrm>
      </p:grpSpPr>
      <p:sp>
        <p:nvSpPr>
          <p:cNvPr id="3" name="Datum">
            <a:extLst>
              <a:ext uri="{FF2B5EF4-FFF2-40B4-BE49-F238E27FC236}">
                <a16:creationId xmlns:a16="http://schemas.microsoft.com/office/drawing/2014/main" id="{17EE8F1F-854F-6353-1511-DDFAEE3C0590}"/>
              </a:ext>
              <a:ext uri="{C183D7F6-B498-43B3-948B-1728B52AA6E4}">
                <adec:decorative xmlns:adec="http://schemas.microsoft.com/office/drawing/2017/decorative" val="1"/>
              </a:ext>
            </a:extLst>
          </p:cNvPr>
          <p:cNvSpPr>
            <a:spLocks noGrp="1"/>
          </p:cNvSpPr>
          <p:nvPr>
            <p:ph type="dt" sz="half" idx="20"/>
          </p:nvPr>
        </p:nvSpPr>
        <p:spPr bwMode="gray"/>
        <p:txBody>
          <a:bodyPr/>
          <a:lstStyle>
            <a:lvl1pPr>
              <a:defRPr>
                <a:solidFill>
                  <a:schemeClr val="tx1">
                    <a:alpha val="0"/>
                  </a:schemeClr>
                </a:solidFill>
              </a:defRPr>
            </a:lvl1pPr>
          </a:lstStyle>
          <a:p>
            <a:endParaRPr lang="de-DE" dirty="0"/>
          </a:p>
        </p:txBody>
      </p:sp>
      <p:sp>
        <p:nvSpPr>
          <p:cNvPr id="4" name="Fußzeile">
            <a:extLst>
              <a:ext uri="{FF2B5EF4-FFF2-40B4-BE49-F238E27FC236}">
                <a16:creationId xmlns:a16="http://schemas.microsoft.com/office/drawing/2014/main" id="{BF5029A9-20DF-0901-58FF-3E1AADA843F9}"/>
              </a:ext>
              <a:ext uri="{C183D7F6-B498-43B3-948B-1728B52AA6E4}">
                <adec:decorative xmlns:adec="http://schemas.microsoft.com/office/drawing/2017/decorative" val="1"/>
              </a:ext>
            </a:extLst>
          </p:cNvPr>
          <p:cNvSpPr>
            <a:spLocks noGrp="1"/>
          </p:cNvSpPr>
          <p:nvPr>
            <p:ph type="ftr" sz="quarter" idx="21"/>
          </p:nvPr>
        </p:nvSpPr>
        <p:spPr bwMode="gray"/>
        <p:txBody>
          <a:bodyPr/>
          <a:lstStyle>
            <a:lvl1pPr>
              <a:defRPr>
                <a:solidFill>
                  <a:schemeClr val="tx1">
                    <a:alpha val="0"/>
                  </a:schemeClr>
                </a:solidFill>
              </a:defRPr>
            </a:lvl1pPr>
          </a:lstStyle>
          <a:p>
            <a:r>
              <a:rPr lang="de-DE" dirty="0"/>
              <a:t>KMH</a:t>
            </a:r>
          </a:p>
        </p:txBody>
      </p:sp>
      <p:sp>
        <p:nvSpPr>
          <p:cNvPr id="9" name="Seitenzahl">
            <a:extLst>
              <a:ext uri="{FF2B5EF4-FFF2-40B4-BE49-F238E27FC236}">
                <a16:creationId xmlns:a16="http://schemas.microsoft.com/office/drawing/2014/main" id="{FE28D956-DAE2-845F-F36A-1FF7A89D5BFA}"/>
              </a:ext>
            </a:extLst>
          </p:cNvPr>
          <p:cNvSpPr>
            <a:spLocks noGrp="1"/>
          </p:cNvSpPr>
          <p:nvPr>
            <p:ph type="sldNum" sz="quarter" idx="22"/>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a:t>
            </a:fld>
            <a:endParaRPr lang="de-DE" dirty="0"/>
          </a:p>
        </p:txBody>
      </p:sp>
      <p:sp>
        <p:nvSpPr>
          <p:cNvPr id="15" name="Titel">
            <a:extLst>
              <a:ext uri="{FF2B5EF4-FFF2-40B4-BE49-F238E27FC236}">
                <a16:creationId xmlns:a16="http://schemas.microsoft.com/office/drawing/2014/main" id="{729E722B-A48F-697F-545D-A8CD5D85180E}"/>
              </a:ext>
            </a:extLst>
          </p:cNvPr>
          <p:cNvSpPr>
            <a:spLocks noGrp="1"/>
          </p:cNvSpPr>
          <p:nvPr>
            <p:ph type="title" hasCustomPrompt="1"/>
          </p:nvPr>
        </p:nvSpPr>
        <p:spPr bwMode="invGray"/>
        <p:txBody>
          <a:bodyPr/>
          <a:lstStyle>
            <a:lvl1pPr>
              <a:defRPr>
                <a:solidFill>
                  <a:schemeClr val="bg1"/>
                </a:solidFill>
              </a:defRPr>
            </a:lvl1pPr>
          </a:lstStyle>
          <a:p>
            <a:r>
              <a:rPr lang="de-DE" dirty="0"/>
              <a:t>Folientitel</a:t>
            </a:r>
          </a:p>
        </p:txBody>
      </p:sp>
      <p:sp>
        <p:nvSpPr>
          <p:cNvPr id="11" name="Bildplatzhalter 1">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4675"/>
            <a:ext cx="3000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Bildplatzhalter 2">
            <a:extLst>
              <a:ext uri="{FF2B5EF4-FFF2-40B4-BE49-F238E27FC236}">
                <a16:creationId xmlns:a16="http://schemas.microsoft.com/office/drawing/2014/main" id="{6F8284E2-0177-2631-BA3D-F3BF1B4E8AA3}"/>
              </a:ext>
            </a:extLst>
          </p:cNvPr>
          <p:cNvSpPr>
            <a:spLocks noGrp="1"/>
          </p:cNvSpPr>
          <p:nvPr>
            <p:ph type="pic" idx="17" hasCustomPrompt="1"/>
          </p:nvPr>
        </p:nvSpPr>
        <p:spPr bwMode="gray">
          <a:xfrm>
            <a:off x="3072000" y="1844675"/>
            <a:ext cx="2988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 name="Bildplatzhalter 3">
            <a:extLst>
              <a:ext uri="{FF2B5EF4-FFF2-40B4-BE49-F238E27FC236}">
                <a16:creationId xmlns:a16="http://schemas.microsoft.com/office/drawing/2014/main" id="{0564DB63-B339-6C21-A591-8F083D9D3FBE}"/>
              </a:ext>
            </a:extLst>
          </p:cNvPr>
          <p:cNvSpPr>
            <a:spLocks noGrp="1"/>
          </p:cNvSpPr>
          <p:nvPr>
            <p:ph type="pic" idx="18" hasCustomPrompt="1"/>
          </p:nvPr>
        </p:nvSpPr>
        <p:spPr bwMode="gray">
          <a:xfrm>
            <a:off x="6132000" y="1844675"/>
            <a:ext cx="2988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8" name="Bildplatzhalter 4">
            <a:extLst>
              <a:ext uri="{FF2B5EF4-FFF2-40B4-BE49-F238E27FC236}">
                <a16:creationId xmlns:a16="http://schemas.microsoft.com/office/drawing/2014/main" id="{C5346421-8D62-39A3-73FF-29EA4FC25575}"/>
              </a:ext>
            </a:extLst>
          </p:cNvPr>
          <p:cNvSpPr>
            <a:spLocks noGrp="1"/>
          </p:cNvSpPr>
          <p:nvPr>
            <p:ph type="pic" idx="19" hasCustomPrompt="1"/>
          </p:nvPr>
        </p:nvSpPr>
        <p:spPr bwMode="gray">
          <a:xfrm>
            <a:off x="9192000" y="1844675"/>
            <a:ext cx="3000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Tree>
    <p:extLst>
      <p:ext uri="{BB962C8B-B14F-4D97-AF65-F5344CB8AC3E}">
        <p14:creationId xmlns:p14="http://schemas.microsoft.com/office/powerpoint/2010/main" val="290935453"/>
      </p:ext>
    </p:extLst>
  </p:cSld>
  <p:clrMapOvr>
    <a:masterClrMapping/>
  </p:clrMapOvr>
  <p:extLst>
    <p:ext uri="{DCECCB84-F9BA-43D5-87BE-67443E8EF086}">
      <p15:sldGuideLst xmlns:p15="http://schemas.microsoft.com/office/powerpoint/2012/main">
        <p15:guide id="1" orient="horz" pos="1162"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Zitat">
    <p:bg>
      <p:bgPr>
        <a:solidFill>
          <a:schemeClr val="bg2"/>
        </a:solidFill>
        <a:effectLst/>
      </p:bgPr>
    </p:bg>
    <p:spTree>
      <p:nvGrpSpPr>
        <p:cNvPr id="1" name=""/>
        <p:cNvGrpSpPr/>
        <p:nvPr/>
      </p:nvGrpSpPr>
      <p:grpSpPr>
        <a:xfrm>
          <a:off x="0" y="0"/>
          <a:ext cx="0" cy="0"/>
          <a:chOff x="0" y="0"/>
          <a:chExt cx="0" cy="0"/>
        </a:xfrm>
      </p:grpSpPr>
      <p:sp>
        <p:nvSpPr>
          <p:cNvPr id="5" name="Anführungszeichen">
            <a:extLst>
              <a:ext uri="{FF2B5EF4-FFF2-40B4-BE49-F238E27FC236}">
                <a16:creationId xmlns:a16="http://schemas.microsoft.com/office/drawing/2014/main" id="{672F3328-C8F1-5D82-3D6D-1471636D11D1}"/>
              </a:ext>
              <a:ext uri="{C183D7F6-B498-43B3-948B-1728B52AA6E4}">
                <adec:decorative xmlns:adec="http://schemas.microsoft.com/office/drawing/2017/decorative" val="1"/>
              </a:ext>
            </a:extLst>
          </p:cNvPr>
          <p:cNvSpPr/>
          <p:nvPr userDrawn="1"/>
        </p:nvSpPr>
        <p:spPr bwMode="gray">
          <a:xfrm>
            <a:off x="1399416" y="1952056"/>
            <a:ext cx="467100" cy="432000"/>
          </a:xfrm>
          <a:custGeom>
            <a:avLst/>
            <a:gdLst>
              <a:gd name="connsiteX0" fmla="*/ 293400 w 467100"/>
              <a:gd name="connsiteY0" fmla="*/ 0 h 432000"/>
              <a:gd name="connsiteX1" fmla="*/ 467100 w 467100"/>
              <a:gd name="connsiteY1" fmla="*/ 0 h 432000"/>
              <a:gd name="connsiteX2" fmla="*/ 467100 w 467100"/>
              <a:gd name="connsiteY2" fmla="*/ 148500 h 432000"/>
              <a:gd name="connsiteX3" fmla="*/ 439200 w 467100"/>
              <a:gd name="connsiteY3" fmla="*/ 322200 h 432000"/>
              <a:gd name="connsiteX4" fmla="*/ 318600 w 467100"/>
              <a:gd name="connsiteY4" fmla="*/ 432000 h 432000"/>
              <a:gd name="connsiteX5" fmla="*/ 279000 w 467100"/>
              <a:gd name="connsiteY5" fmla="*/ 368100 h 432000"/>
              <a:gd name="connsiteX6" fmla="*/ 351450 w 467100"/>
              <a:gd name="connsiteY6" fmla="*/ 305550 h 432000"/>
              <a:gd name="connsiteX7" fmla="*/ 378000 w 467100"/>
              <a:gd name="connsiteY7" fmla="*/ 188100 h 432000"/>
              <a:gd name="connsiteX8" fmla="*/ 293400 w 467100"/>
              <a:gd name="connsiteY8" fmla="*/ 188100 h 432000"/>
              <a:gd name="connsiteX9" fmla="*/ 14400 w 467100"/>
              <a:gd name="connsiteY9" fmla="*/ 0 h 432000"/>
              <a:gd name="connsiteX10" fmla="*/ 188100 w 467100"/>
              <a:gd name="connsiteY10" fmla="*/ 0 h 432000"/>
              <a:gd name="connsiteX11" fmla="*/ 188100 w 467100"/>
              <a:gd name="connsiteY11" fmla="*/ 148500 h 432000"/>
              <a:gd name="connsiteX12" fmla="*/ 160200 w 467100"/>
              <a:gd name="connsiteY12" fmla="*/ 322200 h 432000"/>
              <a:gd name="connsiteX13" fmla="*/ 39600 w 467100"/>
              <a:gd name="connsiteY13" fmla="*/ 432000 h 432000"/>
              <a:gd name="connsiteX14" fmla="*/ 0 w 467100"/>
              <a:gd name="connsiteY14" fmla="*/ 368100 h 432000"/>
              <a:gd name="connsiteX15" fmla="*/ 72450 w 467100"/>
              <a:gd name="connsiteY15" fmla="*/ 305550 h 432000"/>
              <a:gd name="connsiteX16" fmla="*/ 99000 w 467100"/>
              <a:gd name="connsiteY16" fmla="*/ 188100 h 432000"/>
              <a:gd name="connsiteX17" fmla="*/ 14400 w 467100"/>
              <a:gd name="connsiteY17" fmla="*/ 188100 h 43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7100" h="432000">
                <a:moveTo>
                  <a:pt x="293400" y="0"/>
                </a:moveTo>
                <a:lnTo>
                  <a:pt x="467100" y="0"/>
                </a:lnTo>
                <a:lnTo>
                  <a:pt x="467100" y="148500"/>
                </a:lnTo>
                <a:cubicBezTo>
                  <a:pt x="467100" y="228900"/>
                  <a:pt x="457800" y="286800"/>
                  <a:pt x="439200" y="322200"/>
                </a:cubicBezTo>
                <a:cubicBezTo>
                  <a:pt x="413399" y="370800"/>
                  <a:pt x="373199" y="407400"/>
                  <a:pt x="318600" y="432000"/>
                </a:cubicBezTo>
                <a:lnTo>
                  <a:pt x="279000" y="368100"/>
                </a:lnTo>
                <a:cubicBezTo>
                  <a:pt x="311400" y="354900"/>
                  <a:pt x="335550" y="334050"/>
                  <a:pt x="351450" y="305550"/>
                </a:cubicBezTo>
                <a:cubicBezTo>
                  <a:pt x="367350" y="277051"/>
                  <a:pt x="376200" y="237901"/>
                  <a:pt x="378000" y="188100"/>
                </a:cubicBezTo>
                <a:lnTo>
                  <a:pt x="293400" y="188100"/>
                </a:lnTo>
                <a:close/>
                <a:moveTo>
                  <a:pt x="14400" y="0"/>
                </a:moveTo>
                <a:lnTo>
                  <a:pt x="188100" y="0"/>
                </a:lnTo>
                <a:lnTo>
                  <a:pt x="188100" y="148500"/>
                </a:lnTo>
                <a:cubicBezTo>
                  <a:pt x="188100" y="228900"/>
                  <a:pt x="178800" y="286800"/>
                  <a:pt x="160200" y="322200"/>
                </a:cubicBezTo>
                <a:cubicBezTo>
                  <a:pt x="134400" y="370800"/>
                  <a:pt x="94200" y="407400"/>
                  <a:pt x="39600" y="432000"/>
                </a:cubicBezTo>
                <a:lnTo>
                  <a:pt x="0" y="368100"/>
                </a:lnTo>
                <a:cubicBezTo>
                  <a:pt x="32400" y="354900"/>
                  <a:pt x="56550" y="334050"/>
                  <a:pt x="72450" y="305550"/>
                </a:cubicBezTo>
                <a:cubicBezTo>
                  <a:pt x="88350" y="277051"/>
                  <a:pt x="97200" y="237901"/>
                  <a:pt x="99000" y="188100"/>
                </a:cubicBezTo>
                <a:lnTo>
                  <a:pt x="14400" y="188100"/>
                </a:lnTo>
                <a:close/>
              </a:path>
            </a:pathLst>
          </a:custGeom>
          <a:solidFill>
            <a:srgbClr val="9CA8B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de-DE" sz="19900" dirty="0">
              <a:solidFill>
                <a:srgbClr val="9CA8B2"/>
              </a:solidFill>
            </a:endParaRPr>
          </a:p>
        </p:txBody>
      </p:sp>
      <p:sp>
        <p:nvSpPr>
          <p:cNvPr id="2" name="Datum">
            <a:extLst>
              <a:ext uri="{FF2B5EF4-FFF2-40B4-BE49-F238E27FC236}">
                <a16:creationId xmlns:a16="http://schemas.microsoft.com/office/drawing/2014/main" id="{5CF0E601-453E-28B9-E4E6-F8EC18CBAC85}"/>
              </a:ext>
              <a:ext uri="{C183D7F6-B498-43B3-948B-1728B52AA6E4}">
                <adec:decorative xmlns:adec="http://schemas.microsoft.com/office/drawing/2017/decorative" val="1"/>
              </a:ext>
            </a:extLst>
          </p:cNvPr>
          <p:cNvSpPr>
            <a:spLocks noGrp="1"/>
          </p:cNvSpPr>
          <p:nvPr userDrawn="1">
            <p:ph type="dt" sz="half" idx="10"/>
          </p:nvPr>
        </p:nvSpPr>
        <p:spPr bwMode="black"/>
        <p:txBody>
          <a:bodyPr/>
          <a:lstStyle>
            <a:lvl1pPr>
              <a:defRPr>
                <a:solidFill>
                  <a:schemeClr val="bg1"/>
                </a:solidFill>
              </a:defRPr>
            </a:lvl1pPr>
          </a:lstStyle>
          <a:p>
            <a:endParaRPr lang="de-DE" dirty="0"/>
          </a:p>
        </p:txBody>
      </p:sp>
      <p:sp>
        <p:nvSpPr>
          <p:cNvPr id="3" name="Fußzeile">
            <a:extLst>
              <a:ext uri="{FF2B5EF4-FFF2-40B4-BE49-F238E27FC236}">
                <a16:creationId xmlns:a16="http://schemas.microsoft.com/office/drawing/2014/main" id="{CE39A9B5-956A-BC4C-93F0-384408458DE5}"/>
              </a:ext>
              <a:ext uri="{C183D7F6-B498-43B3-948B-1728B52AA6E4}">
                <adec:decorative xmlns:adec="http://schemas.microsoft.com/office/drawing/2017/decorative" val="1"/>
              </a:ext>
            </a:extLst>
          </p:cNvPr>
          <p:cNvSpPr>
            <a:spLocks noGrp="1"/>
          </p:cNvSpPr>
          <p:nvPr userDrawn="1">
            <p:ph type="ftr" sz="quarter" idx="11"/>
          </p:nvPr>
        </p:nvSpPr>
        <p:spPr bwMode="black"/>
        <p:txBody>
          <a:bodyPr/>
          <a:lstStyle>
            <a:lvl1pPr>
              <a:defRPr>
                <a:solidFill>
                  <a:schemeClr val="bg1"/>
                </a:solidFill>
              </a:defRPr>
            </a:lvl1pPr>
          </a:lstStyle>
          <a:p>
            <a:r>
              <a:rPr lang="de-DE" dirty="0"/>
              <a:t>KMH</a:t>
            </a:r>
          </a:p>
        </p:txBody>
      </p:sp>
      <p:sp>
        <p:nvSpPr>
          <p:cNvPr id="4" name="Seitenzahl">
            <a:extLst>
              <a:ext uri="{FF2B5EF4-FFF2-40B4-BE49-F238E27FC236}">
                <a16:creationId xmlns:a16="http://schemas.microsoft.com/office/drawing/2014/main" id="{DDD4A764-0924-9D33-56B6-137296B573A9}"/>
              </a:ext>
            </a:extLst>
          </p:cNvPr>
          <p:cNvSpPr>
            <a:spLocks noGrp="1"/>
          </p:cNvSpPr>
          <p:nvPr userDrawn="1">
            <p:ph type="sldNum" sz="quarter" idx="12"/>
          </p:nvPr>
        </p:nvSpPr>
        <p:spPr bwMode="black">
          <a:xfrm>
            <a:off x="10992000" y="6439500"/>
            <a:ext cx="504000" cy="144000"/>
          </a:xfrm>
          <a:prstGeom prst="rect">
            <a:avLst/>
          </a:prstGeom>
        </p:spPr>
        <p:txBody>
          <a:bodyPr/>
          <a:lstStyle>
            <a:lvl1pPr>
              <a:defRPr>
                <a:solidFill>
                  <a:schemeClr val="bg1"/>
                </a:solidFill>
              </a:defRPr>
            </a:lvl1pPr>
          </a:lstStyle>
          <a:p>
            <a:fld id="{D836C0FE-70CA-4950-82D6-CF602CC2B770}" type="slidenum">
              <a:rPr lang="de-DE" smtClean="0"/>
              <a:pPr/>
              <a:t>‹#›</a:t>
            </a:fld>
            <a:endParaRPr lang="de-DE" dirty="0"/>
          </a:p>
        </p:txBody>
      </p:sp>
      <p:sp>
        <p:nvSpPr>
          <p:cNvPr id="7" name="Textplatzhalter">
            <a:extLst>
              <a:ext uri="{FF2B5EF4-FFF2-40B4-BE49-F238E27FC236}">
                <a16:creationId xmlns:a16="http://schemas.microsoft.com/office/drawing/2014/main" id="{C8294393-E674-A8BF-1016-84D7B45BC61E}"/>
              </a:ext>
            </a:extLst>
          </p:cNvPr>
          <p:cNvSpPr>
            <a:spLocks noGrp="1"/>
          </p:cNvSpPr>
          <p:nvPr userDrawn="1">
            <p:ph type="body" sz="quarter" idx="13" hasCustomPrompt="1"/>
          </p:nvPr>
        </p:nvSpPr>
        <p:spPr bwMode="black">
          <a:xfrm>
            <a:off x="1631949" y="2132999"/>
            <a:ext cx="7056439" cy="4031263"/>
          </a:xfrm>
          <a:prstGeom prst="rect">
            <a:avLst/>
          </a:prstGeom>
        </p:spPr>
        <p:txBody>
          <a:bodyPr/>
          <a:lstStyle>
            <a:lvl1pPr>
              <a:lnSpc>
                <a:spcPct val="90000"/>
              </a:lnSpc>
              <a:spcBef>
                <a:spcPts val="0"/>
              </a:spcBef>
              <a:spcAft>
                <a:spcPts val="0"/>
              </a:spcAft>
              <a:defRPr sz="4000" b="1">
                <a:solidFill>
                  <a:schemeClr val="bg1"/>
                </a:solidFill>
                <a:latin typeface="+mj-lt"/>
              </a:defRPr>
            </a:lvl1pPr>
            <a:lvl2pPr marL="0" indent="0">
              <a:spcBef>
                <a:spcPts val="1800"/>
              </a:spcBef>
              <a:spcAft>
                <a:spcPts val="0"/>
              </a:spcAft>
              <a:buFontTx/>
              <a:buNone/>
              <a:defRPr sz="1600" b="0">
                <a:solidFill>
                  <a:schemeClr val="tx1"/>
                </a:solidFill>
                <a:latin typeface="+mn-lt"/>
              </a:defRPr>
            </a:lvl2pPr>
            <a:lvl3pPr marL="0" indent="0">
              <a:spcBef>
                <a:spcPts val="1800"/>
              </a:spcBef>
              <a:spcAft>
                <a:spcPts val="0"/>
              </a:spcAft>
              <a:buFontTx/>
              <a:buNone/>
              <a:defRPr sz="1600" b="0">
                <a:solidFill>
                  <a:schemeClr val="tx1"/>
                </a:solidFill>
                <a:latin typeface="+mn-lt"/>
              </a:defRPr>
            </a:lvl3pPr>
            <a:lvl4pPr marL="0" indent="0">
              <a:spcBef>
                <a:spcPts val="1800"/>
              </a:spcBef>
              <a:spcAft>
                <a:spcPts val="0"/>
              </a:spcAft>
              <a:buFontTx/>
              <a:buNone/>
              <a:defRPr sz="1600" b="0">
                <a:solidFill>
                  <a:schemeClr val="tx1"/>
                </a:solidFill>
                <a:latin typeface="+mn-lt"/>
              </a:defRPr>
            </a:lvl4pPr>
            <a:lvl5pPr marL="0" indent="0">
              <a:spcBef>
                <a:spcPts val="1800"/>
              </a:spcBef>
              <a:spcAft>
                <a:spcPts val="0"/>
              </a:spcAft>
              <a:buFontTx/>
              <a:buNone/>
              <a:defRPr sz="1600" b="0">
                <a:solidFill>
                  <a:schemeClr val="tx1"/>
                </a:solidFill>
                <a:latin typeface="+mn-lt"/>
              </a:defRPr>
            </a:lvl5pPr>
            <a:lvl6pPr marL="0" indent="0">
              <a:spcBef>
                <a:spcPts val="1800"/>
              </a:spcBef>
              <a:spcAft>
                <a:spcPts val="0"/>
              </a:spcAft>
              <a:buFontTx/>
              <a:buNone/>
              <a:defRPr sz="1600" b="0">
                <a:solidFill>
                  <a:schemeClr val="tx1"/>
                </a:solidFill>
                <a:latin typeface="+mn-lt"/>
              </a:defRPr>
            </a:lvl6pPr>
            <a:lvl7pPr marL="0" indent="0">
              <a:spcBef>
                <a:spcPts val="1800"/>
              </a:spcBef>
              <a:spcAft>
                <a:spcPts val="0"/>
              </a:spcAft>
              <a:buFontTx/>
              <a:buNone/>
              <a:defRPr sz="1600" b="0">
                <a:solidFill>
                  <a:schemeClr val="tx1"/>
                </a:solidFill>
                <a:latin typeface="+mn-lt"/>
              </a:defRPr>
            </a:lvl7pPr>
            <a:lvl8pPr marL="0" indent="0">
              <a:spcBef>
                <a:spcPts val="1800"/>
              </a:spcBef>
              <a:spcAft>
                <a:spcPts val="0"/>
              </a:spcAft>
              <a:buFontTx/>
              <a:buNone/>
              <a:defRPr sz="1600" b="0">
                <a:solidFill>
                  <a:schemeClr val="tx1"/>
                </a:solidFill>
                <a:latin typeface="+mn-lt"/>
              </a:defRPr>
            </a:lvl8pPr>
            <a:lvl9pPr marL="0" indent="0">
              <a:spcBef>
                <a:spcPts val="1800"/>
              </a:spcBef>
              <a:spcAft>
                <a:spcPts val="0"/>
              </a:spcAft>
              <a:buFontTx/>
              <a:buNone/>
              <a:defRPr sz="1600" b="0">
                <a:solidFill>
                  <a:schemeClr val="tx1"/>
                </a:solidFill>
                <a:latin typeface="+mn-lt"/>
              </a:defRPr>
            </a:lvl9pPr>
          </a:lstStyle>
          <a:p>
            <a:pPr lvl="0"/>
            <a:r>
              <a:rPr lang="de-DE" dirty="0"/>
              <a:t>Hier könnte ein Zitat stehen</a:t>
            </a:r>
            <a:br>
              <a:rPr lang="de-DE" dirty="0"/>
            </a:br>
            <a:r>
              <a:rPr lang="de-DE" dirty="0"/>
              <a:t>(Listenebene 1).</a:t>
            </a:r>
          </a:p>
          <a:p>
            <a:pPr lvl="1"/>
            <a:r>
              <a:rPr lang="de-DE" dirty="0"/>
              <a:t>Eine optionale Autorenzeile ist in der Listenebene 2 vordefiniert.</a:t>
            </a:r>
          </a:p>
        </p:txBody>
      </p:sp>
    </p:spTree>
    <p:extLst>
      <p:ext uri="{BB962C8B-B14F-4D97-AF65-F5344CB8AC3E}">
        <p14:creationId xmlns:p14="http://schemas.microsoft.com/office/powerpoint/2010/main" val="2984370510"/>
      </p:ext>
    </p:extLst>
  </p:cSld>
  <p:clrMapOvr>
    <a:masterClrMapping/>
  </p:clrMapOvr>
  <p:extLst>
    <p:ext uri="{DCECCB84-F9BA-43D5-87BE-67443E8EF086}">
      <p15:sldGuideLst xmlns:p15="http://schemas.microsoft.com/office/powerpoint/2012/main">
        <p15:guide id="1" orient="horz" pos="1344" userDrawn="1">
          <p15:clr>
            <a:srgbClr val="FBAE40"/>
          </p15:clr>
        </p15:guide>
        <p15:guide id="2" pos="1028" userDrawn="1">
          <p15:clr>
            <a:srgbClr val="FBAE40"/>
          </p15:clr>
        </p15:guide>
        <p15:guide id="3" pos="5473" userDrawn="1">
          <p15:clr>
            <a:srgbClr val="FBAE40"/>
          </p15:clr>
        </p15:guide>
        <p15:guide id="4" orient="horz" pos="3883"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Kontakt">
    <p:bg>
      <p:bgPr>
        <a:solidFill>
          <a:schemeClr val="bg2"/>
        </a:solidFill>
        <a:effectLst/>
      </p:bgPr>
    </p:bg>
    <p:spTree>
      <p:nvGrpSpPr>
        <p:cNvPr id="1" name=""/>
        <p:cNvGrpSpPr/>
        <p:nvPr/>
      </p:nvGrpSpPr>
      <p:grpSpPr>
        <a:xfrm>
          <a:off x="0" y="0"/>
          <a:ext cx="0" cy="0"/>
          <a:chOff x="0" y="0"/>
          <a:chExt cx="0" cy="0"/>
        </a:xfrm>
      </p:grpSpPr>
      <p:pic>
        <p:nvPicPr>
          <p:cNvPr id="8" name="Logo">
            <a:extLst>
              <a:ext uri="{FF2B5EF4-FFF2-40B4-BE49-F238E27FC236}">
                <a16:creationId xmlns:a16="http://schemas.microsoft.com/office/drawing/2014/main" id="{C99E7B9A-74F7-05CE-4342-2B3FEFBAC82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gray">
          <a:xfrm>
            <a:off x="9861170" y="621000"/>
            <a:ext cx="1706830" cy="2160000"/>
          </a:xfrm>
          <a:prstGeom prst="rect">
            <a:avLst/>
          </a:prstGeom>
        </p:spPr>
      </p:pic>
      <p:sp>
        <p:nvSpPr>
          <p:cNvPr id="9" name="Bildplatzhalter">
            <a:extLst>
              <a:ext uri="{FF2B5EF4-FFF2-40B4-BE49-F238E27FC236}">
                <a16:creationId xmlns:a16="http://schemas.microsoft.com/office/drawing/2014/main" id="{33156A7A-A483-1E0F-0AA3-59F6BE1CB97D}"/>
              </a:ext>
            </a:extLst>
          </p:cNvPr>
          <p:cNvSpPr>
            <a:spLocks noGrp="1"/>
          </p:cNvSpPr>
          <p:nvPr>
            <p:ph type="pic" idx="13" hasCustomPrompt="1"/>
          </p:nvPr>
        </p:nvSpPr>
        <p:spPr bwMode="gray">
          <a:xfrm>
            <a:off x="696000" y="2853000"/>
            <a:ext cx="3312675" cy="3312675"/>
          </a:xfrm>
          <a:prstGeom prst="ellipse">
            <a:avLst/>
          </a:prstGeom>
          <a:solidFill>
            <a:srgbClr val="E4E7E9"/>
          </a:solidFill>
        </p:spPr>
        <p:txBody>
          <a:bodyPr lIns="0" tIns="0" rIns="0" bIns="1476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Textplatzhalter">
            <a:extLst>
              <a:ext uri="{FF2B5EF4-FFF2-40B4-BE49-F238E27FC236}">
                <a16:creationId xmlns:a16="http://schemas.microsoft.com/office/drawing/2014/main" id="{CFD2BCFD-58F0-19CC-CDBE-A738810BB62D}"/>
              </a:ext>
            </a:extLst>
          </p:cNvPr>
          <p:cNvSpPr>
            <a:spLocks noGrp="1"/>
          </p:cNvSpPr>
          <p:nvPr>
            <p:ph type="body" sz="quarter" idx="14" hasCustomPrompt="1"/>
          </p:nvPr>
        </p:nvSpPr>
        <p:spPr bwMode="black">
          <a:xfrm>
            <a:off x="4440238" y="4221163"/>
            <a:ext cx="4248150" cy="1943100"/>
          </a:xfrm>
          <a:prstGeom prst="rect">
            <a:avLst/>
          </a:prstGeom>
        </p:spPr>
        <p:txBody>
          <a:bodyPr/>
          <a:lstStyle>
            <a:lvl1pPr>
              <a:lnSpc>
                <a:spcPct val="90000"/>
              </a:lnSpc>
              <a:spcBef>
                <a:spcPts val="0"/>
              </a:spcBef>
              <a:spcAft>
                <a:spcPts val="0"/>
              </a:spcAft>
              <a:defRPr sz="2800" b="1">
                <a:solidFill>
                  <a:schemeClr val="bg1"/>
                </a:solidFill>
                <a:latin typeface="+mj-lt"/>
              </a:defRPr>
            </a:lvl1pPr>
            <a:lvl2pPr marL="0" indent="0">
              <a:spcBef>
                <a:spcPts val="1800"/>
              </a:spcBef>
              <a:spcAft>
                <a:spcPts val="0"/>
              </a:spcAft>
              <a:buFontTx/>
              <a:buNone/>
              <a:defRPr sz="1600" b="0">
                <a:solidFill>
                  <a:schemeClr val="tx1"/>
                </a:solidFill>
                <a:latin typeface="+mn-lt"/>
              </a:defRPr>
            </a:lvl2pPr>
            <a:lvl3pPr marL="0" indent="0">
              <a:spcBef>
                <a:spcPts val="200"/>
              </a:spcBef>
              <a:spcAft>
                <a:spcPts val="0"/>
              </a:spcAft>
              <a:buFontTx/>
              <a:buNone/>
              <a:defRPr sz="1200" b="0">
                <a:solidFill>
                  <a:schemeClr val="bg1"/>
                </a:solidFill>
                <a:latin typeface="+mn-lt"/>
              </a:defRPr>
            </a:lvl3pPr>
            <a:lvl4pPr marL="0" indent="0">
              <a:spcBef>
                <a:spcPts val="200"/>
              </a:spcBef>
              <a:spcAft>
                <a:spcPts val="0"/>
              </a:spcAft>
              <a:buFontTx/>
              <a:buNone/>
              <a:defRPr sz="1200" b="0">
                <a:solidFill>
                  <a:schemeClr val="bg1"/>
                </a:solidFill>
                <a:latin typeface="+mn-lt"/>
              </a:defRPr>
            </a:lvl4pPr>
            <a:lvl5pPr marL="0" indent="0">
              <a:spcBef>
                <a:spcPts val="200"/>
              </a:spcBef>
              <a:spcAft>
                <a:spcPts val="0"/>
              </a:spcAft>
              <a:buFontTx/>
              <a:buNone/>
              <a:defRPr sz="1200" b="0">
                <a:solidFill>
                  <a:schemeClr val="bg1"/>
                </a:solidFill>
                <a:latin typeface="+mn-lt"/>
              </a:defRPr>
            </a:lvl5pPr>
            <a:lvl6pPr marL="0" indent="0">
              <a:spcBef>
                <a:spcPts val="200"/>
              </a:spcBef>
              <a:spcAft>
                <a:spcPts val="0"/>
              </a:spcAft>
              <a:buFontTx/>
              <a:buNone/>
              <a:defRPr sz="1200" b="0">
                <a:solidFill>
                  <a:schemeClr val="bg1"/>
                </a:solidFill>
                <a:latin typeface="+mn-lt"/>
              </a:defRPr>
            </a:lvl6pPr>
            <a:lvl7pPr marL="0" indent="0">
              <a:spcBef>
                <a:spcPts val="200"/>
              </a:spcBef>
              <a:spcAft>
                <a:spcPts val="0"/>
              </a:spcAft>
              <a:buFontTx/>
              <a:buNone/>
              <a:defRPr sz="1200" b="0">
                <a:solidFill>
                  <a:schemeClr val="bg1"/>
                </a:solidFill>
                <a:latin typeface="+mn-lt"/>
              </a:defRPr>
            </a:lvl7pPr>
            <a:lvl8pPr marL="0" indent="0">
              <a:spcBef>
                <a:spcPts val="200"/>
              </a:spcBef>
              <a:spcAft>
                <a:spcPts val="0"/>
              </a:spcAft>
              <a:buFontTx/>
              <a:buNone/>
              <a:defRPr sz="1200" b="0">
                <a:solidFill>
                  <a:schemeClr val="bg1"/>
                </a:solidFill>
                <a:latin typeface="+mn-lt"/>
              </a:defRPr>
            </a:lvl8pPr>
            <a:lvl9pPr marL="0" indent="0">
              <a:spcBef>
                <a:spcPts val="200"/>
              </a:spcBef>
              <a:spcAft>
                <a:spcPts val="0"/>
              </a:spcAft>
              <a:buFontTx/>
              <a:buNone/>
              <a:defRPr sz="1200" b="0">
                <a:solidFill>
                  <a:schemeClr val="bg1"/>
                </a:solidFill>
                <a:latin typeface="+mn-lt"/>
              </a:defRPr>
            </a:lvl9pPr>
          </a:lstStyle>
          <a:p>
            <a:pPr lvl="0"/>
            <a:r>
              <a:rPr lang="de-DE" dirty="0"/>
              <a:t>Kontakt</a:t>
            </a:r>
          </a:p>
          <a:p>
            <a:pPr lvl="1"/>
            <a:r>
              <a:rPr lang="de-DE" dirty="0"/>
              <a:t>Position</a:t>
            </a:r>
          </a:p>
          <a:p>
            <a:pPr lvl="2"/>
            <a:r>
              <a:rPr lang="de-DE" dirty="0"/>
              <a:t>Kontaktdaten</a:t>
            </a:r>
          </a:p>
        </p:txBody>
      </p:sp>
    </p:spTree>
    <p:extLst>
      <p:ext uri="{BB962C8B-B14F-4D97-AF65-F5344CB8AC3E}">
        <p14:creationId xmlns:p14="http://schemas.microsoft.com/office/powerpoint/2010/main" val="1019691603"/>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ussage">
    <p:spTree>
      <p:nvGrpSpPr>
        <p:cNvPr id="1" name=""/>
        <p:cNvGrpSpPr/>
        <p:nvPr/>
      </p:nvGrpSpPr>
      <p:grpSpPr>
        <a:xfrm>
          <a:off x="0" y="0"/>
          <a:ext cx="0" cy="0"/>
          <a:chOff x="0" y="0"/>
          <a:chExt cx="0" cy="0"/>
        </a:xfrm>
      </p:grpSpPr>
      <p:sp>
        <p:nvSpPr>
          <p:cNvPr id="2" name="Datum">
            <a:extLst>
              <a:ext uri="{FF2B5EF4-FFF2-40B4-BE49-F238E27FC236}">
                <a16:creationId xmlns:a16="http://schemas.microsoft.com/office/drawing/2014/main" id="{5FA0F30C-F811-060A-31E4-9EB1AF3C114B}"/>
              </a:ext>
              <a:ext uri="{C183D7F6-B498-43B3-948B-1728B52AA6E4}">
                <adec:decorative xmlns:adec="http://schemas.microsoft.com/office/drawing/2017/decorative" val="1"/>
              </a:ext>
            </a:extLst>
          </p:cNvPr>
          <p:cNvSpPr>
            <a:spLocks noGrp="1"/>
          </p:cNvSpPr>
          <p:nvPr>
            <p:ph type="dt" sz="half" idx="15"/>
          </p:nvPr>
        </p:nvSpPr>
        <p:spPr bwMode="gray"/>
        <p:txBody>
          <a:bodyPr/>
          <a:lstStyle>
            <a:lvl1pPr>
              <a:defRPr>
                <a:solidFill>
                  <a:schemeClr val="tx1">
                    <a:alpha val="0"/>
                  </a:schemeClr>
                </a:solidFill>
              </a:defRPr>
            </a:lvl1pPr>
          </a:lstStyle>
          <a:p>
            <a:endParaRPr lang="de-DE" dirty="0"/>
          </a:p>
        </p:txBody>
      </p:sp>
      <p:sp>
        <p:nvSpPr>
          <p:cNvPr id="3" name="Fußzeile">
            <a:extLst>
              <a:ext uri="{FF2B5EF4-FFF2-40B4-BE49-F238E27FC236}">
                <a16:creationId xmlns:a16="http://schemas.microsoft.com/office/drawing/2014/main" id="{2B0464A2-F8A8-8F44-9BFE-3C295CD91656}"/>
              </a:ext>
              <a:ext uri="{C183D7F6-B498-43B3-948B-1728B52AA6E4}">
                <adec:decorative xmlns:adec="http://schemas.microsoft.com/office/drawing/2017/decorative" val="1"/>
              </a:ext>
            </a:extLst>
          </p:cNvPr>
          <p:cNvSpPr>
            <a:spLocks noGrp="1"/>
          </p:cNvSpPr>
          <p:nvPr>
            <p:ph type="ftr" sz="quarter" idx="16"/>
          </p:nvPr>
        </p:nvSpPr>
        <p:spPr bwMode="gray"/>
        <p:txBody>
          <a:bodyPr/>
          <a:lstStyle>
            <a:lvl1pPr>
              <a:defRPr>
                <a:solidFill>
                  <a:schemeClr val="tx1">
                    <a:alpha val="0"/>
                  </a:schemeClr>
                </a:solidFill>
              </a:defRPr>
            </a:lvl1pPr>
          </a:lstStyle>
          <a:p>
            <a:r>
              <a:rPr lang="de-DE" dirty="0"/>
              <a:t>KMH</a:t>
            </a:r>
          </a:p>
        </p:txBody>
      </p:sp>
      <p:sp>
        <p:nvSpPr>
          <p:cNvPr id="4" name="Seitenzahl">
            <a:extLst>
              <a:ext uri="{FF2B5EF4-FFF2-40B4-BE49-F238E27FC236}">
                <a16:creationId xmlns:a16="http://schemas.microsoft.com/office/drawing/2014/main" id="{D64E6261-7F8B-549F-4CD0-FBDF0426963A}"/>
              </a:ext>
            </a:extLst>
          </p:cNvPr>
          <p:cNvSpPr>
            <a:spLocks noGrp="1"/>
          </p:cNvSpPr>
          <p:nvPr>
            <p:ph type="sldNum" sz="quarter" idx="17"/>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a:t>
            </a:fld>
            <a:endParaRPr lang="de-DE" dirty="0"/>
          </a:p>
        </p:txBody>
      </p:sp>
      <p:sp>
        <p:nvSpPr>
          <p:cNvPr id="11" name="Bildplatzhalter">
            <a:extLst>
              <a:ext uri="{FF2B5EF4-FFF2-40B4-BE49-F238E27FC236}">
                <a16:creationId xmlns:a16="http://schemas.microsoft.com/office/drawing/2014/main" id="{FAA5048C-F469-9EBB-1545-BE067778550E}"/>
              </a:ext>
              <a:ext uri="{C183D7F6-B498-43B3-948B-1728B52AA6E4}">
                <adec:decorative xmlns:adec="http://schemas.microsoft.com/office/drawing/2017/decorative" val="1"/>
              </a:ext>
            </a:extLst>
          </p:cNvPr>
          <p:cNvSpPr>
            <a:spLocks noGrp="1"/>
          </p:cNvSpPr>
          <p:nvPr>
            <p:ph type="pic" idx="13" hasCustomPrompt="1"/>
          </p:nvPr>
        </p:nvSpPr>
        <p:spPr bwMode="gray">
          <a:xfrm>
            <a:off x="0" y="0"/>
            <a:ext cx="12192000" cy="6858000"/>
          </a:xfrm>
          <a:prstGeom prst="rect">
            <a:avLst/>
          </a:prstGeom>
          <a:solidFill>
            <a:srgbClr val="E4E7E9"/>
          </a:solidFill>
        </p:spPr>
        <p:txBody>
          <a:bodyPr lIns="2160000" tIns="0" rIns="2160000" bIns="1224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Um ein Bild einzusetzen, klicken Sie bitte auf den Reiter „Einfügen“ und wählen die Schaltfläche „Bilder“. Alternativ können Sie das transparente Element mit der rechten Maustaste in den Hintergrund setzen, auf das Bildplatzhalter-Symbol klicken und ein Bild laden bzw. es so auch bearbeiten. Setzen Sie das Bild wieder in den Hintergrund.</a:t>
            </a:r>
          </a:p>
        </p:txBody>
      </p:sp>
      <p:sp>
        <p:nvSpPr>
          <p:cNvPr id="5" name="Transparenz">
            <a:extLst>
              <a:ext uri="{FF2B5EF4-FFF2-40B4-BE49-F238E27FC236}">
                <a16:creationId xmlns:a16="http://schemas.microsoft.com/office/drawing/2014/main" id="{0E4BA231-F72E-F0AA-757C-F1C95512B7C0}"/>
              </a:ext>
              <a:ext uri="{C183D7F6-B498-43B3-948B-1728B52AA6E4}">
                <adec:decorative xmlns:adec="http://schemas.microsoft.com/office/drawing/2017/decorative" val="1"/>
              </a:ext>
            </a:extLst>
          </p:cNvPr>
          <p:cNvSpPr>
            <a:spLocks noGrp="1"/>
          </p:cNvSpPr>
          <p:nvPr>
            <p:ph type="body" sz="quarter" idx="12" hasCustomPrompt="1"/>
          </p:nvPr>
        </p:nvSpPr>
        <p:spPr bwMode="gray">
          <a:xfrm>
            <a:off x="0" y="0"/>
            <a:ext cx="12192000" cy="6858000"/>
          </a:xfrm>
          <a:prstGeom prst="rect">
            <a:avLst/>
          </a:prstGeom>
          <a:solidFill>
            <a:schemeClr val="bg2">
              <a:alpha val="80000"/>
            </a:schemeClr>
          </a:solidFill>
        </p:spPr>
        <p:txBody>
          <a:bodyPr/>
          <a:lstStyle>
            <a:lvl1pPr marL="0" indent="0">
              <a:spcBef>
                <a:spcPts val="0"/>
              </a:spcBef>
              <a:spcAft>
                <a:spcPts val="0"/>
              </a:spcAft>
              <a:buFontTx/>
              <a:buNone/>
              <a:defRPr sz="100" b="0">
                <a:noFill/>
              </a:defRPr>
            </a:lvl1pPr>
            <a:lvl2pPr marL="0" indent="0">
              <a:spcBef>
                <a:spcPts val="0"/>
              </a:spcBef>
              <a:spcAft>
                <a:spcPts val="0"/>
              </a:spcAft>
              <a:buFontTx/>
              <a:buNone/>
              <a:defRPr sz="100" b="0">
                <a:noFill/>
              </a:defRPr>
            </a:lvl2pPr>
            <a:lvl3pPr marL="0" indent="0">
              <a:spcBef>
                <a:spcPts val="0"/>
              </a:spcBef>
              <a:spcAft>
                <a:spcPts val="0"/>
              </a:spcAft>
              <a:buFontTx/>
              <a:buNone/>
              <a:defRPr sz="100" b="0">
                <a:noFill/>
              </a:defRPr>
            </a:lvl3pPr>
            <a:lvl4pPr marL="0" indent="0">
              <a:spcBef>
                <a:spcPts val="0"/>
              </a:spcBef>
              <a:spcAft>
                <a:spcPts val="0"/>
              </a:spcAft>
              <a:buFontTx/>
              <a:buNone/>
              <a:defRPr sz="100" b="0">
                <a:noFill/>
              </a:defRPr>
            </a:lvl4pPr>
            <a:lvl5pPr marL="0" indent="0">
              <a:spcBef>
                <a:spcPts val="0"/>
              </a:spcBef>
              <a:spcAft>
                <a:spcPts val="0"/>
              </a:spcAft>
              <a:buFontTx/>
              <a:buNone/>
              <a:defRPr sz="100" b="0">
                <a:noFill/>
              </a:defRPr>
            </a:lvl5pPr>
            <a:lvl6pPr marL="0" indent="0">
              <a:spcBef>
                <a:spcPts val="0"/>
              </a:spcBef>
              <a:spcAft>
                <a:spcPts val="0"/>
              </a:spcAft>
              <a:buFontTx/>
              <a:buNone/>
              <a:defRPr sz="100" b="0">
                <a:noFill/>
              </a:defRPr>
            </a:lvl6pPr>
            <a:lvl7pPr marL="0" indent="0">
              <a:spcBef>
                <a:spcPts val="0"/>
              </a:spcBef>
              <a:spcAft>
                <a:spcPts val="0"/>
              </a:spcAft>
              <a:buFontTx/>
              <a:buNone/>
              <a:defRPr sz="100" b="0">
                <a:noFill/>
              </a:defRPr>
            </a:lvl7pPr>
            <a:lvl8pPr marL="0" indent="0">
              <a:spcBef>
                <a:spcPts val="0"/>
              </a:spcBef>
              <a:spcAft>
                <a:spcPts val="0"/>
              </a:spcAft>
              <a:buFontTx/>
              <a:buNone/>
              <a:defRPr sz="100" b="0">
                <a:noFill/>
              </a:defRPr>
            </a:lvl8pPr>
            <a:lvl9pPr marL="0" indent="0">
              <a:spcBef>
                <a:spcPts val="0"/>
              </a:spcBef>
              <a:spcAft>
                <a:spcPts val="0"/>
              </a:spcAft>
              <a:buFontTx/>
              <a:buNone/>
              <a:defRPr sz="100" b="0">
                <a:noFill/>
              </a:defRPr>
            </a:lvl9pPr>
          </a:lstStyle>
          <a:p>
            <a:pPr lvl="0"/>
            <a:r>
              <a:rPr lang="de-DE" dirty="0"/>
              <a:t> </a:t>
            </a:r>
          </a:p>
        </p:txBody>
      </p:sp>
      <p:sp>
        <p:nvSpPr>
          <p:cNvPr id="14" name="Textplatzhalter">
            <a:extLst>
              <a:ext uri="{FF2B5EF4-FFF2-40B4-BE49-F238E27FC236}">
                <a16:creationId xmlns:a16="http://schemas.microsoft.com/office/drawing/2014/main" id="{41CA4ADD-D78B-A046-6D6E-AD8FDE3D8615}"/>
              </a:ext>
            </a:extLst>
          </p:cNvPr>
          <p:cNvSpPr>
            <a:spLocks noGrp="1"/>
          </p:cNvSpPr>
          <p:nvPr>
            <p:ph type="body" sz="quarter" idx="18" hasCustomPrompt="1"/>
          </p:nvPr>
        </p:nvSpPr>
        <p:spPr bwMode="gray">
          <a:xfrm>
            <a:off x="696001" y="5518670"/>
            <a:ext cx="5400000" cy="646331"/>
          </a:xfrm>
          <a:prstGeom prst="rect">
            <a:avLst/>
          </a:prstGeom>
        </p:spPr>
        <p:txBody>
          <a:bodyPr wrap="square" anchor="b" anchorCtr="0">
            <a:spAutoFit/>
          </a:bodyPr>
          <a:lstStyle>
            <a:lvl1pPr marL="0" indent="0">
              <a:lnSpc>
                <a:spcPct val="90000"/>
              </a:lnSpc>
              <a:spcBef>
                <a:spcPts val="0"/>
              </a:spcBef>
              <a:spcAft>
                <a:spcPts val="0"/>
              </a:spcAft>
              <a:buFontTx/>
              <a:buNone/>
              <a:defRPr sz="4000" b="1">
                <a:solidFill>
                  <a:schemeClr val="bg1"/>
                </a:solidFill>
                <a:latin typeface="+mj-lt"/>
              </a:defRPr>
            </a:lvl1pPr>
            <a:lvl2pPr marL="0" indent="0">
              <a:lnSpc>
                <a:spcPct val="90000"/>
              </a:lnSpc>
              <a:spcBef>
                <a:spcPts val="0"/>
              </a:spcBef>
              <a:spcAft>
                <a:spcPts val="0"/>
              </a:spcAft>
              <a:buFontTx/>
              <a:buNone/>
              <a:defRPr sz="4000" b="1">
                <a:solidFill>
                  <a:schemeClr val="bg1"/>
                </a:solidFill>
                <a:latin typeface="+mj-lt"/>
              </a:defRPr>
            </a:lvl2pPr>
            <a:lvl3pPr marL="0" indent="0">
              <a:lnSpc>
                <a:spcPct val="90000"/>
              </a:lnSpc>
              <a:spcBef>
                <a:spcPts val="0"/>
              </a:spcBef>
              <a:spcAft>
                <a:spcPts val="0"/>
              </a:spcAft>
              <a:buFontTx/>
              <a:buNone/>
              <a:defRPr sz="4000" b="1">
                <a:solidFill>
                  <a:schemeClr val="bg1"/>
                </a:solidFill>
                <a:latin typeface="+mj-lt"/>
              </a:defRPr>
            </a:lvl3pPr>
            <a:lvl4pPr marL="0" indent="0">
              <a:lnSpc>
                <a:spcPct val="90000"/>
              </a:lnSpc>
              <a:spcBef>
                <a:spcPts val="0"/>
              </a:spcBef>
              <a:spcAft>
                <a:spcPts val="0"/>
              </a:spcAft>
              <a:buFontTx/>
              <a:buNone/>
              <a:defRPr sz="4000" b="1">
                <a:solidFill>
                  <a:schemeClr val="bg1"/>
                </a:solidFill>
                <a:latin typeface="+mj-lt"/>
              </a:defRPr>
            </a:lvl4pPr>
            <a:lvl5pPr marL="0" indent="0">
              <a:lnSpc>
                <a:spcPct val="90000"/>
              </a:lnSpc>
              <a:spcBef>
                <a:spcPts val="0"/>
              </a:spcBef>
              <a:spcAft>
                <a:spcPts val="0"/>
              </a:spcAft>
              <a:buFontTx/>
              <a:buNone/>
              <a:defRPr sz="4000" b="1">
                <a:solidFill>
                  <a:schemeClr val="bg1"/>
                </a:solidFill>
                <a:latin typeface="+mj-lt"/>
              </a:defRPr>
            </a:lvl5pPr>
            <a:lvl6pPr marL="0" indent="0">
              <a:lnSpc>
                <a:spcPct val="90000"/>
              </a:lnSpc>
              <a:spcBef>
                <a:spcPts val="0"/>
              </a:spcBef>
              <a:spcAft>
                <a:spcPts val="0"/>
              </a:spcAft>
              <a:buFontTx/>
              <a:buNone/>
              <a:defRPr sz="4000" b="1">
                <a:solidFill>
                  <a:schemeClr val="bg1"/>
                </a:solidFill>
                <a:latin typeface="+mj-lt"/>
              </a:defRPr>
            </a:lvl6pPr>
            <a:lvl7pPr marL="0" indent="0">
              <a:lnSpc>
                <a:spcPct val="90000"/>
              </a:lnSpc>
              <a:spcBef>
                <a:spcPts val="0"/>
              </a:spcBef>
              <a:spcAft>
                <a:spcPts val="0"/>
              </a:spcAft>
              <a:buFontTx/>
              <a:buNone/>
              <a:defRPr sz="4000" b="1">
                <a:solidFill>
                  <a:schemeClr val="bg1"/>
                </a:solidFill>
                <a:latin typeface="+mj-lt"/>
              </a:defRPr>
            </a:lvl7pPr>
            <a:lvl8pPr marL="0" indent="0">
              <a:lnSpc>
                <a:spcPct val="90000"/>
              </a:lnSpc>
              <a:spcBef>
                <a:spcPts val="0"/>
              </a:spcBef>
              <a:spcAft>
                <a:spcPts val="0"/>
              </a:spcAft>
              <a:buFontTx/>
              <a:buNone/>
              <a:defRPr sz="4000" b="1">
                <a:solidFill>
                  <a:schemeClr val="bg1"/>
                </a:solidFill>
                <a:latin typeface="+mj-lt"/>
              </a:defRPr>
            </a:lvl8pPr>
            <a:lvl9pPr marL="0" indent="0">
              <a:lnSpc>
                <a:spcPct val="90000"/>
              </a:lnSpc>
              <a:spcBef>
                <a:spcPts val="0"/>
              </a:spcBef>
              <a:spcAft>
                <a:spcPts val="0"/>
              </a:spcAft>
              <a:buFontTx/>
              <a:buNone/>
              <a:defRPr sz="4000" b="1">
                <a:solidFill>
                  <a:schemeClr val="bg1"/>
                </a:solidFill>
                <a:latin typeface="+mj-lt"/>
              </a:defRPr>
            </a:lvl9pPr>
          </a:lstStyle>
          <a:p>
            <a:pPr algn="l"/>
            <a:r>
              <a:rPr lang="de-DE" sz="4000" b="1" kern="1200" baseline="0" dirty="0">
                <a:solidFill>
                  <a:schemeClr val="bg1"/>
                </a:solidFill>
                <a:latin typeface="Bookman Old Style" panose="02050604050505020204" pitchFamily="18" charset="0"/>
                <a:ea typeface="+mj-ea"/>
                <a:cs typeface="Calibri" panose="020F0502020204030204" pitchFamily="34" charset="0"/>
              </a:rPr>
              <a:t>So </a:t>
            </a:r>
            <a:r>
              <a:rPr lang="de-DE" sz="4000" b="1" kern="1200" baseline="0" dirty="0" err="1">
                <a:solidFill>
                  <a:schemeClr val="bg1"/>
                </a:solidFill>
                <a:latin typeface="Bookman Old Style" panose="02050604050505020204" pitchFamily="18" charset="0"/>
                <a:ea typeface="+mj-ea"/>
                <a:cs typeface="Calibri" panose="020F0502020204030204" pitchFamily="34" charset="0"/>
              </a:rPr>
              <a:t>long</a:t>
            </a:r>
            <a:r>
              <a:rPr lang="de-DE" sz="4000" b="1" kern="1200" baseline="0" dirty="0">
                <a:solidFill>
                  <a:schemeClr val="bg1"/>
                </a:solidFill>
                <a:latin typeface="Bookman Old Style" panose="02050604050505020204" pitchFamily="18" charset="0"/>
                <a:ea typeface="+mj-ea"/>
                <a:cs typeface="Calibri" panose="020F0502020204030204" pitchFamily="34" charset="0"/>
              </a:rPr>
              <a:t> &amp; cheerio!</a:t>
            </a:r>
          </a:p>
        </p:txBody>
      </p:sp>
      <p:sp>
        <p:nvSpPr>
          <p:cNvPr id="12" name="Logo">
            <a:extLst>
              <a:ext uri="{FF2B5EF4-FFF2-40B4-BE49-F238E27FC236}">
                <a16:creationId xmlns:a16="http://schemas.microsoft.com/office/drawing/2014/main" id="{D920654A-CDF2-1EE4-1D99-B1A4C7A4C65D}"/>
              </a:ext>
              <a:ext uri="{C183D7F6-B498-43B3-948B-1728B52AA6E4}">
                <adec:decorative xmlns:adec="http://schemas.microsoft.com/office/drawing/2017/decorative" val="1"/>
              </a:ext>
            </a:extLst>
          </p:cNvPr>
          <p:cNvSpPr>
            <a:spLocks noGrp="1" noChangeAspect="1"/>
          </p:cNvSpPr>
          <p:nvPr>
            <p:ph type="body" sz="quarter" idx="14" hasCustomPrompt="1"/>
          </p:nvPr>
        </p:nvSpPr>
        <p:spPr bwMode="gray">
          <a:xfrm>
            <a:off x="10992001" y="483650"/>
            <a:ext cx="504000" cy="516923"/>
          </a:xfrm>
          <a:prstGeom prst="rect">
            <a:avLst/>
          </a:prstGeom>
          <a:blipFill>
            <a:blip r:embed="rId2">
              <a:extLst>
                <a:ext uri="{96DAC541-7B7A-43D3-8B79-37D633B846F1}">
                  <asvg:svgBlip xmlns:asvg="http://schemas.microsoft.com/office/drawing/2016/SVG/main" r:embed="rId3"/>
                </a:ext>
              </a:extLst>
            </a:blip>
            <a:stretch>
              <a:fillRect/>
            </a:stretch>
          </a:blipFill>
          <a:ln>
            <a:noFill/>
          </a:ln>
        </p:spPr>
        <p:txBody>
          <a:bodyPr/>
          <a:lstStyle>
            <a:lvl1pPr marL="0" indent="0">
              <a:spcBef>
                <a:spcPts val="0"/>
              </a:spcBef>
              <a:spcAft>
                <a:spcPts val="0"/>
              </a:spcAft>
              <a:buFontTx/>
              <a:buNone/>
              <a:defRPr sz="100" b="0">
                <a:noFill/>
                <a:latin typeface="+mn-lt"/>
              </a:defRPr>
            </a:lvl1pPr>
            <a:lvl2pPr marL="0" indent="0">
              <a:spcBef>
                <a:spcPts val="0"/>
              </a:spcBef>
              <a:spcAft>
                <a:spcPts val="0"/>
              </a:spcAft>
              <a:buFontTx/>
              <a:buNone/>
              <a:defRPr sz="100" b="0">
                <a:noFill/>
                <a:latin typeface="+mn-lt"/>
              </a:defRPr>
            </a:lvl2pPr>
            <a:lvl3pPr marL="0" indent="0">
              <a:spcBef>
                <a:spcPts val="0"/>
              </a:spcBef>
              <a:spcAft>
                <a:spcPts val="0"/>
              </a:spcAft>
              <a:buFontTx/>
              <a:buNone/>
              <a:defRPr sz="100" b="0">
                <a:noFill/>
                <a:latin typeface="+mn-lt"/>
              </a:defRPr>
            </a:lvl3pPr>
            <a:lvl4pPr marL="0" indent="0">
              <a:spcBef>
                <a:spcPts val="0"/>
              </a:spcBef>
              <a:spcAft>
                <a:spcPts val="0"/>
              </a:spcAft>
              <a:buFontTx/>
              <a:buNone/>
              <a:defRPr sz="100" b="0">
                <a:noFill/>
                <a:latin typeface="+mn-lt"/>
              </a:defRPr>
            </a:lvl4pPr>
            <a:lvl5pPr marL="0" indent="0">
              <a:spcBef>
                <a:spcPts val="0"/>
              </a:spcBef>
              <a:spcAft>
                <a:spcPts val="0"/>
              </a:spcAft>
              <a:buFontTx/>
              <a:buNone/>
              <a:defRPr sz="100" b="0">
                <a:noFill/>
                <a:latin typeface="+mn-lt"/>
              </a:defRPr>
            </a:lvl5pPr>
            <a:lvl6pPr marL="0" indent="0">
              <a:spcBef>
                <a:spcPts val="0"/>
              </a:spcBef>
              <a:spcAft>
                <a:spcPts val="0"/>
              </a:spcAft>
              <a:buFontTx/>
              <a:buNone/>
              <a:defRPr sz="100" b="0">
                <a:noFill/>
                <a:latin typeface="+mn-lt"/>
              </a:defRPr>
            </a:lvl6pPr>
            <a:lvl7pPr marL="0" indent="0">
              <a:spcBef>
                <a:spcPts val="0"/>
              </a:spcBef>
              <a:spcAft>
                <a:spcPts val="0"/>
              </a:spcAft>
              <a:buFontTx/>
              <a:buNone/>
              <a:defRPr sz="100" b="0">
                <a:noFill/>
                <a:latin typeface="+mn-lt"/>
              </a:defRPr>
            </a:lvl7pPr>
            <a:lvl8pPr marL="0" indent="0">
              <a:spcBef>
                <a:spcPts val="0"/>
              </a:spcBef>
              <a:spcAft>
                <a:spcPts val="0"/>
              </a:spcAft>
              <a:buFontTx/>
              <a:buNone/>
              <a:defRPr sz="100" b="0">
                <a:noFill/>
                <a:latin typeface="+mn-lt"/>
              </a:defRPr>
            </a:lvl8pPr>
            <a:lvl9pPr marL="0" indent="0">
              <a:spcBef>
                <a:spcPts val="0"/>
              </a:spcBef>
              <a:spcAft>
                <a:spcPts val="0"/>
              </a:spcAft>
              <a:buFontTx/>
              <a:buNone/>
              <a:defRPr sz="100" b="0">
                <a:noFill/>
                <a:latin typeface="+mn-lt"/>
              </a:defRPr>
            </a:lvl9pPr>
          </a:lstStyle>
          <a:p>
            <a:pPr lvl="0"/>
            <a:r>
              <a:rPr lang="de-DE" dirty="0"/>
              <a:t> </a:t>
            </a:r>
          </a:p>
        </p:txBody>
      </p:sp>
    </p:spTree>
    <p:extLst>
      <p:ext uri="{BB962C8B-B14F-4D97-AF65-F5344CB8AC3E}">
        <p14:creationId xmlns:p14="http://schemas.microsoft.com/office/powerpoint/2010/main" val="2391389527"/>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enutzerdefiniertes Layou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BA5A06-D1C2-054E-0E3C-99F6088E4ED3}"/>
              </a:ext>
            </a:extLst>
          </p:cNvPr>
          <p:cNvSpPr>
            <a:spLocks noGrp="1"/>
          </p:cNvSpPr>
          <p:nvPr>
            <p:ph type="title"/>
          </p:nvPr>
        </p:nvSpPr>
        <p:spPr/>
        <p:txBody>
          <a:bodyPr/>
          <a:lstStyle/>
          <a:p>
            <a:r>
              <a:rPr lang="de-DE"/>
              <a:t>Mastertitelformat bearbeiten</a:t>
            </a:r>
            <a:endParaRPr lang="en-GB"/>
          </a:p>
        </p:txBody>
      </p:sp>
      <p:sp>
        <p:nvSpPr>
          <p:cNvPr id="3" name="Foliennummernplatzhalter 2">
            <a:extLst>
              <a:ext uri="{FF2B5EF4-FFF2-40B4-BE49-F238E27FC236}">
                <a16:creationId xmlns:a16="http://schemas.microsoft.com/office/drawing/2014/main" id="{ADDB5535-3DEC-92C0-BDF0-C8DFD442E349}"/>
              </a:ext>
            </a:extLst>
          </p:cNvPr>
          <p:cNvSpPr>
            <a:spLocks noGrp="1"/>
          </p:cNvSpPr>
          <p:nvPr>
            <p:ph type="sldNum" sz="quarter" idx="10"/>
          </p:nvPr>
        </p:nvSpPr>
        <p:spPr/>
        <p:txBody>
          <a:bodyPr/>
          <a:lstStyle/>
          <a:p>
            <a:fld id="{D836C0FE-70CA-4950-82D6-CF602CC2B770}" type="slidenum">
              <a:rPr lang="en-GB" smtClean="0"/>
              <a:pPr/>
              <a:t>‹#›</a:t>
            </a:fld>
            <a:endParaRPr lang="en-GB" dirty="0"/>
          </a:p>
        </p:txBody>
      </p:sp>
      <p:sp>
        <p:nvSpPr>
          <p:cNvPr id="4" name="Datumsplatzhalter 3">
            <a:extLst>
              <a:ext uri="{FF2B5EF4-FFF2-40B4-BE49-F238E27FC236}">
                <a16:creationId xmlns:a16="http://schemas.microsoft.com/office/drawing/2014/main" id="{108A2EAD-2960-A94F-7292-49A447DEBCAB}"/>
              </a:ext>
            </a:extLst>
          </p:cNvPr>
          <p:cNvSpPr>
            <a:spLocks noGrp="1"/>
          </p:cNvSpPr>
          <p:nvPr>
            <p:ph type="dt" sz="half" idx="11"/>
          </p:nvPr>
        </p:nvSpPr>
        <p:spPr/>
        <p:txBody>
          <a:bodyPr/>
          <a:lstStyle/>
          <a:p>
            <a:endParaRPr lang="en-GB" dirty="0"/>
          </a:p>
        </p:txBody>
      </p:sp>
      <p:sp>
        <p:nvSpPr>
          <p:cNvPr id="5" name="Fußzeilenplatzhalter 4">
            <a:extLst>
              <a:ext uri="{FF2B5EF4-FFF2-40B4-BE49-F238E27FC236}">
                <a16:creationId xmlns:a16="http://schemas.microsoft.com/office/drawing/2014/main" id="{55D1E25C-3925-E1AE-F6F3-506C81DEE531}"/>
              </a:ext>
            </a:extLst>
          </p:cNvPr>
          <p:cNvSpPr>
            <a:spLocks noGrp="1"/>
          </p:cNvSpPr>
          <p:nvPr>
            <p:ph type="ftr" sz="quarter" idx="12"/>
          </p:nvPr>
        </p:nvSpPr>
        <p:spPr/>
        <p:txBody>
          <a:bodyPr/>
          <a:lstStyle>
            <a:lvl1pPr>
              <a:defRPr/>
            </a:lvl1pPr>
          </a:lstStyle>
          <a:p>
            <a:r>
              <a:rPr lang="en-GB" dirty="0"/>
              <a:t>KMH</a:t>
            </a:r>
          </a:p>
        </p:txBody>
      </p:sp>
    </p:spTree>
    <p:extLst>
      <p:ext uri="{BB962C8B-B14F-4D97-AF65-F5344CB8AC3E}">
        <p14:creationId xmlns:p14="http://schemas.microsoft.com/office/powerpoint/2010/main" val="266448137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Bild R">
    <p:spTree>
      <p:nvGrpSpPr>
        <p:cNvPr id="1" name=""/>
        <p:cNvGrpSpPr/>
        <p:nvPr/>
      </p:nvGrpSpPr>
      <p:grpSpPr>
        <a:xfrm>
          <a:off x="0" y="0"/>
          <a:ext cx="0" cy="0"/>
          <a:chOff x="0" y="0"/>
          <a:chExt cx="0" cy="0"/>
        </a:xfrm>
      </p:grpSpPr>
      <p:sp>
        <p:nvSpPr>
          <p:cNvPr id="23" name="Titelplatzhalter 1"/>
          <p:cNvSpPr>
            <a:spLocks noGrp="1"/>
          </p:cNvSpPr>
          <p:nvPr>
            <p:ph type="title" hasCustomPrompt="1"/>
          </p:nvPr>
        </p:nvSpPr>
        <p:spPr>
          <a:xfrm>
            <a:off x="240000" y="247657"/>
            <a:ext cx="11700427" cy="585537"/>
          </a:xfrm>
          <a:prstGeom prst="rect">
            <a:avLst/>
          </a:prstGeom>
        </p:spPr>
        <p:txBody>
          <a:bodyPr vert="horz" lIns="91440" tIns="45720" rIns="91440" bIns="45720" rtlCol="0" anchor="t">
            <a:noAutofit/>
          </a:bodyPr>
          <a:lstStyle>
            <a:lvl1pPr>
              <a:defRPr sz="3733" baseline="0">
                <a:solidFill>
                  <a:srgbClr val="8BB31D"/>
                </a:solidFill>
              </a:defRPr>
            </a:lvl1pPr>
          </a:lstStyle>
          <a:p>
            <a:r>
              <a:rPr lang="en-GB" noProof="0" dirty="0" err="1"/>
              <a:t>Folien</a:t>
            </a:r>
            <a:r>
              <a:rPr lang="en-GB" noProof="0" dirty="0"/>
              <a:t> </a:t>
            </a:r>
            <a:r>
              <a:rPr lang="en-GB" noProof="0" dirty="0" err="1"/>
              <a:t>Überschrift</a:t>
            </a:r>
            <a:r>
              <a:rPr lang="en-GB" noProof="0" dirty="0"/>
              <a:t> 1</a:t>
            </a:r>
          </a:p>
        </p:txBody>
      </p:sp>
      <p:cxnSp>
        <p:nvCxnSpPr>
          <p:cNvPr id="24" name="Gerader Verbinder 23">
            <a:extLst>
              <a:ext uri="{C183D7F6-B498-43B3-948B-1728B52AA6E4}">
                <adec:decorative xmlns:adec="http://schemas.microsoft.com/office/drawing/2017/decorative" val="1"/>
              </a:ext>
            </a:extLst>
          </p:cNvPr>
          <p:cNvCxnSpPr/>
          <p:nvPr userDrawn="1"/>
        </p:nvCxnSpPr>
        <p:spPr>
          <a:xfrm>
            <a:off x="0" y="6447504"/>
            <a:ext cx="12192000" cy="0"/>
          </a:xfrm>
          <a:prstGeom prst="line">
            <a:avLst/>
          </a:prstGeom>
          <a:ln w="9525">
            <a:solidFill>
              <a:srgbClr val="72777A"/>
            </a:solidFill>
          </a:ln>
        </p:spPr>
        <p:style>
          <a:lnRef idx="1">
            <a:schemeClr val="accent1"/>
          </a:lnRef>
          <a:fillRef idx="0">
            <a:schemeClr val="accent1"/>
          </a:fillRef>
          <a:effectRef idx="0">
            <a:schemeClr val="accent1"/>
          </a:effectRef>
          <a:fontRef idx="minor">
            <a:schemeClr val="tx1"/>
          </a:fontRef>
        </p:style>
      </p:cxnSp>
      <p:sp>
        <p:nvSpPr>
          <p:cNvPr id="11" name="Fußzeilenplatzhalter 10">
            <a:extLst>
              <a:ext uri="{FF2B5EF4-FFF2-40B4-BE49-F238E27FC236}">
                <a16:creationId xmlns:a16="http://schemas.microsoft.com/office/drawing/2014/main" id="{6A27FB59-6516-4608-814D-69599966B78B}"/>
              </a:ext>
              <a:ext uri="{C183D7F6-B498-43B3-948B-1728B52AA6E4}">
                <adec:decorative xmlns:adec="http://schemas.microsoft.com/office/drawing/2017/decorative" val="1"/>
              </a:ext>
            </a:extLst>
          </p:cNvPr>
          <p:cNvSpPr>
            <a:spLocks noGrp="1"/>
          </p:cNvSpPr>
          <p:nvPr>
            <p:ph type="ftr" sz="quarter" idx="12"/>
          </p:nvPr>
        </p:nvSpPr>
        <p:spPr>
          <a:xfrm>
            <a:off x="240003" y="6467824"/>
            <a:ext cx="4669948" cy="365125"/>
          </a:xfrm>
        </p:spPr>
        <p:txBody>
          <a:bodyPr/>
          <a:lstStyle>
            <a:lvl1pPr algn="l">
              <a:defRPr/>
            </a:lvl1pPr>
          </a:lstStyle>
          <a:p>
            <a:r>
              <a:rPr lang="en-GB" noProof="0"/>
              <a:t>KMH</a:t>
            </a:r>
            <a:endParaRPr lang="en-GB" noProof="0" dirty="0"/>
          </a:p>
        </p:txBody>
      </p:sp>
      <p:sp>
        <p:nvSpPr>
          <p:cNvPr id="13" name="Foliennummernplatzhalter 12">
            <a:extLst>
              <a:ext uri="{FF2B5EF4-FFF2-40B4-BE49-F238E27FC236}">
                <a16:creationId xmlns:a16="http://schemas.microsoft.com/office/drawing/2014/main" id="{E27BF722-F8E8-4DC1-892E-9949A7422027}"/>
              </a:ext>
              <a:ext uri="{C183D7F6-B498-43B3-948B-1728B52AA6E4}">
                <adec:decorative xmlns:adec="http://schemas.microsoft.com/office/drawing/2017/decorative" val="1"/>
              </a:ext>
            </a:extLst>
          </p:cNvPr>
          <p:cNvSpPr>
            <a:spLocks noGrp="1"/>
          </p:cNvSpPr>
          <p:nvPr>
            <p:ph type="sldNum" sz="quarter" idx="13"/>
          </p:nvPr>
        </p:nvSpPr>
        <p:spPr>
          <a:xfrm>
            <a:off x="11544300" y="6467824"/>
            <a:ext cx="492128" cy="365125"/>
          </a:xfrm>
        </p:spPr>
        <p:txBody>
          <a:bodyPr/>
          <a:lstStyle/>
          <a:p>
            <a:fld id="{9C057DB4-583E-41A7-BD94-987342018C17}" type="slidenum">
              <a:rPr lang="en-GB" noProof="0" smtClean="0"/>
              <a:pPr/>
              <a:t>‹#›</a:t>
            </a:fld>
            <a:endParaRPr lang="en-GB" noProof="0" dirty="0"/>
          </a:p>
        </p:txBody>
      </p:sp>
      <p:sp>
        <p:nvSpPr>
          <p:cNvPr id="6" name="Text Placeholder 3">
            <a:extLst>
              <a:ext uri="{FF2B5EF4-FFF2-40B4-BE49-F238E27FC236}">
                <a16:creationId xmlns:a16="http://schemas.microsoft.com/office/drawing/2014/main" id="{635EC146-29BC-10CD-B617-D9110FD0827C}"/>
              </a:ext>
            </a:extLst>
          </p:cNvPr>
          <p:cNvSpPr>
            <a:spLocks noGrp="1"/>
          </p:cNvSpPr>
          <p:nvPr>
            <p:ph type="body" sz="quarter" idx="14" hasCustomPrompt="1"/>
          </p:nvPr>
        </p:nvSpPr>
        <p:spPr>
          <a:xfrm>
            <a:off x="6069785" y="6467824"/>
            <a:ext cx="5004001" cy="365125"/>
          </a:xfrm>
        </p:spPr>
        <p:txBody>
          <a:bodyPr>
            <a:normAutofit/>
          </a:bodyPr>
          <a:lstStyle>
            <a:lvl1pPr marL="0" indent="0" algn="ctr">
              <a:buNone/>
              <a:defRPr sz="1000">
                <a:solidFill>
                  <a:srgbClr val="72787A"/>
                </a:solidFill>
              </a:defRPr>
            </a:lvl1pPr>
          </a:lstStyle>
          <a:p>
            <a:pPr lvl="0"/>
            <a:r>
              <a:rPr lang="en-GB" noProof="0" dirty="0" err="1"/>
              <a:t>Quellenfeld</a:t>
            </a:r>
            <a:endParaRPr lang="en-GB" noProof="0" dirty="0"/>
          </a:p>
        </p:txBody>
      </p:sp>
      <p:sp>
        <p:nvSpPr>
          <p:cNvPr id="12" name="Textplatzhalter 2">
            <a:extLst>
              <a:ext uri="{FF2B5EF4-FFF2-40B4-BE49-F238E27FC236}">
                <a16:creationId xmlns:a16="http://schemas.microsoft.com/office/drawing/2014/main" id="{BD32AAC0-223D-4B82-2B10-72EFC38D2685}"/>
              </a:ext>
            </a:extLst>
          </p:cNvPr>
          <p:cNvSpPr>
            <a:spLocks noGrp="1"/>
          </p:cNvSpPr>
          <p:nvPr>
            <p:ph type="body" sz="quarter" idx="15"/>
          </p:nvPr>
        </p:nvSpPr>
        <p:spPr>
          <a:xfrm>
            <a:off x="240003" y="1181094"/>
            <a:ext cx="6324920" cy="4961788"/>
          </a:xfrm>
        </p:spPr>
        <p:txBody>
          <a:bodyPr/>
          <a:lstStyle>
            <a:lvl1pPr marL="241294" indent="-241294">
              <a:defRPr/>
            </a:lvl1pPr>
            <a:lvl3pPr marL="1073124" indent="-160863">
              <a:buFont typeface="Arial" panose="020B0604020202020204" pitchFamily="34" charset="0"/>
              <a:buChar char="•"/>
              <a:defRPr/>
            </a:lvl3pPr>
            <a:lvl4pPr marL="1714414" indent="-228589">
              <a:buFont typeface="Symbol" panose="05050102010706020507" pitchFamily="18" charset="2"/>
              <a:buChar char="-"/>
              <a:defRPr/>
            </a:lvl4pPr>
            <a:lvl5pPr marL="2057298" indent="-228589">
              <a:buFont typeface="Symbol" panose="05050102010706020507" pitchFamily="18" charset="2"/>
              <a:buChar char="-"/>
              <a:defRPr/>
            </a:lvl5p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dirty="0"/>
          </a:p>
        </p:txBody>
      </p:sp>
      <p:sp>
        <p:nvSpPr>
          <p:cNvPr id="3" name="Bildplatzhalter 2">
            <a:extLst>
              <a:ext uri="{FF2B5EF4-FFF2-40B4-BE49-F238E27FC236}">
                <a16:creationId xmlns:a16="http://schemas.microsoft.com/office/drawing/2014/main" id="{B45C28A5-084A-4397-3524-8C54B587EB3F}"/>
              </a:ext>
            </a:extLst>
          </p:cNvPr>
          <p:cNvSpPr>
            <a:spLocks noGrp="1"/>
          </p:cNvSpPr>
          <p:nvPr>
            <p:ph type="pic" sz="quarter" idx="16"/>
          </p:nvPr>
        </p:nvSpPr>
        <p:spPr>
          <a:xfrm>
            <a:off x="6883791" y="1181101"/>
            <a:ext cx="5056327" cy="4961781"/>
          </a:xfrm>
        </p:spPr>
        <p:txBody>
          <a:bodyPr/>
          <a:lstStyle/>
          <a:p>
            <a:r>
              <a:rPr lang="de-DE" noProof="0" dirty="0"/>
              <a:t>Bild durch Klicken auf Symbol hinzufügen</a:t>
            </a:r>
            <a:endParaRPr lang="en-GB" noProof="0" dirty="0"/>
          </a:p>
        </p:txBody>
      </p:sp>
    </p:spTree>
    <p:extLst>
      <p:ext uri="{BB962C8B-B14F-4D97-AF65-F5344CB8AC3E}">
        <p14:creationId xmlns:p14="http://schemas.microsoft.com/office/powerpoint/2010/main" val="11459400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Img">
    <p:spTree>
      <p:nvGrpSpPr>
        <p:cNvPr id="1" name=""/>
        <p:cNvGrpSpPr/>
        <p:nvPr/>
      </p:nvGrpSpPr>
      <p:grpSpPr>
        <a:xfrm>
          <a:off x="0" y="0"/>
          <a:ext cx="0" cy="0"/>
          <a:chOff x="0" y="0"/>
          <a:chExt cx="0" cy="0"/>
        </a:xfrm>
      </p:grpSpPr>
      <p:sp>
        <p:nvSpPr>
          <p:cNvPr id="23" name="Titelplatzhalter 1"/>
          <p:cNvSpPr>
            <a:spLocks noGrp="1"/>
          </p:cNvSpPr>
          <p:nvPr>
            <p:ph type="title" hasCustomPrompt="1"/>
          </p:nvPr>
        </p:nvSpPr>
        <p:spPr>
          <a:xfrm>
            <a:off x="240000" y="247657"/>
            <a:ext cx="11700427" cy="585537"/>
          </a:xfrm>
          <a:prstGeom prst="rect">
            <a:avLst/>
          </a:prstGeom>
        </p:spPr>
        <p:txBody>
          <a:bodyPr vert="horz" lIns="91440" tIns="45720" rIns="91440" bIns="45720" rtlCol="0" anchor="t">
            <a:noAutofit/>
          </a:bodyPr>
          <a:lstStyle>
            <a:lvl1pPr>
              <a:defRPr sz="3733" baseline="0">
                <a:solidFill>
                  <a:srgbClr val="8BB31D"/>
                </a:solidFill>
              </a:defRPr>
            </a:lvl1pPr>
          </a:lstStyle>
          <a:p>
            <a:r>
              <a:rPr lang="en-GB" noProof="0" dirty="0" err="1"/>
              <a:t>Folien</a:t>
            </a:r>
            <a:r>
              <a:rPr lang="en-GB" noProof="0" dirty="0"/>
              <a:t> </a:t>
            </a:r>
            <a:r>
              <a:rPr lang="en-GB" noProof="0" dirty="0" err="1"/>
              <a:t>Überschrift</a:t>
            </a:r>
            <a:r>
              <a:rPr lang="en-GB" noProof="0" dirty="0"/>
              <a:t> 1</a:t>
            </a:r>
          </a:p>
        </p:txBody>
      </p:sp>
      <p:cxnSp>
        <p:nvCxnSpPr>
          <p:cNvPr id="24" name="Gerader Verbinder 23">
            <a:extLst>
              <a:ext uri="{C183D7F6-B498-43B3-948B-1728B52AA6E4}">
                <adec:decorative xmlns:adec="http://schemas.microsoft.com/office/drawing/2017/decorative" val="1"/>
              </a:ext>
            </a:extLst>
          </p:cNvPr>
          <p:cNvCxnSpPr/>
          <p:nvPr userDrawn="1"/>
        </p:nvCxnSpPr>
        <p:spPr>
          <a:xfrm>
            <a:off x="0" y="6447504"/>
            <a:ext cx="12192000" cy="0"/>
          </a:xfrm>
          <a:prstGeom prst="line">
            <a:avLst/>
          </a:prstGeom>
          <a:ln w="9525">
            <a:solidFill>
              <a:srgbClr val="72777A"/>
            </a:solidFill>
          </a:ln>
        </p:spPr>
        <p:style>
          <a:lnRef idx="1">
            <a:schemeClr val="accent1"/>
          </a:lnRef>
          <a:fillRef idx="0">
            <a:schemeClr val="accent1"/>
          </a:fillRef>
          <a:effectRef idx="0">
            <a:schemeClr val="accent1"/>
          </a:effectRef>
          <a:fontRef idx="minor">
            <a:schemeClr val="tx1"/>
          </a:fontRef>
        </p:style>
      </p:cxnSp>
      <p:sp>
        <p:nvSpPr>
          <p:cNvPr id="11" name="Fußzeilenplatzhalter 10">
            <a:extLst>
              <a:ext uri="{FF2B5EF4-FFF2-40B4-BE49-F238E27FC236}">
                <a16:creationId xmlns:a16="http://schemas.microsoft.com/office/drawing/2014/main" id="{6A27FB59-6516-4608-814D-69599966B78B}"/>
              </a:ext>
              <a:ext uri="{C183D7F6-B498-43B3-948B-1728B52AA6E4}">
                <adec:decorative xmlns:adec="http://schemas.microsoft.com/office/drawing/2017/decorative" val="1"/>
              </a:ext>
            </a:extLst>
          </p:cNvPr>
          <p:cNvSpPr>
            <a:spLocks noGrp="1"/>
          </p:cNvSpPr>
          <p:nvPr>
            <p:ph type="ftr" sz="quarter" idx="12"/>
          </p:nvPr>
        </p:nvSpPr>
        <p:spPr>
          <a:xfrm>
            <a:off x="240002" y="6467824"/>
            <a:ext cx="4669948" cy="365125"/>
          </a:xfrm>
        </p:spPr>
        <p:txBody>
          <a:bodyPr/>
          <a:lstStyle>
            <a:lvl1pPr algn="l">
              <a:defRPr/>
            </a:lvl1pPr>
          </a:lstStyle>
          <a:p>
            <a:r>
              <a:rPr lang="en-GB" noProof="0"/>
              <a:t>KMH</a:t>
            </a:r>
            <a:endParaRPr lang="en-GB" noProof="0" dirty="0"/>
          </a:p>
        </p:txBody>
      </p:sp>
      <p:sp>
        <p:nvSpPr>
          <p:cNvPr id="13" name="Foliennummernplatzhalter 12">
            <a:extLst>
              <a:ext uri="{FF2B5EF4-FFF2-40B4-BE49-F238E27FC236}">
                <a16:creationId xmlns:a16="http://schemas.microsoft.com/office/drawing/2014/main" id="{E27BF722-F8E8-4DC1-892E-9949A7422027}"/>
              </a:ext>
              <a:ext uri="{C183D7F6-B498-43B3-948B-1728B52AA6E4}">
                <adec:decorative xmlns:adec="http://schemas.microsoft.com/office/drawing/2017/decorative" val="1"/>
              </a:ext>
            </a:extLst>
          </p:cNvPr>
          <p:cNvSpPr>
            <a:spLocks noGrp="1"/>
          </p:cNvSpPr>
          <p:nvPr>
            <p:ph type="sldNum" sz="quarter" idx="13"/>
          </p:nvPr>
        </p:nvSpPr>
        <p:spPr>
          <a:xfrm>
            <a:off x="11544300" y="6467824"/>
            <a:ext cx="492128" cy="365125"/>
          </a:xfrm>
        </p:spPr>
        <p:txBody>
          <a:bodyPr/>
          <a:lstStyle/>
          <a:p>
            <a:fld id="{9C057DB4-583E-41A7-BD94-987342018C17}" type="slidenum">
              <a:rPr lang="en-GB" noProof="0" smtClean="0"/>
              <a:pPr/>
              <a:t>‹#›</a:t>
            </a:fld>
            <a:endParaRPr lang="en-GB" noProof="0" dirty="0"/>
          </a:p>
        </p:txBody>
      </p:sp>
      <p:sp>
        <p:nvSpPr>
          <p:cNvPr id="6" name="Text Placeholder 3">
            <a:extLst>
              <a:ext uri="{FF2B5EF4-FFF2-40B4-BE49-F238E27FC236}">
                <a16:creationId xmlns:a16="http://schemas.microsoft.com/office/drawing/2014/main" id="{635EC146-29BC-10CD-B617-D9110FD0827C}"/>
              </a:ext>
            </a:extLst>
          </p:cNvPr>
          <p:cNvSpPr>
            <a:spLocks noGrp="1"/>
          </p:cNvSpPr>
          <p:nvPr>
            <p:ph type="body" sz="quarter" idx="14" hasCustomPrompt="1"/>
          </p:nvPr>
        </p:nvSpPr>
        <p:spPr>
          <a:xfrm>
            <a:off x="6069785" y="6467824"/>
            <a:ext cx="5004001" cy="365125"/>
          </a:xfrm>
        </p:spPr>
        <p:txBody>
          <a:bodyPr>
            <a:normAutofit/>
          </a:bodyPr>
          <a:lstStyle>
            <a:lvl1pPr marL="0" indent="0" algn="ctr">
              <a:buNone/>
              <a:defRPr sz="1000">
                <a:solidFill>
                  <a:srgbClr val="72787A"/>
                </a:solidFill>
              </a:defRPr>
            </a:lvl1pPr>
          </a:lstStyle>
          <a:p>
            <a:pPr lvl="0"/>
            <a:r>
              <a:rPr lang="en-GB" noProof="0" dirty="0" err="1"/>
              <a:t>Quellenfeld</a:t>
            </a:r>
            <a:endParaRPr lang="en-GB" noProof="0" dirty="0"/>
          </a:p>
        </p:txBody>
      </p:sp>
      <p:sp>
        <p:nvSpPr>
          <p:cNvPr id="8" name="Inhaltsplatzhalter 7">
            <a:extLst>
              <a:ext uri="{FF2B5EF4-FFF2-40B4-BE49-F238E27FC236}">
                <a16:creationId xmlns:a16="http://schemas.microsoft.com/office/drawing/2014/main" id="{0DC3E709-A155-3118-FB2A-8605120A8299}"/>
              </a:ext>
            </a:extLst>
          </p:cNvPr>
          <p:cNvSpPr>
            <a:spLocks noGrp="1"/>
          </p:cNvSpPr>
          <p:nvPr>
            <p:ph sz="quarter" idx="15"/>
          </p:nvPr>
        </p:nvSpPr>
        <p:spPr>
          <a:xfrm>
            <a:off x="239184" y="1155700"/>
            <a:ext cx="11700933" cy="5003800"/>
          </a:xfrm>
        </p:spPr>
        <p:txBody>
          <a:bodyPr/>
          <a:lstStyle>
            <a:lvl1pPr algn="ctr">
              <a:defRPr/>
            </a:lvl1pPr>
            <a:lvl2pPr algn="ctr">
              <a:defRPr/>
            </a:lvl2pPr>
            <a:lvl3pPr algn="ctr">
              <a:defRPr/>
            </a:lvl3pPr>
            <a:lvl4pPr algn="ctr">
              <a:defRPr/>
            </a:lvl4pPr>
            <a:lvl5pPr algn="ctr">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14791839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Std">
    <p:spTree>
      <p:nvGrpSpPr>
        <p:cNvPr id="1" name=""/>
        <p:cNvGrpSpPr/>
        <p:nvPr/>
      </p:nvGrpSpPr>
      <p:grpSpPr>
        <a:xfrm>
          <a:off x="0" y="0"/>
          <a:ext cx="0" cy="0"/>
          <a:chOff x="0" y="0"/>
          <a:chExt cx="0" cy="0"/>
        </a:xfrm>
      </p:grpSpPr>
      <p:sp>
        <p:nvSpPr>
          <p:cNvPr id="23" name="Titelplatzhalter 1"/>
          <p:cNvSpPr>
            <a:spLocks noGrp="1"/>
          </p:cNvSpPr>
          <p:nvPr>
            <p:ph type="title" hasCustomPrompt="1"/>
          </p:nvPr>
        </p:nvSpPr>
        <p:spPr>
          <a:xfrm>
            <a:off x="240000" y="247657"/>
            <a:ext cx="11700427" cy="585537"/>
          </a:xfrm>
          <a:prstGeom prst="rect">
            <a:avLst/>
          </a:prstGeom>
        </p:spPr>
        <p:txBody>
          <a:bodyPr vert="horz" lIns="91440" tIns="45720" rIns="91440" bIns="45720" rtlCol="0" anchor="t">
            <a:noAutofit/>
          </a:bodyPr>
          <a:lstStyle>
            <a:lvl1pPr>
              <a:defRPr sz="3733" baseline="0">
                <a:solidFill>
                  <a:srgbClr val="8BB31D"/>
                </a:solidFill>
              </a:defRPr>
            </a:lvl1pPr>
          </a:lstStyle>
          <a:p>
            <a:r>
              <a:rPr lang="en-GB" noProof="0" dirty="0" err="1"/>
              <a:t>Folien</a:t>
            </a:r>
            <a:r>
              <a:rPr lang="en-GB" noProof="0" dirty="0"/>
              <a:t> </a:t>
            </a:r>
            <a:r>
              <a:rPr lang="en-GB" noProof="0" dirty="0" err="1"/>
              <a:t>Überschrift</a:t>
            </a:r>
            <a:r>
              <a:rPr lang="en-GB" noProof="0" dirty="0"/>
              <a:t> 1</a:t>
            </a:r>
          </a:p>
        </p:txBody>
      </p:sp>
      <p:cxnSp>
        <p:nvCxnSpPr>
          <p:cNvPr id="24" name="Gerader Verbinder 23">
            <a:extLst>
              <a:ext uri="{C183D7F6-B498-43B3-948B-1728B52AA6E4}">
                <adec:decorative xmlns:adec="http://schemas.microsoft.com/office/drawing/2017/decorative" val="1"/>
              </a:ext>
            </a:extLst>
          </p:cNvPr>
          <p:cNvCxnSpPr/>
          <p:nvPr userDrawn="1"/>
        </p:nvCxnSpPr>
        <p:spPr>
          <a:xfrm>
            <a:off x="0" y="6447504"/>
            <a:ext cx="12192000" cy="0"/>
          </a:xfrm>
          <a:prstGeom prst="line">
            <a:avLst/>
          </a:prstGeom>
          <a:ln w="9525">
            <a:solidFill>
              <a:srgbClr val="72777A"/>
            </a:solidFill>
          </a:ln>
        </p:spPr>
        <p:style>
          <a:lnRef idx="1">
            <a:schemeClr val="accent1"/>
          </a:lnRef>
          <a:fillRef idx="0">
            <a:schemeClr val="accent1"/>
          </a:fillRef>
          <a:effectRef idx="0">
            <a:schemeClr val="accent1"/>
          </a:effectRef>
          <a:fontRef idx="minor">
            <a:schemeClr val="tx1"/>
          </a:fontRef>
        </p:style>
      </p:cxnSp>
      <p:sp>
        <p:nvSpPr>
          <p:cNvPr id="11" name="Fußzeilenplatzhalter 10">
            <a:extLst>
              <a:ext uri="{FF2B5EF4-FFF2-40B4-BE49-F238E27FC236}">
                <a16:creationId xmlns:a16="http://schemas.microsoft.com/office/drawing/2014/main" id="{6A27FB59-6516-4608-814D-69599966B78B}"/>
              </a:ext>
              <a:ext uri="{C183D7F6-B498-43B3-948B-1728B52AA6E4}">
                <adec:decorative xmlns:adec="http://schemas.microsoft.com/office/drawing/2017/decorative" val="1"/>
              </a:ext>
            </a:extLst>
          </p:cNvPr>
          <p:cNvSpPr>
            <a:spLocks noGrp="1"/>
          </p:cNvSpPr>
          <p:nvPr>
            <p:ph type="ftr" sz="quarter" idx="12"/>
          </p:nvPr>
        </p:nvSpPr>
        <p:spPr>
          <a:xfrm>
            <a:off x="240002" y="6467824"/>
            <a:ext cx="4669948" cy="365125"/>
          </a:xfrm>
        </p:spPr>
        <p:txBody>
          <a:bodyPr/>
          <a:lstStyle>
            <a:lvl1pPr algn="l">
              <a:defRPr/>
            </a:lvl1pPr>
          </a:lstStyle>
          <a:p>
            <a:r>
              <a:rPr lang="en-GB" noProof="0"/>
              <a:t>KMH</a:t>
            </a:r>
            <a:endParaRPr lang="en-GB" noProof="0" dirty="0"/>
          </a:p>
        </p:txBody>
      </p:sp>
      <p:sp>
        <p:nvSpPr>
          <p:cNvPr id="13" name="Foliennummernplatzhalter 12">
            <a:extLst>
              <a:ext uri="{FF2B5EF4-FFF2-40B4-BE49-F238E27FC236}">
                <a16:creationId xmlns:a16="http://schemas.microsoft.com/office/drawing/2014/main" id="{E27BF722-F8E8-4DC1-892E-9949A7422027}"/>
              </a:ext>
              <a:ext uri="{C183D7F6-B498-43B3-948B-1728B52AA6E4}">
                <adec:decorative xmlns:adec="http://schemas.microsoft.com/office/drawing/2017/decorative" val="1"/>
              </a:ext>
            </a:extLst>
          </p:cNvPr>
          <p:cNvSpPr>
            <a:spLocks noGrp="1"/>
          </p:cNvSpPr>
          <p:nvPr>
            <p:ph type="sldNum" sz="quarter" idx="13"/>
          </p:nvPr>
        </p:nvSpPr>
        <p:spPr>
          <a:xfrm>
            <a:off x="11544300" y="6467824"/>
            <a:ext cx="492128" cy="365125"/>
          </a:xfrm>
        </p:spPr>
        <p:txBody>
          <a:bodyPr/>
          <a:lstStyle/>
          <a:p>
            <a:fld id="{9C057DB4-583E-41A7-BD94-987342018C17}" type="slidenum">
              <a:rPr lang="en-GB" noProof="0" smtClean="0"/>
              <a:pPr/>
              <a:t>‹#›</a:t>
            </a:fld>
            <a:endParaRPr lang="en-GB" noProof="0" dirty="0"/>
          </a:p>
        </p:txBody>
      </p:sp>
      <p:sp>
        <p:nvSpPr>
          <p:cNvPr id="6" name="Text Placeholder 3">
            <a:extLst>
              <a:ext uri="{FF2B5EF4-FFF2-40B4-BE49-F238E27FC236}">
                <a16:creationId xmlns:a16="http://schemas.microsoft.com/office/drawing/2014/main" id="{635EC146-29BC-10CD-B617-D9110FD0827C}"/>
              </a:ext>
            </a:extLst>
          </p:cNvPr>
          <p:cNvSpPr>
            <a:spLocks noGrp="1"/>
          </p:cNvSpPr>
          <p:nvPr>
            <p:ph type="body" sz="quarter" idx="14" hasCustomPrompt="1"/>
          </p:nvPr>
        </p:nvSpPr>
        <p:spPr>
          <a:xfrm>
            <a:off x="6069785" y="6467824"/>
            <a:ext cx="5004001" cy="365125"/>
          </a:xfrm>
        </p:spPr>
        <p:txBody>
          <a:bodyPr>
            <a:normAutofit/>
          </a:bodyPr>
          <a:lstStyle>
            <a:lvl1pPr marL="0" indent="0" algn="ctr">
              <a:buNone/>
              <a:defRPr sz="1000">
                <a:solidFill>
                  <a:srgbClr val="72787A"/>
                </a:solidFill>
              </a:defRPr>
            </a:lvl1pPr>
          </a:lstStyle>
          <a:p>
            <a:pPr lvl="0"/>
            <a:r>
              <a:rPr lang="en-GB" noProof="0" dirty="0" err="1"/>
              <a:t>Quellenfeld</a:t>
            </a:r>
            <a:endParaRPr lang="en-GB" noProof="0" dirty="0"/>
          </a:p>
        </p:txBody>
      </p:sp>
      <p:sp>
        <p:nvSpPr>
          <p:cNvPr id="12" name="Textplatzhalter 2">
            <a:extLst>
              <a:ext uri="{FF2B5EF4-FFF2-40B4-BE49-F238E27FC236}">
                <a16:creationId xmlns:a16="http://schemas.microsoft.com/office/drawing/2014/main" id="{BD32AAC0-223D-4B82-2B10-72EFC38D2685}"/>
              </a:ext>
            </a:extLst>
          </p:cNvPr>
          <p:cNvSpPr>
            <a:spLocks noGrp="1"/>
          </p:cNvSpPr>
          <p:nvPr>
            <p:ph type="body" sz="quarter" idx="15"/>
          </p:nvPr>
        </p:nvSpPr>
        <p:spPr>
          <a:xfrm>
            <a:off x="240002" y="1181094"/>
            <a:ext cx="7431580" cy="4961788"/>
          </a:xfrm>
        </p:spPr>
        <p:txBody>
          <a:bodyPr/>
          <a:lstStyle>
            <a:lvl1pPr marL="241294" indent="-241294">
              <a:defRPr/>
            </a:lvl1pPr>
            <a:lvl3pPr marL="1073124" indent="-160863">
              <a:buFont typeface="Arial" panose="020B0604020202020204" pitchFamily="34" charset="0"/>
              <a:buChar char="•"/>
              <a:defRPr/>
            </a:lvl3pPr>
            <a:lvl4pPr marL="1714414" indent="-228589">
              <a:buFont typeface="Symbol" panose="05050102010706020507" pitchFamily="18" charset="2"/>
              <a:buChar char="-"/>
              <a:defRPr/>
            </a:lvl4pPr>
            <a:lvl5pPr marL="2057298" indent="-228589">
              <a:buFont typeface="Symbol" panose="05050102010706020507" pitchFamily="18" charset="2"/>
              <a:buChar char="-"/>
              <a:defRPr/>
            </a:lvl5p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dirty="0"/>
          </a:p>
        </p:txBody>
      </p:sp>
    </p:spTree>
    <p:extLst>
      <p:ext uri="{BB962C8B-B14F-4D97-AF65-F5344CB8AC3E}">
        <p14:creationId xmlns:p14="http://schemas.microsoft.com/office/powerpoint/2010/main" val="20203473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23189910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153912236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3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113977530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4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1037086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5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135451984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6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21367294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7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416578932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8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368192420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9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385667907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0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45534522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1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189012711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2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316265977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3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127000399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14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36116762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5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285196353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6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226099789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7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353741830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8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158004807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9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142305242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830693641"/>
      </p:ext>
    </p:extLst>
  </p:cSld>
  <p:clrMapOvr>
    <a:masterClrMapping/>
  </p:clrMapOvr>
  <p:hf hdr="0" dt="0"/>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2.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image" Target="../media/image1.pn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eitenzahl">
            <a:extLst>
              <a:ext uri="{FF2B5EF4-FFF2-40B4-BE49-F238E27FC236}">
                <a16:creationId xmlns:a16="http://schemas.microsoft.com/office/drawing/2014/main" id="{65398FD5-9BF3-28FF-7DED-0D9B073604A6}"/>
              </a:ext>
              <a:ext uri="{C183D7F6-B498-43B3-948B-1728B52AA6E4}">
                <adec:decorative xmlns:adec="http://schemas.microsoft.com/office/drawing/2017/decorative" val="0"/>
              </a:ext>
            </a:extLst>
          </p:cNvPr>
          <p:cNvSpPr>
            <a:spLocks noGrp="1"/>
          </p:cNvSpPr>
          <p:nvPr>
            <p:ph type="sldNum" sz="quarter" idx="4"/>
          </p:nvPr>
        </p:nvSpPr>
        <p:spPr bwMode="gray">
          <a:xfrm>
            <a:off x="10992000" y="6439500"/>
            <a:ext cx="504000" cy="144000"/>
          </a:xfrm>
          <a:prstGeom prst="rect">
            <a:avLst/>
          </a:prstGeom>
        </p:spPr>
        <p:txBody>
          <a:bodyPr vert="horz" lIns="0" tIns="0" rIns="0" bIns="0" rtlCol="0" anchor="ctr"/>
          <a:lstStyle>
            <a:lvl1pPr algn="r">
              <a:defRPr sz="800" b="0">
                <a:solidFill>
                  <a:schemeClr val="tx1"/>
                </a:solidFill>
              </a:defRPr>
            </a:lvl1pPr>
          </a:lstStyle>
          <a:p>
            <a:fld id="{D836C0FE-70CA-4950-82D6-CF602CC2B770}" type="slidenum">
              <a:rPr lang="en-GB" smtClean="0"/>
              <a:pPr/>
              <a:t>‹#›</a:t>
            </a:fld>
            <a:endParaRPr lang="en-GB" dirty="0"/>
          </a:p>
        </p:txBody>
      </p:sp>
      <p:sp>
        <p:nvSpPr>
          <p:cNvPr id="2" name="Titelplatzhalter">
            <a:extLst>
              <a:ext uri="{FF2B5EF4-FFF2-40B4-BE49-F238E27FC236}">
                <a16:creationId xmlns:a16="http://schemas.microsoft.com/office/drawing/2014/main" id="{7342B4B8-4BA9-1581-A621-9357C5FCC0CE}"/>
              </a:ext>
            </a:extLst>
          </p:cNvPr>
          <p:cNvSpPr>
            <a:spLocks noGrp="1"/>
          </p:cNvSpPr>
          <p:nvPr>
            <p:ph type="title"/>
          </p:nvPr>
        </p:nvSpPr>
        <p:spPr bwMode="gray">
          <a:xfrm>
            <a:off x="695325" y="549000"/>
            <a:ext cx="9360675" cy="792000"/>
          </a:xfrm>
          <a:prstGeom prst="rect">
            <a:avLst/>
          </a:prstGeom>
        </p:spPr>
        <p:txBody>
          <a:bodyPr vert="horz" lIns="0" tIns="0" rIns="0" bIns="0" rtlCol="0" anchor="t" anchorCtr="0">
            <a:noAutofit/>
          </a:bodyPr>
          <a:lstStyle/>
          <a:p>
            <a:r>
              <a:rPr lang="en-GB" dirty="0" err="1"/>
              <a:t>Titelmasterformat</a:t>
            </a:r>
            <a:r>
              <a:rPr lang="en-GB" dirty="0"/>
              <a:t> </a:t>
            </a:r>
            <a:r>
              <a:rPr lang="en-GB" dirty="0" err="1"/>
              <a:t>durch</a:t>
            </a:r>
            <a:r>
              <a:rPr lang="en-GB" dirty="0"/>
              <a:t> </a:t>
            </a:r>
            <a:r>
              <a:rPr lang="en-GB" dirty="0" err="1"/>
              <a:t>Klicken</a:t>
            </a:r>
            <a:r>
              <a:rPr lang="en-GB" dirty="0"/>
              <a:t> </a:t>
            </a:r>
            <a:r>
              <a:rPr lang="en-GB" dirty="0" err="1"/>
              <a:t>bearbeiten</a:t>
            </a:r>
            <a:endParaRPr lang="en-GB" dirty="0"/>
          </a:p>
        </p:txBody>
      </p:sp>
      <p:sp>
        <p:nvSpPr>
          <p:cNvPr id="4" name="Datum">
            <a:extLst>
              <a:ext uri="{FF2B5EF4-FFF2-40B4-BE49-F238E27FC236}">
                <a16:creationId xmlns:a16="http://schemas.microsoft.com/office/drawing/2014/main" id="{2B378339-9E79-231D-A5AF-97105D3C5200}"/>
              </a:ext>
              <a:ext uri="{C183D7F6-B498-43B3-948B-1728B52AA6E4}">
                <adec:decorative xmlns:adec="http://schemas.microsoft.com/office/drawing/2017/decorative" val="1"/>
              </a:ext>
            </a:extLst>
          </p:cNvPr>
          <p:cNvSpPr>
            <a:spLocks noGrp="1"/>
          </p:cNvSpPr>
          <p:nvPr>
            <p:ph type="dt" sz="half" idx="2"/>
          </p:nvPr>
        </p:nvSpPr>
        <p:spPr bwMode="gray">
          <a:xfrm>
            <a:off x="7176000" y="6439500"/>
            <a:ext cx="3672000" cy="144000"/>
          </a:xfrm>
          <a:prstGeom prst="rect">
            <a:avLst/>
          </a:prstGeom>
        </p:spPr>
        <p:txBody>
          <a:bodyPr vert="horz" lIns="0" tIns="0" rIns="0" bIns="0" rtlCol="0" anchor="ctr"/>
          <a:lstStyle>
            <a:lvl1pPr algn="ctr">
              <a:defRPr sz="800">
                <a:solidFill>
                  <a:schemeClr val="tx1"/>
                </a:solidFill>
              </a:defRPr>
            </a:lvl1pPr>
          </a:lstStyle>
          <a:p>
            <a:endParaRPr lang="en-GB" dirty="0"/>
          </a:p>
        </p:txBody>
      </p:sp>
      <p:sp>
        <p:nvSpPr>
          <p:cNvPr id="5" name="Fußzeile">
            <a:extLst>
              <a:ext uri="{FF2B5EF4-FFF2-40B4-BE49-F238E27FC236}">
                <a16:creationId xmlns:a16="http://schemas.microsoft.com/office/drawing/2014/main" id="{ADFC89BB-31A4-FB0C-2C15-0120E1FE9686}"/>
              </a:ext>
              <a:ext uri="{C183D7F6-B498-43B3-948B-1728B52AA6E4}">
                <adec:decorative xmlns:adec="http://schemas.microsoft.com/office/drawing/2017/decorative" val="1"/>
              </a:ext>
            </a:extLst>
          </p:cNvPr>
          <p:cNvSpPr>
            <a:spLocks noGrp="1"/>
          </p:cNvSpPr>
          <p:nvPr>
            <p:ph type="ftr" sz="quarter" idx="3"/>
          </p:nvPr>
        </p:nvSpPr>
        <p:spPr bwMode="gray">
          <a:xfrm>
            <a:off x="695324" y="6439500"/>
            <a:ext cx="5112675" cy="144000"/>
          </a:xfrm>
          <a:prstGeom prst="rect">
            <a:avLst/>
          </a:prstGeom>
        </p:spPr>
        <p:txBody>
          <a:bodyPr vert="horz" lIns="0" tIns="0" rIns="0" bIns="0" rtlCol="0" anchor="ctr"/>
          <a:lstStyle>
            <a:lvl1pPr algn="l">
              <a:defRPr sz="800">
                <a:solidFill>
                  <a:schemeClr val="tx1"/>
                </a:solidFill>
              </a:defRPr>
            </a:lvl1pPr>
          </a:lstStyle>
          <a:p>
            <a:r>
              <a:rPr lang="en-GB" dirty="0"/>
              <a:t>KMH</a:t>
            </a:r>
          </a:p>
        </p:txBody>
      </p:sp>
      <p:grpSp>
        <p:nvGrpSpPr>
          <p:cNvPr id="57" name="Gruppieren 56">
            <a:extLst>
              <a:ext uri="{FF2B5EF4-FFF2-40B4-BE49-F238E27FC236}">
                <a16:creationId xmlns:a16="http://schemas.microsoft.com/office/drawing/2014/main" id="{70E6F260-5B6B-E6BA-7AE8-C81A29C8C1CE}"/>
              </a:ext>
              <a:ext uri="{C183D7F6-B498-43B3-948B-1728B52AA6E4}">
                <adec:decorative xmlns:adec="http://schemas.microsoft.com/office/drawing/2017/decorative" val="1"/>
              </a:ext>
            </a:extLst>
          </p:cNvPr>
          <p:cNvGrpSpPr/>
          <p:nvPr userDrawn="1"/>
        </p:nvGrpSpPr>
        <p:grpSpPr bwMode="gray">
          <a:xfrm>
            <a:off x="-168000" y="693000"/>
            <a:ext cx="72000" cy="5472000"/>
            <a:chOff x="-168000" y="693000"/>
            <a:chExt cx="72000" cy="5472000"/>
          </a:xfrm>
        </p:grpSpPr>
        <p:cxnSp>
          <p:nvCxnSpPr>
            <p:cNvPr id="58" name="Gerader Verbinder 57">
              <a:extLst>
                <a:ext uri="{FF2B5EF4-FFF2-40B4-BE49-F238E27FC236}">
                  <a16:creationId xmlns:a16="http://schemas.microsoft.com/office/drawing/2014/main" id="{9CE92DE1-673B-26F8-5C3A-038AF76C45EA}"/>
                </a:ext>
              </a:extLst>
            </p:cNvPr>
            <p:cNvCxnSpPr>
              <a:cxnSpLocks/>
            </p:cNvCxnSpPr>
            <p:nvPr userDrawn="1"/>
          </p:nvCxnSpPr>
          <p:spPr bwMode="gray">
            <a:xfrm>
              <a:off x="-168000" y="1845000"/>
              <a:ext cx="7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9" name="Gerader Verbinder 58">
              <a:extLst>
                <a:ext uri="{FF2B5EF4-FFF2-40B4-BE49-F238E27FC236}">
                  <a16:creationId xmlns:a16="http://schemas.microsoft.com/office/drawing/2014/main" id="{2CCFAADA-1A7F-A8B8-E1B1-83852B2604B3}"/>
                </a:ext>
              </a:extLst>
            </p:cNvPr>
            <p:cNvCxnSpPr>
              <a:cxnSpLocks/>
            </p:cNvCxnSpPr>
            <p:nvPr userDrawn="1"/>
          </p:nvCxnSpPr>
          <p:spPr bwMode="gray">
            <a:xfrm>
              <a:off x="-168000" y="6165000"/>
              <a:ext cx="7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0" name="Gerader Verbinder 59">
              <a:extLst>
                <a:ext uri="{FF2B5EF4-FFF2-40B4-BE49-F238E27FC236}">
                  <a16:creationId xmlns:a16="http://schemas.microsoft.com/office/drawing/2014/main" id="{2FDB1CBD-B743-8109-6C60-DB9675A8178E}"/>
                </a:ext>
              </a:extLst>
            </p:cNvPr>
            <p:cNvCxnSpPr>
              <a:cxnSpLocks/>
            </p:cNvCxnSpPr>
            <p:nvPr userDrawn="1"/>
          </p:nvCxnSpPr>
          <p:spPr bwMode="gray">
            <a:xfrm>
              <a:off x="-168000" y="693000"/>
              <a:ext cx="7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61" name="Gruppieren 60">
            <a:extLst>
              <a:ext uri="{FF2B5EF4-FFF2-40B4-BE49-F238E27FC236}">
                <a16:creationId xmlns:a16="http://schemas.microsoft.com/office/drawing/2014/main" id="{7175DF0B-645D-8CFE-1723-CB46F027CD1D}"/>
              </a:ext>
              <a:ext uri="{C183D7F6-B498-43B3-948B-1728B52AA6E4}">
                <adec:decorative xmlns:adec="http://schemas.microsoft.com/office/drawing/2017/decorative" val="1"/>
              </a:ext>
            </a:extLst>
          </p:cNvPr>
          <p:cNvGrpSpPr/>
          <p:nvPr userDrawn="1"/>
        </p:nvGrpSpPr>
        <p:grpSpPr bwMode="gray">
          <a:xfrm>
            <a:off x="696000" y="-171000"/>
            <a:ext cx="10800000" cy="72000"/>
            <a:chOff x="696000" y="-171000"/>
            <a:chExt cx="10800000" cy="72000"/>
          </a:xfrm>
        </p:grpSpPr>
        <p:cxnSp>
          <p:nvCxnSpPr>
            <p:cNvPr id="62" name="Gerader Verbinder 61">
              <a:extLst>
                <a:ext uri="{FF2B5EF4-FFF2-40B4-BE49-F238E27FC236}">
                  <a16:creationId xmlns:a16="http://schemas.microsoft.com/office/drawing/2014/main" id="{F70F7F1A-06A7-BE9B-CA4E-4F13B09E5D9E}"/>
                </a:ext>
              </a:extLst>
            </p:cNvPr>
            <p:cNvCxnSpPr>
              <a:cxnSpLocks/>
            </p:cNvCxnSpPr>
            <p:nvPr userDrawn="1"/>
          </p:nvCxnSpPr>
          <p:spPr bwMode="gray">
            <a:xfrm>
              <a:off x="69600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3" name="Gerader Verbinder 62">
              <a:extLst>
                <a:ext uri="{FF2B5EF4-FFF2-40B4-BE49-F238E27FC236}">
                  <a16:creationId xmlns:a16="http://schemas.microsoft.com/office/drawing/2014/main" id="{1D2C61E1-60F0-20D8-92CD-DABDFA5A03EA}"/>
                </a:ext>
              </a:extLst>
            </p:cNvPr>
            <p:cNvCxnSpPr>
              <a:cxnSpLocks/>
            </p:cNvCxnSpPr>
            <p:nvPr userDrawn="1"/>
          </p:nvCxnSpPr>
          <p:spPr bwMode="gray">
            <a:xfrm>
              <a:off x="1149600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4" name="Gerader Verbinder 63">
              <a:extLst>
                <a:ext uri="{FF2B5EF4-FFF2-40B4-BE49-F238E27FC236}">
                  <a16:creationId xmlns:a16="http://schemas.microsoft.com/office/drawing/2014/main" id="{05107475-8CCC-88DC-7EC1-9974CB7A041E}"/>
                </a:ext>
              </a:extLst>
            </p:cNvPr>
            <p:cNvCxnSpPr>
              <a:cxnSpLocks/>
            </p:cNvCxnSpPr>
            <p:nvPr userDrawn="1"/>
          </p:nvCxnSpPr>
          <p:spPr bwMode="gray">
            <a:xfrm>
              <a:off x="213556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5" name="Gerader Verbinder 64">
              <a:extLst>
                <a:ext uri="{FF2B5EF4-FFF2-40B4-BE49-F238E27FC236}">
                  <a16:creationId xmlns:a16="http://schemas.microsoft.com/office/drawing/2014/main" id="{90FD98A2-DADB-CF34-9CEA-BE457997C712}"/>
                </a:ext>
              </a:extLst>
            </p:cNvPr>
            <p:cNvCxnSpPr>
              <a:cxnSpLocks/>
            </p:cNvCxnSpPr>
            <p:nvPr userDrawn="1"/>
          </p:nvCxnSpPr>
          <p:spPr bwMode="gray">
            <a:xfrm>
              <a:off x="2567664"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6" name="Gerader Verbinder 65">
              <a:extLst>
                <a:ext uri="{FF2B5EF4-FFF2-40B4-BE49-F238E27FC236}">
                  <a16:creationId xmlns:a16="http://schemas.microsoft.com/office/drawing/2014/main" id="{E21EB5D8-DDEB-2249-B195-4ED838937C74}"/>
                </a:ext>
              </a:extLst>
            </p:cNvPr>
            <p:cNvCxnSpPr>
              <a:cxnSpLocks/>
            </p:cNvCxnSpPr>
            <p:nvPr userDrawn="1"/>
          </p:nvCxnSpPr>
          <p:spPr bwMode="gray">
            <a:xfrm>
              <a:off x="4007763"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7" name="Gerader Verbinder 66">
              <a:extLst>
                <a:ext uri="{FF2B5EF4-FFF2-40B4-BE49-F238E27FC236}">
                  <a16:creationId xmlns:a16="http://schemas.microsoft.com/office/drawing/2014/main" id="{1E9BF006-29C8-C40B-7D2D-6D3D8A6F7C09}"/>
                </a:ext>
              </a:extLst>
            </p:cNvPr>
            <p:cNvCxnSpPr>
              <a:cxnSpLocks/>
            </p:cNvCxnSpPr>
            <p:nvPr userDrawn="1"/>
          </p:nvCxnSpPr>
          <p:spPr bwMode="gray">
            <a:xfrm>
              <a:off x="4439872"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8" name="Gerader Verbinder 67">
              <a:extLst>
                <a:ext uri="{FF2B5EF4-FFF2-40B4-BE49-F238E27FC236}">
                  <a16:creationId xmlns:a16="http://schemas.microsoft.com/office/drawing/2014/main" id="{CC4EBA89-B7C8-BC11-E261-E52950B5A709}"/>
                </a:ext>
              </a:extLst>
            </p:cNvPr>
            <p:cNvCxnSpPr>
              <a:cxnSpLocks/>
            </p:cNvCxnSpPr>
            <p:nvPr userDrawn="1"/>
          </p:nvCxnSpPr>
          <p:spPr bwMode="gray">
            <a:xfrm>
              <a:off x="5879976"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4084141B-5223-2745-80DB-D9A20AEF7FC1}"/>
                </a:ext>
              </a:extLst>
            </p:cNvPr>
            <p:cNvCxnSpPr>
              <a:cxnSpLocks/>
            </p:cNvCxnSpPr>
            <p:nvPr userDrawn="1"/>
          </p:nvCxnSpPr>
          <p:spPr bwMode="gray">
            <a:xfrm>
              <a:off x="631208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0" name="Gerader Verbinder 69">
              <a:extLst>
                <a:ext uri="{FF2B5EF4-FFF2-40B4-BE49-F238E27FC236}">
                  <a16:creationId xmlns:a16="http://schemas.microsoft.com/office/drawing/2014/main" id="{EEE455F4-4B7A-824A-1085-4854FE501E98}"/>
                </a:ext>
              </a:extLst>
            </p:cNvPr>
            <p:cNvCxnSpPr>
              <a:cxnSpLocks/>
            </p:cNvCxnSpPr>
            <p:nvPr userDrawn="1"/>
          </p:nvCxnSpPr>
          <p:spPr bwMode="gray">
            <a:xfrm>
              <a:off x="7752184"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1" name="Gerader Verbinder 70">
              <a:extLst>
                <a:ext uri="{FF2B5EF4-FFF2-40B4-BE49-F238E27FC236}">
                  <a16:creationId xmlns:a16="http://schemas.microsoft.com/office/drawing/2014/main" id="{BA29A306-195C-8694-3DC1-5FBE80F0C697}"/>
                </a:ext>
              </a:extLst>
            </p:cNvPr>
            <p:cNvCxnSpPr>
              <a:cxnSpLocks/>
            </p:cNvCxnSpPr>
            <p:nvPr userDrawn="1"/>
          </p:nvCxnSpPr>
          <p:spPr bwMode="gray">
            <a:xfrm>
              <a:off x="818400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2" name="Gerader Verbinder 71">
              <a:extLst>
                <a:ext uri="{FF2B5EF4-FFF2-40B4-BE49-F238E27FC236}">
                  <a16:creationId xmlns:a16="http://schemas.microsoft.com/office/drawing/2014/main" id="{25DC1055-E4A8-2F1E-BDAE-36F9E763476A}"/>
                </a:ext>
              </a:extLst>
            </p:cNvPr>
            <p:cNvCxnSpPr>
              <a:cxnSpLocks/>
            </p:cNvCxnSpPr>
            <p:nvPr userDrawn="1"/>
          </p:nvCxnSpPr>
          <p:spPr bwMode="gray">
            <a:xfrm>
              <a:off x="9624392"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3" name="Gerader Verbinder 72">
              <a:extLst>
                <a:ext uri="{FF2B5EF4-FFF2-40B4-BE49-F238E27FC236}">
                  <a16:creationId xmlns:a16="http://schemas.microsoft.com/office/drawing/2014/main" id="{24FEEFB3-B615-2AC5-0708-72A2CE09D5D2}"/>
                </a:ext>
              </a:extLst>
            </p:cNvPr>
            <p:cNvCxnSpPr>
              <a:cxnSpLocks/>
            </p:cNvCxnSpPr>
            <p:nvPr userDrawn="1"/>
          </p:nvCxnSpPr>
          <p:spPr bwMode="gray">
            <a:xfrm>
              <a:off x="10056496"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pic>
        <p:nvPicPr>
          <p:cNvPr id="8" name="Logo">
            <a:extLst>
              <a:ext uri="{FF2B5EF4-FFF2-40B4-BE49-F238E27FC236}">
                <a16:creationId xmlns:a16="http://schemas.microsoft.com/office/drawing/2014/main" id="{628A09EA-4660-9CA7-424A-93A279803446}"/>
              </a:ext>
              <a:ext uri="{C183D7F6-B498-43B3-948B-1728B52AA6E4}">
                <adec:decorative xmlns:adec="http://schemas.microsoft.com/office/drawing/2017/decorative" val="1"/>
              </a:ext>
            </a:extLst>
          </p:cNvPr>
          <p:cNvPicPr>
            <a:picLocks noChangeAspect="1"/>
          </p:cNvPicPr>
          <p:nvPr userDrawn="1"/>
        </p:nvPicPr>
        <p:blipFill>
          <a:blip r:embed="rId51">
            <a:extLst>
              <a:ext uri="{28A0092B-C50C-407E-A947-70E740481C1C}">
                <a14:useLocalDpi xmlns:a14="http://schemas.microsoft.com/office/drawing/2010/main" val="0"/>
              </a:ext>
              <a:ext uri="{96DAC541-7B7A-43D3-8B79-37D633B846F1}">
                <asvg:svgBlip xmlns:asvg="http://schemas.microsoft.com/office/drawing/2016/SVG/main" r:embed="rId52"/>
              </a:ext>
            </a:extLst>
          </a:blip>
          <a:stretch>
            <a:fillRect/>
          </a:stretch>
        </p:blipFill>
        <p:spPr bwMode="gray">
          <a:xfrm>
            <a:off x="10992001" y="483651"/>
            <a:ext cx="504000" cy="516956"/>
          </a:xfrm>
          <a:prstGeom prst="rect">
            <a:avLst/>
          </a:prstGeom>
        </p:spPr>
      </p:pic>
      <p:sp>
        <p:nvSpPr>
          <p:cNvPr id="9" name="Text Placeholder 8">
            <a:extLst>
              <a:ext uri="{FF2B5EF4-FFF2-40B4-BE49-F238E27FC236}">
                <a16:creationId xmlns:a16="http://schemas.microsoft.com/office/drawing/2014/main" id="{987B8CF3-537D-97EE-9965-1D02748814DC}"/>
              </a:ext>
            </a:extLst>
          </p:cNvPr>
          <p:cNvSpPr>
            <a:spLocks noGrp="1"/>
          </p:cNvSpPr>
          <p:nvPr>
            <p:ph type="body" idx="1"/>
          </p:nvPr>
        </p:nvSpPr>
        <p:spPr>
          <a:xfrm>
            <a:off x="695324" y="1583258"/>
            <a:ext cx="10800676" cy="4593705"/>
          </a:xfrm>
          <a:prstGeom prst="rect">
            <a:avLst/>
          </a:prstGeom>
        </p:spPr>
        <p:txBody>
          <a:bodyPr vert="horz" lIns="91440" tIns="45720" rIns="91440" bIns="45720" rtlCol="0" anchor="ctr">
            <a:normAutofit/>
          </a:bodyPr>
          <a:lstStyle/>
          <a:p>
            <a:pPr lvl="0"/>
            <a:r>
              <a:rPr lang="en-GB" dirty="0"/>
              <a:t>First</a:t>
            </a:r>
          </a:p>
          <a:p>
            <a:pPr lvl="1"/>
            <a:r>
              <a:rPr lang="en-GB" dirty="0"/>
              <a:t>Second</a:t>
            </a:r>
          </a:p>
          <a:p>
            <a:pPr lvl="2"/>
            <a:r>
              <a:rPr lang="en-GB" dirty="0"/>
              <a:t>Third</a:t>
            </a:r>
          </a:p>
          <a:p>
            <a:pPr lvl="3"/>
            <a:r>
              <a:rPr lang="en-GB" dirty="0"/>
              <a:t>Fourth</a:t>
            </a:r>
          </a:p>
        </p:txBody>
      </p:sp>
    </p:spTree>
    <p:extLst>
      <p:ext uri="{BB962C8B-B14F-4D97-AF65-F5344CB8AC3E}">
        <p14:creationId xmlns:p14="http://schemas.microsoft.com/office/powerpoint/2010/main" val="2449632651"/>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1" r:id="rId3"/>
    <p:sldLayoutId id="2147483662" r:id="rId4"/>
    <p:sldLayoutId id="2147483651" r:id="rId5"/>
    <p:sldLayoutId id="2147483701" r:id="rId6"/>
    <p:sldLayoutId id="2147483650" r:id="rId7"/>
    <p:sldLayoutId id="2147483686" r:id="rId8"/>
    <p:sldLayoutId id="2147483652" r:id="rId9"/>
    <p:sldLayoutId id="2147483654" r:id="rId10"/>
    <p:sldLayoutId id="2147483655" r:id="rId11"/>
    <p:sldLayoutId id="2147483687" r:id="rId12"/>
    <p:sldLayoutId id="2147483688" r:id="rId13"/>
    <p:sldLayoutId id="2147483690" r:id="rId14"/>
    <p:sldLayoutId id="2147483692" r:id="rId15"/>
    <p:sldLayoutId id="2147483689" r:id="rId16"/>
    <p:sldLayoutId id="2147483691" r:id="rId17"/>
    <p:sldLayoutId id="2147483693" r:id="rId18"/>
    <p:sldLayoutId id="2147483694" r:id="rId19"/>
    <p:sldLayoutId id="2147483695" r:id="rId20"/>
    <p:sldLayoutId id="2147483696" r:id="rId21"/>
    <p:sldLayoutId id="2147483697" r:id="rId22"/>
    <p:sldLayoutId id="2147483698" r:id="rId23"/>
    <p:sldLayoutId id="2147483699" r:id="rId24"/>
    <p:sldLayoutId id="2147483700" r:id="rId25"/>
    <p:sldLayoutId id="2147483702" r:id="rId26"/>
    <p:sldLayoutId id="2147483704" r:id="rId27"/>
    <p:sldLayoutId id="2147483705" r:id="rId28"/>
    <p:sldLayoutId id="2147483706" r:id="rId29"/>
    <p:sldLayoutId id="2147483708" r:id="rId30"/>
    <p:sldLayoutId id="2147483709" r:id="rId31"/>
    <p:sldLayoutId id="2147483710" r:id="rId32"/>
    <p:sldLayoutId id="2147483711" r:id="rId33"/>
    <p:sldLayoutId id="2147483712" r:id="rId34"/>
    <p:sldLayoutId id="2147483713" r:id="rId35"/>
    <p:sldLayoutId id="2147483714" r:id="rId36"/>
    <p:sldLayoutId id="2147483715" r:id="rId37"/>
    <p:sldLayoutId id="2147483716" r:id="rId38"/>
    <p:sldLayoutId id="2147483717" r:id="rId39"/>
    <p:sldLayoutId id="2147483718" r:id="rId40"/>
    <p:sldLayoutId id="2147483719" r:id="rId41"/>
    <p:sldLayoutId id="2147483720" r:id="rId42"/>
    <p:sldLayoutId id="2147483721" r:id="rId43"/>
    <p:sldLayoutId id="2147483722" r:id="rId44"/>
    <p:sldLayoutId id="2147483723" r:id="rId45"/>
    <p:sldLayoutId id="2147483724" r:id="rId46"/>
    <p:sldLayoutId id="2147483725" r:id="rId47"/>
    <p:sldLayoutId id="2147483726" r:id="rId48"/>
    <p:sldLayoutId id="2147483727" r:id="rId49"/>
  </p:sldLayoutIdLst>
  <p:hf hdr="0"/>
  <p:txStyles>
    <p:titleStyle>
      <a:lvl1pPr algn="l" defTabSz="914400" rtl="0" eaLnBrk="1" latinLnBrk="0" hangingPunct="1">
        <a:lnSpc>
          <a:spcPct val="90000"/>
        </a:lnSpc>
        <a:spcBef>
          <a:spcPct val="0"/>
        </a:spcBef>
        <a:buNone/>
        <a:defRPr sz="2800" b="1" kern="1200" spc="0" baseline="0">
          <a:solidFill>
            <a:schemeClr val="tx2"/>
          </a:solidFill>
          <a:latin typeface="+mj-lt"/>
          <a:ea typeface="+mj-ea"/>
          <a:cs typeface="+mj-cs"/>
        </a:defRPr>
      </a:lvl1pPr>
    </p:titleStyle>
    <p:bodyStyle>
      <a:lvl1pPr marL="342900" indent="-342900" algn="l" defTabSz="914400" rtl="0" eaLnBrk="1" latinLnBrk="0" hangingPunct="1">
        <a:lnSpc>
          <a:spcPct val="120000"/>
        </a:lnSpc>
        <a:spcBef>
          <a:spcPts val="600"/>
        </a:spcBef>
        <a:spcAft>
          <a:spcPts val="600"/>
        </a:spcAft>
        <a:buFont typeface="Calibri" panose="020F0502020204030204" pitchFamily="34" charset="0"/>
        <a:buChar char="»"/>
        <a:defRPr lang="en-US" sz="2200" b="0" kern="1200" dirty="0" smtClean="0">
          <a:solidFill>
            <a:schemeClr val="tx1"/>
          </a:solidFill>
          <a:latin typeface="+mn-lt"/>
          <a:ea typeface="+mn-ea"/>
          <a:cs typeface="+mn-cs"/>
        </a:defRPr>
      </a:lvl1pPr>
      <a:lvl2pPr marL="628650" indent="-265113" algn="l" defTabSz="914400" rtl="0" eaLnBrk="1" latinLnBrk="0" hangingPunct="1">
        <a:lnSpc>
          <a:spcPct val="120000"/>
        </a:lnSpc>
        <a:spcBef>
          <a:spcPts val="600"/>
        </a:spcBef>
        <a:spcAft>
          <a:spcPts val="600"/>
        </a:spcAft>
        <a:buFont typeface="Wingdings" panose="05000000000000000000" pitchFamily="2" charset="2"/>
        <a:buChar char="§"/>
        <a:defRPr sz="2000" b="0" kern="1200">
          <a:solidFill>
            <a:schemeClr val="tx1"/>
          </a:solidFill>
          <a:latin typeface="+mn-lt"/>
          <a:ea typeface="+mn-ea"/>
          <a:cs typeface="+mn-cs"/>
        </a:defRPr>
      </a:lvl2pPr>
      <a:lvl3pPr marL="895350" indent="-285750" algn="l" defTabSz="914400" rtl="0" eaLnBrk="1" latinLnBrk="0" hangingPunct="1">
        <a:lnSpc>
          <a:spcPct val="120000"/>
        </a:lnSpc>
        <a:spcBef>
          <a:spcPts val="600"/>
        </a:spcBef>
        <a:spcAft>
          <a:spcPts val="600"/>
        </a:spcAft>
        <a:buFont typeface="Symbol" panose="05050102010706020507" pitchFamily="18" charset="2"/>
        <a:buChar char="-"/>
        <a:defRPr lang="en-US" sz="1800" kern="1200" dirty="0" smtClean="0">
          <a:solidFill>
            <a:schemeClr val="tx1"/>
          </a:solidFill>
          <a:latin typeface="+mn-lt"/>
          <a:ea typeface="+mn-ea"/>
          <a:cs typeface="+mn-cs"/>
        </a:defRPr>
      </a:lvl3pPr>
      <a:lvl4pPr marL="1076325" indent="-179388" algn="l" defTabSz="914400" rtl="0" eaLnBrk="1" latinLnBrk="0" hangingPunct="1">
        <a:lnSpc>
          <a:spcPct val="120000"/>
        </a:lnSpc>
        <a:spcBef>
          <a:spcPts val="600"/>
        </a:spcBef>
        <a:spcAft>
          <a:spcPts val="600"/>
        </a:spcAft>
        <a:buFont typeface="Symbol" panose="05050102010706020507" pitchFamily="18" charset="2"/>
        <a:buChar char="-"/>
        <a:defRPr lang="de-DE" sz="1600" kern="1200" dirty="0" smtClean="0">
          <a:solidFill>
            <a:schemeClr val="tx1"/>
          </a:solidFill>
          <a:latin typeface="+mn-lt"/>
          <a:ea typeface="+mn-ea"/>
          <a:cs typeface="+mn-cs"/>
        </a:defRPr>
      </a:lvl4pPr>
      <a:lvl5pPr marL="990600" indent="-179388" algn="l" defTabSz="914400" rtl="0" eaLnBrk="1" latinLnBrk="0" hangingPunct="1">
        <a:lnSpc>
          <a:spcPct val="120000"/>
        </a:lnSpc>
        <a:spcBef>
          <a:spcPts val="600"/>
        </a:spcBef>
        <a:spcAft>
          <a:spcPts val="300"/>
        </a:spcAft>
        <a:buFont typeface="Arial" panose="020B0604020202020204" pitchFamily="34" charset="0"/>
        <a:buChar char="•"/>
        <a:defRPr sz="1400" kern="1200">
          <a:solidFill>
            <a:schemeClr val="tx1"/>
          </a:solidFill>
          <a:latin typeface="+mn-lt"/>
          <a:ea typeface="+mn-ea"/>
          <a:cs typeface="+mn-cs"/>
        </a:defRPr>
      </a:lvl5pPr>
      <a:lvl6pPr marL="0" indent="0" algn="l" defTabSz="914400" rtl="0" eaLnBrk="1" latinLnBrk="0" hangingPunct="1">
        <a:lnSpc>
          <a:spcPct val="120000"/>
        </a:lnSpc>
        <a:spcBef>
          <a:spcPts val="1200"/>
        </a:spcBef>
        <a:buFont typeface="Symbol" panose="05050102010706020507" pitchFamily="18" charset="2"/>
        <a:buNone/>
        <a:defRPr sz="1400" b="1" kern="1200">
          <a:solidFill>
            <a:schemeClr val="bg2"/>
          </a:solidFill>
          <a:latin typeface="+mj-lt"/>
          <a:ea typeface="+mn-ea"/>
          <a:cs typeface="+mn-cs"/>
        </a:defRPr>
      </a:lvl6pPr>
      <a:lvl7pPr marL="144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7pPr>
      <a:lvl8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8pPr>
      <a:lvl9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tabula.technology/"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statcube.at/" TargetMode="External"/><Relationship Id="rId2" Type="http://schemas.openxmlformats.org/officeDocument/2006/relationships/hyperlink" Target="https://www-genesis.destatis.de/" TargetMode="Externa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www-genesis.destatis.de/"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hyperlink" Target="https://de.wikipedia.org/wiki/GESIS_&#8211;_Leibniz-Institut_f&#252;r_Sozialwissenschaften#/media/Datei:GESIS-Logo.svg" TargetMode="External"/><Relationship Id="rId13" Type="http://schemas.openxmlformats.org/officeDocument/2006/relationships/image" Target="../media/image23.png"/><Relationship Id="rId3" Type="http://schemas.openxmlformats.org/officeDocument/2006/relationships/image" Target="../media/image17.png"/><Relationship Id="rId7" Type="http://schemas.openxmlformats.org/officeDocument/2006/relationships/image" Target="../media/image19.png"/><Relationship Id="rId12" Type="http://schemas.openxmlformats.org/officeDocument/2006/relationships/image" Target="../media/image22.png"/><Relationship Id="rId17" Type="http://schemas.openxmlformats.org/officeDocument/2006/relationships/image" Target="../media/image25.png"/><Relationship Id="rId2" Type="http://schemas.openxmlformats.org/officeDocument/2006/relationships/hyperlink" Target="https://de.wikipedia.org/wiki/Wikidata#/media/Datei:Wikidata-logo-en.svg" TargetMode="External"/><Relationship Id="rId16" Type="http://schemas.openxmlformats.org/officeDocument/2006/relationships/hyperlink" Target="https://data.ccca.ac.at/" TargetMode="External"/><Relationship Id="rId1" Type="http://schemas.openxmlformats.org/officeDocument/2006/relationships/slideLayout" Target="../slideLayouts/slideLayout7.xml"/><Relationship Id="rId6" Type="http://schemas.openxmlformats.org/officeDocument/2006/relationships/hyperlink" Target="https://zenodo.org/" TargetMode="External"/><Relationship Id="rId11" Type="http://schemas.openxmlformats.org/officeDocument/2006/relationships/image" Target="../media/image21.jpeg"/><Relationship Id="rId5" Type="http://schemas.openxmlformats.org/officeDocument/2006/relationships/image" Target="../media/image18.png"/><Relationship Id="rId15" Type="http://schemas.openxmlformats.org/officeDocument/2006/relationships/image" Target="../media/image24.png"/><Relationship Id="rId10" Type="http://schemas.openxmlformats.org/officeDocument/2006/relationships/hyperlink" Target="https://www.emdat.be/" TargetMode="External"/><Relationship Id="rId4" Type="http://schemas.openxmlformats.org/officeDocument/2006/relationships/hyperlink" Target="https://de.wikipedia.org/wiki/GitHub#/media/Datei:GitHub_logo_2013.svg" TargetMode="External"/><Relationship Id="rId9" Type="http://schemas.openxmlformats.org/officeDocument/2006/relationships/image" Target="../media/image20.png"/><Relationship Id="rId14" Type="http://schemas.openxmlformats.org/officeDocument/2006/relationships/hyperlink" Target="https://data.un.org/" TargetMode="External"/></Relationships>
</file>

<file path=ppt/slides/_rels/slide17.xml.rels><?xml version="1.0" encoding="UTF-8" standalone="yes"?>
<Relationships xmlns="http://schemas.openxmlformats.org/package/2006/relationships"><Relationship Id="rId8" Type="http://schemas.openxmlformats.org/officeDocument/2006/relationships/hyperlink" Target="https://www.re3data.org/" TargetMode="External"/><Relationship Id="rId3" Type="http://schemas.openxmlformats.org/officeDocument/2006/relationships/hyperlink" Target="https://www.gesis.org/" TargetMode="External"/><Relationship Id="rId7" Type="http://schemas.openxmlformats.org/officeDocument/2006/relationships/hyperlink" Target="https://sedac.ciesin.columbia.edu/" TargetMode="External"/><Relationship Id="rId2" Type="http://schemas.openxmlformats.org/officeDocument/2006/relationships/hyperlink" Target="https://www.wikidata.org/" TargetMode="External"/><Relationship Id="rId1" Type="http://schemas.openxmlformats.org/officeDocument/2006/relationships/slideLayout" Target="../slideLayouts/slideLayout7.xml"/><Relationship Id="rId6" Type="http://schemas.openxmlformats.org/officeDocument/2006/relationships/hyperlink" Target="https://data.un.org/" TargetMode="External"/><Relationship Id="rId5" Type="http://schemas.openxmlformats.org/officeDocument/2006/relationships/hyperlink" Target="https://data.oecd.org/" TargetMode="External"/><Relationship Id="rId4" Type="http://schemas.openxmlformats.org/officeDocument/2006/relationships/hyperlink" Target="https://data.europa.eu/"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hyperlink" Target="https://www.data.gv.at/katalog/dataset/stat_bevolkerung-im-jahresdurchschnitt"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s://www.openaire.eu/how-to-make-your-data-fair"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commons.wikimedia.org/wiki/File:Creative_commons_license_spectrum.svg" TargetMode="Externa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hyperlink" Target="https://www.forschungsdaten.info/"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31.jpeg"/><Relationship Id="rId5" Type="http://schemas.openxmlformats.org/officeDocument/2006/relationships/hyperlink" Target="https://shop.manz.at/shop/products/9783214012731" TargetMode="External"/><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hyperlink" Target="https://www.opendataportal.at/" TargetMode="External"/><Relationship Id="rId2" Type="http://schemas.openxmlformats.org/officeDocument/2006/relationships/hyperlink" Target="https://www.zu.de/institute/togi/assets/pdf/TICC-101203-OpenGovernmentData-V1.pdf" TargetMode="Externa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hyperlink" Target="https://www.data.gv.at/" TargetMode="External"/><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hyperlink" Target="https://www.data.gv.at/" TargetMode="Externa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hyperlink" Target="https://search.creativecommons.org/photos/790bf29b-a009-4e22-8b79-b435704b68c6" TargetMode="Externa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hyperlink" Target="https://github.com/tidyverse/dplyr/blob/main/data-raw/starwars.csv" TargetMode="Externa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hyperlink" Target="https://code.visualstudio.com/" TargetMode="External"/><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35.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5.jpeg"/><Relationship Id="rId4" Type="http://schemas.openxmlformats.org/officeDocument/2006/relationships/image" Target="../media/image44.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hyperlink" Target="https://www.kaggle.com/datasets/guimacrlh/every-metal-archives-band-october-2024?select=metal_bands.csv" TargetMode="Externa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hyperlink" Target="https://www.openbookpublishers.com/books/10.11647/obp.0333" TargetMode="Externa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image" Target="../media/image4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78ECA2FC-8EBF-2FBC-EBF2-E347275417F5}"/>
              </a:ext>
            </a:extLst>
          </p:cNvPr>
          <p:cNvSpPr>
            <a:spLocks noGrp="1"/>
          </p:cNvSpPr>
          <p:nvPr>
            <p:ph type="ctrTitle"/>
          </p:nvPr>
        </p:nvSpPr>
        <p:spPr>
          <a:xfrm>
            <a:off x="6260857" y="2709000"/>
            <a:ext cx="5234469" cy="1440000"/>
          </a:xfrm>
        </p:spPr>
        <p:txBody>
          <a:bodyPr/>
          <a:lstStyle/>
          <a:p>
            <a:r>
              <a:rPr lang="en-GB" dirty="0"/>
              <a:t>Gathering Secondary Data</a:t>
            </a:r>
          </a:p>
        </p:txBody>
      </p:sp>
      <p:sp>
        <p:nvSpPr>
          <p:cNvPr id="4" name="Untertitel 3">
            <a:extLst>
              <a:ext uri="{FF2B5EF4-FFF2-40B4-BE49-F238E27FC236}">
                <a16:creationId xmlns:a16="http://schemas.microsoft.com/office/drawing/2014/main" id="{F4502378-B236-0724-12B2-56238B51872B}"/>
              </a:ext>
            </a:extLst>
          </p:cNvPr>
          <p:cNvSpPr>
            <a:spLocks noGrp="1"/>
          </p:cNvSpPr>
          <p:nvPr>
            <p:ph type="subTitle" idx="1"/>
          </p:nvPr>
        </p:nvSpPr>
        <p:spPr/>
        <p:txBody>
          <a:bodyPr/>
          <a:lstStyle/>
          <a:p>
            <a:r>
              <a:rPr lang="en-GB" dirty="0"/>
              <a:t>IL “Data and Decision Making”</a:t>
            </a:r>
            <a:br>
              <a:rPr lang="en-GB" dirty="0"/>
            </a:br>
            <a:r>
              <a:rPr lang="en-GB" dirty="0"/>
              <a:t>SS 26</a:t>
            </a:r>
          </a:p>
        </p:txBody>
      </p:sp>
      <p:sp>
        <p:nvSpPr>
          <p:cNvPr id="5" name="Textplatzhalter 4">
            <a:extLst>
              <a:ext uri="{FF2B5EF4-FFF2-40B4-BE49-F238E27FC236}">
                <a16:creationId xmlns:a16="http://schemas.microsoft.com/office/drawing/2014/main" id="{D4CAB6A2-FD2E-0A0E-1E7C-685BDC8AB00A}"/>
              </a:ext>
            </a:extLst>
          </p:cNvPr>
          <p:cNvSpPr>
            <a:spLocks noGrp="1"/>
          </p:cNvSpPr>
          <p:nvPr>
            <p:ph type="body" sz="quarter" idx="10"/>
          </p:nvPr>
        </p:nvSpPr>
        <p:spPr/>
        <p:txBody>
          <a:bodyPr/>
          <a:lstStyle/>
          <a:p>
            <a:r>
              <a:rPr lang="en-GB" dirty="0"/>
              <a:t>Kami Höferl</a:t>
            </a:r>
          </a:p>
        </p:txBody>
      </p:sp>
      <p:pic>
        <p:nvPicPr>
          <p:cNvPr id="6" name="Picture Placeholder 14">
            <a:extLst>
              <a:ext uri="{FF2B5EF4-FFF2-40B4-BE49-F238E27FC236}">
                <a16:creationId xmlns:a16="http://schemas.microsoft.com/office/drawing/2014/main" id="{A4745F24-D207-A9C3-7B8F-2B847985E1BF}"/>
              </a:ext>
            </a:extLst>
          </p:cNvPr>
          <p:cNvPicPr>
            <a:picLocks noChangeAspect="1"/>
          </p:cNvPicPr>
          <p:nvPr/>
        </p:nvPicPr>
        <p:blipFill rotWithShape="1">
          <a:blip r:embed="rId3">
            <a:extLst>
              <a:ext uri="{28A0092B-C50C-407E-A947-70E740481C1C}">
                <a14:useLocalDpi xmlns:a14="http://schemas.microsoft.com/office/drawing/2010/main" val="0"/>
              </a:ext>
            </a:extLst>
          </a:blip>
          <a:srcRect l="27648" r="10344"/>
          <a:stretch>
            <a:fillRect/>
          </a:stretch>
        </p:blipFill>
        <p:spPr bwMode="gray">
          <a:xfrm>
            <a:off x="-528000" y="-86336"/>
            <a:ext cx="6459145" cy="6944335"/>
          </a:xfrm>
          <a:prstGeom prst="rect">
            <a:avLst/>
          </a:prstGeom>
          <a:solidFill>
            <a:srgbClr val="E4E7E9"/>
          </a:solidFill>
          <a:ln w="50800">
            <a:solidFill>
              <a:schemeClr val="bg1"/>
            </a:solidFill>
          </a:ln>
          <a:effectLst>
            <a:outerShdw blurRad="254000" dist="107763" dir="2699994" algn="tl">
              <a:prstClr val="black">
                <a:alpha val="40000"/>
              </a:prstClr>
            </a:outerShdw>
          </a:effectLst>
        </p:spPr>
      </p:pic>
      <p:sp>
        <p:nvSpPr>
          <p:cNvPr id="7" name="Textfeld 6">
            <a:extLst>
              <a:ext uri="{FF2B5EF4-FFF2-40B4-BE49-F238E27FC236}">
                <a16:creationId xmlns:a16="http://schemas.microsoft.com/office/drawing/2014/main" id="{AE42D817-3BF5-0859-ABA5-56BA456FF739}"/>
              </a:ext>
            </a:extLst>
          </p:cNvPr>
          <p:cNvSpPr txBox="1"/>
          <p:nvPr/>
        </p:nvSpPr>
        <p:spPr>
          <a:xfrm>
            <a:off x="120000" y="6525000"/>
            <a:ext cx="2448000" cy="189604"/>
          </a:xfrm>
          <a:prstGeom prst="rect">
            <a:avLst/>
          </a:prstGeom>
          <a:noFill/>
        </p:spPr>
        <p:txBody>
          <a:bodyPr wrap="square" lIns="0" tIns="0" rIns="0" bIns="0" rtlCol="0">
            <a:spAutoFit/>
          </a:bodyPr>
          <a:lstStyle/>
          <a:p>
            <a:pPr>
              <a:lnSpc>
                <a:spcPct val="120000"/>
              </a:lnSpc>
              <a:spcBef>
                <a:spcPts val="800"/>
              </a:spcBef>
            </a:pPr>
            <a:r>
              <a:rPr lang="en-GB" sz="1100" dirty="0">
                <a:solidFill>
                  <a:schemeClr val="bg1">
                    <a:lumMod val="75000"/>
                  </a:schemeClr>
                </a:solidFill>
              </a:rPr>
              <a:t>(</a:t>
            </a:r>
            <a:r>
              <a:rPr lang="en-GB" sz="1100" dirty="0" err="1">
                <a:solidFill>
                  <a:schemeClr val="bg1">
                    <a:lumMod val="75000"/>
                  </a:schemeClr>
                </a:solidFill>
              </a:rPr>
              <a:t>MervC</a:t>
            </a:r>
            <a:r>
              <a:rPr lang="en-GB" sz="1100" dirty="0">
                <a:solidFill>
                  <a:schemeClr val="bg1">
                    <a:lumMod val="75000"/>
                  </a:schemeClr>
                </a:solidFill>
              </a:rPr>
              <a:t>, CC-BY-NC 2.0)</a:t>
            </a:r>
          </a:p>
        </p:txBody>
      </p:sp>
      <p:pic>
        <p:nvPicPr>
          <p:cNvPr id="10" name="Picture 9">
            <a:extLst>
              <a:ext uri="{FF2B5EF4-FFF2-40B4-BE49-F238E27FC236}">
                <a16:creationId xmlns:a16="http://schemas.microsoft.com/office/drawing/2014/main" id="{61047E16-0ACD-7593-2BE4-1CAD592D61C1}"/>
              </a:ext>
            </a:extLst>
          </p:cNvPr>
          <p:cNvPicPr>
            <a:picLocks noChangeAspect="1"/>
          </p:cNvPicPr>
          <p:nvPr/>
        </p:nvPicPr>
        <p:blipFill>
          <a:blip r:embed="rId4"/>
          <a:stretch>
            <a:fillRect/>
          </a:stretch>
        </p:blipFill>
        <p:spPr>
          <a:xfrm>
            <a:off x="9696000" y="6061794"/>
            <a:ext cx="490373" cy="223392"/>
          </a:xfrm>
          <a:prstGeom prst="rect">
            <a:avLst/>
          </a:prstGeom>
        </p:spPr>
      </p:pic>
    </p:spTree>
    <p:extLst>
      <p:ext uri="{BB962C8B-B14F-4D97-AF65-F5344CB8AC3E}">
        <p14:creationId xmlns:p14="http://schemas.microsoft.com/office/powerpoint/2010/main" val="1714654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D1F21953-5825-54FF-DD84-ED80226FBB1E}"/>
              </a:ext>
            </a:extLst>
          </p:cNvPr>
          <p:cNvSpPr>
            <a:spLocks noGrp="1"/>
          </p:cNvSpPr>
          <p:nvPr>
            <p:ph type="title"/>
          </p:nvPr>
        </p:nvSpPr>
        <p:spPr>
          <a:xfrm>
            <a:off x="695326" y="693000"/>
            <a:ext cx="6553200" cy="648000"/>
          </a:xfrm>
        </p:spPr>
        <p:txBody>
          <a:bodyPr/>
          <a:lstStyle/>
          <a:p>
            <a:r>
              <a:rPr lang="en-GB" dirty="0"/>
              <a:t>Overview</a:t>
            </a:r>
          </a:p>
        </p:txBody>
      </p:sp>
      <p:sp>
        <p:nvSpPr>
          <p:cNvPr id="7" name="Inhaltsplatzhalter 6">
            <a:extLst>
              <a:ext uri="{FF2B5EF4-FFF2-40B4-BE49-F238E27FC236}">
                <a16:creationId xmlns:a16="http://schemas.microsoft.com/office/drawing/2014/main" id="{099EF4D1-C3FA-6B89-E7F8-3935D779FF1D}"/>
              </a:ext>
            </a:extLst>
          </p:cNvPr>
          <p:cNvSpPr>
            <a:spLocks noGrp="1"/>
          </p:cNvSpPr>
          <p:nvPr>
            <p:ph sz="half" idx="1"/>
          </p:nvPr>
        </p:nvSpPr>
        <p:spPr>
          <a:xfrm>
            <a:off x="695325" y="1413001"/>
            <a:ext cx="6553200" cy="4751262"/>
          </a:xfrm>
        </p:spPr>
        <p:txBody>
          <a:bodyPr>
            <a:normAutofit/>
          </a:bodyPr>
          <a:lstStyle/>
          <a:p>
            <a:pPr>
              <a:spcAft>
                <a:spcPts val="1000"/>
              </a:spcAft>
            </a:pPr>
            <a:r>
              <a:rPr lang="en-US" sz="2800" b="1" dirty="0"/>
              <a:t>Secondary Data (?) …</a:t>
            </a:r>
          </a:p>
          <a:p>
            <a:pPr>
              <a:spcAft>
                <a:spcPts val="1000"/>
              </a:spcAft>
            </a:pPr>
            <a:r>
              <a:rPr lang="en-US" sz="2800" b="1" dirty="0"/>
              <a:t>… and Where to Find Them</a:t>
            </a:r>
          </a:p>
          <a:p>
            <a:pPr>
              <a:spcAft>
                <a:spcPts val="1000"/>
              </a:spcAft>
            </a:pPr>
            <a:r>
              <a:rPr lang="en-US" sz="2800" b="1" dirty="0"/>
              <a:t>Validating Secondary Data</a:t>
            </a:r>
          </a:p>
          <a:p>
            <a:pPr>
              <a:spcAft>
                <a:spcPts val="1000"/>
              </a:spcAft>
            </a:pPr>
            <a:r>
              <a:rPr lang="en-US" sz="2800" b="1" dirty="0"/>
              <a:t>Time 4 some Action</a:t>
            </a:r>
          </a:p>
          <a:p>
            <a:pPr>
              <a:spcAft>
                <a:spcPts val="1000"/>
              </a:spcAft>
            </a:pPr>
            <a:r>
              <a:rPr lang="en-US" sz="2800" b="1" dirty="0"/>
              <a:t>Detour: Encoding</a:t>
            </a:r>
            <a:endParaRPr lang="en-GB" sz="2800" b="1" dirty="0"/>
          </a:p>
        </p:txBody>
      </p:sp>
      <p:sp>
        <p:nvSpPr>
          <p:cNvPr id="9" name="Textplatzhalter 8">
            <a:extLst>
              <a:ext uri="{FF2B5EF4-FFF2-40B4-BE49-F238E27FC236}">
                <a16:creationId xmlns:a16="http://schemas.microsoft.com/office/drawing/2014/main" id="{C9C7155B-A456-92AA-517F-BB971C939B2C}"/>
              </a:ext>
            </a:extLst>
          </p:cNvPr>
          <p:cNvSpPr>
            <a:spLocks noGrp="1"/>
          </p:cNvSpPr>
          <p:nvPr>
            <p:ph type="body" sz="quarter" idx="14"/>
          </p:nvPr>
        </p:nvSpPr>
        <p:spPr/>
        <p:txBody>
          <a:bodyPr/>
          <a:lstStyle/>
          <a:p>
            <a:endParaRPr lang="en-GB" dirty="0"/>
          </a:p>
        </p:txBody>
      </p:sp>
      <p:sp>
        <p:nvSpPr>
          <p:cNvPr id="14" name="Textfeld 13">
            <a:extLst>
              <a:ext uri="{FF2B5EF4-FFF2-40B4-BE49-F238E27FC236}">
                <a16:creationId xmlns:a16="http://schemas.microsoft.com/office/drawing/2014/main" id="{FB0825BA-6A02-22EE-1F32-1608C61C8F8D}"/>
              </a:ext>
            </a:extLst>
          </p:cNvPr>
          <p:cNvSpPr txBox="1"/>
          <p:nvPr/>
        </p:nvSpPr>
        <p:spPr>
          <a:xfrm>
            <a:off x="11136000" y="6525000"/>
            <a:ext cx="2448000" cy="189604"/>
          </a:xfrm>
          <a:prstGeom prst="rect">
            <a:avLst/>
          </a:prstGeom>
          <a:noFill/>
        </p:spPr>
        <p:txBody>
          <a:bodyPr wrap="square" lIns="0" tIns="0" rIns="0" bIns="0" rtlCol="0">
            <a:spAutoFit/>
          </a:bodyPr>
          <a:lstStyle/>
          <a:p>
            <a:pPr algn="l">
              <a:lnSpc>
                <a:spcPct val="120000"/>
              </a:lnSpc>
              <a:spcBef>
                <a:spcPts val="800"/>
              </a:spcBef>
            </a:pPr>
            <a:r>
              <a:rPr lang="en-GB" sz="1100" dirty="0">
                <a:solidFill>
                  <a:schemeClr val="bg1"/>
                </a:solidFill>
              </a:rPr>
              <a:t>(Escher, 1961)</a:t>
            </a:r>
          </a:p>
        </p:txBody>
      </p:sp>
      <p:pic>
        <p:nvPicPr>
          <p:cNvPr id="16" name="Picture Placeholder 14">
            <a:extLst>
              <a:ext uri="{FF2B5EF4-FFF2-40B4-BE49-F238E27FC236}">
                <a16:creationId xmlns:a16="http://schemas.microsoft.com/office/drawing/2014/main" id="{7D11AE93-7A82-39E1-F0EF-B8879756C570}"/>
              </a:ext>
            </a:extLst>
          </p:cNvPr>
          <p:cNvPicPr>
            <a:picLocks noGrp="1" noChangeAspect="1"/>
          </p:cNvPicPr>
          <p:nvPr>
            <p:ph type="pic" idx="13"/>
          </p:nvPr>
        </p:nvPicPr>
        <p:blipFill rotWithShape="1">
          <a:blip r:embed="rId2">
            <a:extLst>
              <a:ext uri="{28A0092B-C50C-407E-A947-70E740481C1C}">
                <a14:useLocalDpi xmlns:a14="http://schemas.microsoft.com/office/drawing/2010/main" val="0"/>
              </a:ext>
            </a:extLst>
          </a:blip>
          <a:srcRect l="23098" r="33740"/>
          <a:stretch>
            <a:fillRect/>
          </a:stretch>
        </p:blipFill>
        <p:spPr bwMode="gray">
          <a:xfrm>
            <a:off x="7752001" y="0"/>
            <a:ext cx="4440000" cy="6858000"/>
          </a:xfrm>
          <a:prstGeom prst="rect">
            <a:avLst/>
          </a:prstGeom>
          <a:solidFill>
            <a:srgbClr val="E4E7E9"/>
          </a:solidFill>
          <a:ln w="6350">
            <a:solidFill>
              <a:schemeClr val="tx1"/>
            </a:solidFill>
          </a:ln>
          <a:effectLst>
            <a:outerShdw blurRad="254000" dist="107763" dir="2699994" algn="tl">
              <a:prstClr val="black">
                <a:alpha val="40000"/>
              </a:prstClr>
            </a:outerShdw>
          </a:effectLst>
        </p:spPr>
      </p:pic>
      <p:sp>
        <p:nvSpPr>
          <p:cNvPr id="2" name="Textfeld 1">
            <a:extLst>
              <a:ext uri="{FF2B5EF4-FFF2-40B4-BE49-F238E27FC236}">
                <a16:creationId xmlns:a16="http://schemas.microsoft.com/office/drawing/2014/main" id="{8E685C95-94E5-A5B0-7580-C531D1A59A1E}"/>
              </a:ext>
            </a:extLst>
          </p:cNvPr>
          <p:cNvSpPr txBox="1"/>
          <p:nvPr/>
        </p:nvSpPr>
        <p:spPr>
          <a:xfrm>
            <a:off x="7911724" y="6583500"/>
            <a:ext cx="2448000" cy="189604"/>
          </a:xfrm>
          <a:prstGeom prst="rect">
            <a:avLst/>
          </a:prstGeom>
          <a:noFill/>
        </p:spPr>
        <p:txBody>
          <a:bodyPr wrap="square" lIns="0" tIns="0" rIns="0" bIns="0" rtlCol="0">
            <a:spAutoFit/>
          </a:bodyPr>
          <a:lstStyle/>
          <a:p>
            <a:pPr>
              <a:lnSpc>
                <a:spcPct val="120000"/>
              </a:lnSpc>
              <a:spcBef>
                <a:spcPts val="800"/>
              </a:spcBef>
            </a:pPr>
            <a:r>
              <a:rPr lang="en-GB" sz="1100" dirty="0">
                <a:solidFill>
                  <a:schemeClr val="bg1">
                    <a:lumMod val="75000"/>
                  </a:schemeClr>
                </a:solidFill>
              </a:rPr>
              <a:t>(</a:t>
            </a:r>
            <a:r>
              <a:rPr lang="en-GB" sz="1100" dirty="0" err="1">
                <a:solidFill>
                  <a:schemeClr val="bg1">
                    <a:lumMod val="75000"/>
                  </a:schemeClr>
                </a:solidFill>
              </a:rPr>
              <a:t>MervC</a:t>
            </a:r>
            <a:r>
              <a:rPr lang="en-GB" sz="1100" dirty="0">
                <a:solidFill>
                  <a:schemeClr val="bg1">
                    <a:lumMod val="75000"/>
                  </a:schemeClr>
                </a:solidFill>
              </a:rPr>
              <a:t>, CC-BY-NC 2.0)</a:t>
            </a:r>
          </a:p>
        </p:txBody>
      </p:sp>
    </p:spTree>
    <p:extLst>
      <p:ext uri="{BB962C8B-B14F-4D97-AF65-F5344CB8AC3E}">
        <p14:creationId xmlns:p14="http://schemas.microsoft.com/office/powerpoint/2010/main" val="3966956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A5D9BEBA-54A9-0E2A-7E3A-E2BF2E5B542D}"/>
              </a:ext>
            </a:extLst>
          </p:cNvPr>
          <p:cNvSpPr>
            <a:spLocks noGrp="1"/>
          </p:cNvSpPr>
          <p:nvPr>
            <p:ph type="title"/>
          </p:nvPr>
        </p:nvSpPr>
        <p:spPr/>
        <p:txBody>
          <a:bodyPr/>
          <a:lstStyle/>
          <a:p>
            <a:r>
              <a:rPr lang="en-GB"/>
              <a:t>Secondary Data</a:t>
            </a:r>
            <a:br>
              <a:rPr lang="en-GB"/>
            </a:br>
            <a:r>
              <a:rPr lang="en-GB"/>
              <a:t>…</a:t>
            </a:r>
            <a:br>
              <a:rPr lang="en-GB"/>
            </a:br>
            <a:r>
              <a:rPr lang="en-GB"/>
              <a:t>remember?</a:t>
            </a:r>
            <a:endParaRPr lang="en-GB" dirty="0"/>
          </a:p>
        </p:txBody>
      </p:sp>
    </p:spTree>
    <p:extLst>
      <p:ext uri="{BB962C8B-B14F-4D97-AF65-F5344CB8AC3E}">
        <p14:creationId xmlns:p14="http://schemas.microsoft.com/office/powerpoint/2010/main" val="3032260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3B546-1404-4858-80BE-F4027CDE7019}"/>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243143EB-933C-A01F-832B-6A5E50F91B10}"/>
              </a:ext>
            </a:extLst>
          </p:cNvPr>
          <p:cNvSpPr>
            <a:spLocks noGrp="1"/>
          </p:cNvSpPr>
          <p:nvPr>
            <p:ph type="title"/>
          </p:nvPr>
        </p:nvSpPr>
        <p:spPr>
          <a:xfrm>
            <a:off x="695326" y="549000"/>
            <a:ext cx="2952674" cy="792000"/>
          </a:xfrm>
        </p:spPr>
        <p:txBody>
          <a:bodyPr/>
          <a:lstStyle/>
          <a:p>
            <a:r>
              <a:rPr lang="en-GB" dirty="0"/>
              <a:t>Primary vs. Secondary Data</a:t>
            </a:r>
          </a:p>
        </p:txBody>
      </p:sp>
      <p:sp>
        <p:nvSpPr>
          <p:cNvPr id="5" name="Datumsplatzhalter 4">
            <a:extLst>
              <a:ext uri="{FF2B5EF4-FFF2-40B4-BE49-F238E27FC236}">
                <a16:creationId xmlns:a16="http://schemas.microsoft.com/office/drawing/2014/main" id="{0BFB14C9-8F42-8740-CF1A-A0702BA6FEA2}"/>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59A54C36-4BFA-0F86-1F72-ED4D378AFAFF}"/>
              </a:ext>
            </a:extLst>
          </p:cNvPr>
          <p:cNvSpPr>
            <a:spLocks noGrp="1"/>
          </p:cNvSpPr>
          <p:nvPr>
            <p:ph type="ftr" sz="quarter" idx="11"/>
          </p:nvPr>
        </p:nvSpPr>
        <p:spPr/>
        <p:txBody>
          <a:bodyPr/>
          <a:lstStyle/>
          <a:p>
            <a:r>
              <a:rPr lang="en-GB"/>
              <a:t>KMH</a:t>
            </a:r>
            <a:endParaRPr lang="en-GB" dirty="0"/>
          </a:p>
        </p:txBody>
      </p:sp>
      <p:sp>
        <p:nvSpPr>
          <p:cNvPr id="7" name="Foliennummernplatzhalter 6">
            <a:extLst>
              <a:ext uri="{FF2B5EF4-FFF2-40B4-BE49-F238E27FC236}">
                <a16:creationId xmlns:a16="http://schemas.microsoft.com/office/drawing/2014/main" id="{A1F876F7-9CDD-3850-FE88-4437E2ADDB29}"/>
              </a:ext>
            </a:extLst>
          </p:cNvPr>
          <p:cNvSpPr>
            <a:spLocks noGrp="1"/>
          </p:cNvSpPr>
          <p:nvPr>
            <p:ph type="sldNum" sz="quarter" idx="12"/>
          </p:nvPr>
        </p:nvSpPr>
        <p:spPr/>
        <p:txBody>
          <a:bodyPr/>
          <a:lstStyle/>
          <a:p>
            <a:fld id="{D836C0FE-70CA-4950-82D6-CF602CC2B770}" type="slidenum">
              <a:rPr lang="en-GB" smtClean="0"/>
              <a:t>4</a:t>
            </a:fld>
            <a:endParaRPr lang="en-GB" dirty="0"/>
          </a:p>
        </p:txBody>
      </p:sp>
      <p:graphicFrame>
        <p:nvGraphicFramePr>
          <p:cNvPr id="2" name="Tabelle 4">
            <a:extLst>
              <a:ext uri="{FF2B5EF4-FFF2-40B4-BE49-F238E27FC236}">
                <a16:creationId xmlns:a16="http://schemas.microsoft.com/office/drawing/2014/main" id="{DFBED0D2-9437-C1BA-B04C-03CA20680970}"/>
              </a:ext>
            </a:extLst>
          </p:cNvPr>
          <p:cNvGraphicFramePr>
            <a:graphicFrameLocks noGrp="1"/>
          </p:cNvGraphicFramePr>
          <p:nvPr>
            <p:ph idx="1"/>
            <p:extLst>
              <p:ext uri="{D42A27DB-BD31-4B8C-83A1-F6EECF244321}">
                <p14:modId xmlns:p14="http://schemas.microsoft.com/office/powerpoint/2010/main" val="1333622845"/>
              </p:ext>
            </p:extLst>
          </p:nvPr>
        </p:nvGraphicFramePr>
        <p:xfrm>
          <a:off x="3864000" y="405000"/>
          <a:ext cx="7816528" cy="5260861"/>
        </p:xfrm>
        <a:graphic>
          <a:graphicData uri="http://schemas.openxmlformats.org/drawingml/2006/table">
            <a:tbl>
              <a:tblPr firstRow="1" bandRow="1">
                <a:tableStyleId>{5C22544A-7EE6-4342-B048-85BDC9FD1C3A}</a:tableStyleId>
              </a:tblPr>
              <a:tblGrid>
                <a:gridCol w="3384000">
                  <a:extLst>
                    <a:ext uri="{9D8B030D-6E8A-4147-A177-3AD203B41FA5}">
                      <a16:colId xmlns:a16="http://schemas.microsoft.com/office/drawing/2014/main" val="267798617"/>
                    </a:ext>
                  </a:extLst>
                </a:gridCol>
                <a:gridCol w="4432528">
                  <a:extLst>
                    <a:ext uri="{9D8B030D-6E8A-4147-A177-3AD203B41FA5}">
                      <a16:colId xmlns:a16="http://schemas.microsoft.com/office/drawing/2014/main" val="4264250595"/>
                    </a:ext>
                  </a:extLst>
                </a:gridCol>
              </a:tblGrid>
              <a:tr h="989061">
                <a:tc>
                  <a:txBody>
                    <a:bodyPr/>
                    <a:lstStyle/>
                    <a:p>
                      <a:pPr algn="ctr"/>
                      <a:r>
                        <a:rPr lang="de-AT" sz="2400" dirty="0" err="1"/>
                        <a:t>Measuring</a:t>
                      </a:r>
                      <a:br>
                        <a:rPr lang="de-AT" sz="2400" dirty="0"/>
                      </a:br>
                      <a:r>
                        <a:rPr lang="de-AT" sz="2400" dirty="0" err="1"/>
                        <a:t>primary</a:t>
                      </a:r>
                      <a:r>
                        <a:rPr lang="de-AT" sz="2400" dirty="0"/>
                        <a:t> </a:t>
                      </a:r>
                      <a:r>
                        <a:rPr lang="de-AT" sz="2400" dirty="0" err="1"/>
                        <a:t>data</a:t>
                      </a:r>
                      <a:endParaRPr lang="de-AT" sz="2400" dirty="0"/>
                    </a:p>
                  </a:txBody>
                  <a:tcPr anchor="ctr"/>
                </a:tc>
                <a:tc>
                  <a:txBody>
                    <a:bodyPr/>
                    <a:lstStyle/>
                    <a:p>
                      <a:pPr algn="ctr"/>
                      <a:r>
                        <a:rPr lang="de-AT" sz="2400" dirty="0" err="1"/>
                        <a:t>Finding</a:t>
                      </a:r>
                      <a:r>
                        <a:rPr lang="de-AT" sz="2400" dirty="0"/>
                        <a:t> </a:t>
                      </a:r>
                      <a:r>
                        <a:rPr lang="de-AT" sz="2400" dirty="0" err="1"/>
                        <a:t>secondary</a:t>
                      </a:r>
                      <a:r>
                        <a:rPr lang="de-AT" sz="2400" dirty="0"/>
                        <a:t> </a:t>
                      </a:r>
                      <a:r>
                        <a:rPr lang="de-AT" sz="2400" dirty="0" err="1"/>
                        <a:t>data</a:t>
                      </a:r>
                      <a:endParaRPr lang="de-AT" sz="2400" dirty="0"/>
                    </a:p>
                  </a:txBody>
                  <a:tcPr anchor="ctr"/>
                </a:tc>
                <a:extLst>
                  <a:ext uri="{0D108BD9-81ED-4DB2-BD59-A6C34878D82A}">
                    <a16:rowId xmlns:a16="http://schemas.microsoft.com/office/drawing/2014/main" val="1581645276"/>
                  </a:ext>
                </a:extLst>
              </a:tr>
              <a:tr h="4271800">
                <a:tc>
                  <a:txBody>
                    <a:bodyPr/>
                    <a:lstStyle/>
                    <a:p>
                      <a:pPr marL="342900" marR="0" lvl="0" indent="-34290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2400" dirty="0"/>
                        <a:t>Previously unavailable</a:t>
                      </a:r>
                    </a:p>
                    <a:p>
                      <a:pPr marL="342900" marR="0" lvl="0" indent="-34290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2400" dirty="0"/>
                        <a:t>Generated by (own) measurement</a:t>
                      </a:r>
                    </a:p>
                    <a:p>
                      <a:pPr marL="342900" marR="0" lvl="0" indent="-34290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2400" dirty="0"/>
                        <a:t>Precisely tailored to research questions</a:t>
                      </a:r>
                    </a:p>
                    <a:p>
                      <a:pPr marL="342900" marR="0" lvl="0" indent="-34290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2400" dirty="0"/>
                        <a:t>Often time-consuming</a:t>
                      </a:r>
                    </a:p>
                  </a:txBody>
                  <a:tcPr anchor="ctr"/>
                </a:tc>
                <a:tc>
                  <a:txBody>
                    <a:bodyPr/>
                    <a:lstStyle/>
                    <a:p>
                      <a:pPr marL="342900" indent="-342900" algn="l">
                        <a:spcAft>
                          <a:spcPts val="600"/>
                        </a:spcAft>
                        <a:buFont typeface="Arial" panose="020B0604020202020204" pitchFamily="34" charset="0"/>
                        <a:buChar char="•"/>
                      </a:pPr>
                      <a:r>
                        <a:rPr lang="en-US" sz="2400" dirty="0"/>
                        <a:t>Derived or derivable from primary data</a:t>
                      </a:r>
                    </a:p>
                    <a:p>
                      <a:pPr marL="342900" indent="-342900" algn="l">
                        <a:spcAft>
                          <a:spcPts val="600"/>
                        </a:spcAft>
                        <a:buFont typeface="Arial" panose="020B0604020202020204" pitchFamily="34" charset="0"/>
                        <a:buChar char="•"/>
                      </a:pPr>
                      <a:r>
                        <a:rPr lang="en-US" sz="2400" dirty="0"/>
                        <a:t>Ideally stored in repositories</a:t>
                      </a:r>
                    </a:p>
                    <a:p>
                      <a:pPr marL="342900" indent="-342900" algn="l">
                        <a:spcAft>
                          <a:spcPts val="600"/>
                        </a:spcAft>
                        <a:buFont typeface="Arial" panose="020B0604020202020204" pitchFamily="34" charset="0"/>
                        <a:buChar char="•"/>
                      </a:pPr>
                      <a:r>
                        <a:rPr lang="en-US" sz="2400" dirty="0"/>
                        <a:t>Generated through classification, aggregation and/or generalization</a:t>
                      </a:r>
                    </a:p>
                    <a:p>
                      <a:pPr marL="342900" indent="-342900" algn="l">
                        <a:spcAft>
                          <a:spcPts val="600"/>
                        </a:spcAft>
                        <a:buFont typeface="Arial" panose="020B0604020202020204" pitchFamily="34" charset="0"/>
                        <a:buChar char="•"/>
                      </a:pPr>
                      <a:r>
                        <a:rPr lang="en-US" sz="2400" dirty="0"/>
                        <a:t>Can be tailored precisely to research questions</a:t>
                      </a:r>
                    </a:p>
                    <a:p>
                      <a:pPr marL="342900" indent="-342900" algn="l">
                        <a:spcAft>
                          <a:spcPts val="600"/>
                        </a:spcAft>
                        <a:buFont typeface="Arial" panose="020B0604020202020204" pitchFamily="34" charset="0"/>
                        <a:buChar char="•"/>
                      </a:pPr>
                      <a:r>
                        <a:rPr lang="en-US" sz="2400" dirty="0"/>
                        <a:t>Less effort required*</a:t>
                      </a:r>
                      <a:endParaRPr lang="de-AT" sz="2400" dirty="0"/>
                    </a:p>
                  </a:txBody>
                  <a:tcPr anchor="ctr"/>
                </a:tc>
                <a:extLst>
                  <a:ext uri="{0D108BD9-81ED-4DB2-BD59-A6C34878D82A}">
                    <a16:rowId xmlns:a16="http://schemas.microsoft.com/office/drawing/2014/main" val="3635622160"/>
                  </a:ext>
                </a:extLst>
              </a:tr>
            </a:tbl>
          </a:graphicData>
        </a:graphic>
      </p:graphicFrame>
    </p:spTree>
    <p:extLst>
      <p:ext uri="{BB962C8B-B14F-4D97-AF65-F5344CB8AC3E}">
        <p14:creationId xmlns:p14="http://schemas.microsoft.com/office/powerpoint/2010/main" val="375970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59C57C-C664-D1C2-A437-29394100CE15}"/>
              </a:ext>
            </a:extLst>
          </p:cNvPr>
          <p:cNvSpPr>
            <a:spLocks noGrp="1"/>
          </p:cNvSpPr>
          <p:nvPr>
            <p:ph type="sldNum" sz="quarter" idx="12"/>
          </p:nvPr>
        </p:nvSpPr>
        <p:spPr/>
        <p:txBody>
          <a:bodyPr/>
          <a:lstStyle/>
          <a:p>
            <a:fld id="{D836C0FE-70CA-4950-82D6-CF602CC2B770}" type="slidenum">
              <a:rPr lang="en-GB" smtClean="0"/>
              <a:t>5</a:t>
            </a:fld>
            <a:endParaRPr lang="en-GB" dirty="0"/>
          </a:p>
        </p:txBody>
      </p:sp>
      <p:sp>
        <p:nvSpPr>
          <p:cNvPr id="3" name="Title 2">
            <a:extLst>
              <a:ext uri="{FF2B5EF4-FFF2-40B4-BE49-F238E27FC236}">
                <a16:creationId xmlns:a16="http://schemas.microsoft.com/office/drawing/2014/main" id="{32A63E53-0002-FB85-CCE9-980CF58AC769}"/>
              </a:ext>
            </a:extLst>
          </p:cNvPr>
          <p:cNvSpPr>
            <a:spLocks noGrp="1"/>
          </p:cNvSpPr>
          <p:nvPr>
            <p:ph type="title"/>
          </p:nvPr>
        </p:nvSpPr>
        <p:spPr/>
        <p:txBody>
          <a:bodyPr/>
          <a:lstStyle/>
          <a:p>
            <a:r>
              <a:rPr lang="en-GB" dirty="0"/>
              <a:t>How Primary Data are Made</a:t>
            </a:r>
          </a:p>
        </p:txBody>
      </p:sp>
      <p:sp>
        <p:nvSpPr>
          <p:cNvPr id="5" name="Date Placeholder 4">
            <a:extLst>
              <a:ext uri="{FF2B5EF4-FFF2-40B4-BE49-F238E27FC236}">
                <a16:creationId xmlns:a16="http://schemas.microsoft.com/office/drawing/2014/main" id="{11EC2117-3F95-A3C2-BA48-39EFDCA15F21}"/>
              </a:ext>
            </a:extLst>
          </p:cNvPr>
          <p:cNvSpPr>
            <a:spLocks noGrp="1"/>
          </p:cNvSpPr>
          <p:nvPr>
            <p:ph type="dt" sz="half" idx="10"/>
          </p:nvPr>
        </p:nvSpPr>
        <p:spPr/>
        <p:txBody>
          <a:bodyPr/>
          <a:lstStyle/>
          <a:p>
            <a:r>
              <a:rPr lang="en-GB"/>
              <a:t>(Überarbeitung von: Reuber &amp; Pfaffenbach 2005:21)</a:t>
            </a:r>
            <a:endParaRPr lang="en-GB" dirty="0"/>
          </a:p>
        </p:txBody>
      </p:sp>
      <p:sp>
        <p:nvSpPr>
          <p:cNvPr id="6" name="Footer Placeholder 5">
            <a:extLst>
              <a:ext uri="{FF2B5EF4-FFF2-40B4-BE49-F238E27FC236}">
                <a16:creationId xmlns:a16="http://schemas.microsoft.com/office/drawing/2014/main" id="{B3C08429-DC80-6DC7-A8A5-F3A63EAC2581}"/>
              </a:ext>
            </a:extLst>
          </p:cNvPr>
          <p:cNvSpPr>
            <a:spLocks noGrp="1"/>
          </p:cNvSpPr>
          <p:nvPr>
            <p:ph type="ftr" sz="quarter" idx="11"/>
          </p:nvPr>
        </p:nvSpPr>
        <p:spPr/>
        <p:txBody>
          <a:bodyPr/>
          <a:lstStyle/>
          <a:p>
            <a:r>
              <a:rPr lang="en-GB"/>
              <a:t>KMH</a:t>
            </a:r>
            <a:endParaRPr lang="en-GB" dirty="0"/>
          </a:p>
        </p:txBody>
      </p:sp>
      <p:pic>
        <p:nvPicPr>
          <p:cNvPr id="7" name="Picture 2">
            <a:extLst>
              <a:ext uri="{FF2B5EF4-FFF2-40B4-BE49-F238E27FC236}">
                <a16:creationId xmlns:a16="http://schemas.microsoft.com/office/drawing/2014/main" id="{156EB902-80C4-D761-86C7-51318A59633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68574" y="1005964"/>
            <a:ext cx="7536193" cy="5313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887081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316120-180A-3EB0-67E4-EDDB294F9B76}"/>
              </a:ext>
            </a:extLst>
          </p:cNvPr>
          <p:cNvSpPr>
            <a:spLocks noGrp="1"/>
          </p:cNvSpPr>
          <p:nvPr>
            <p:ph type="sldNum" sz="quarter" idx="12"/>
          </p:nvPr>
        </p:nvSpPr>
        <p:spPr/>
        <p:txBody>
          <a:bodyPr/>
          <a:lstStyle/>
          <a:p>
            <a:fld id="{D836C0FE-70CA-4950-82D6-CF602CC2B770}" type="slidenum">
              <a:rPr lang="en-GB" smtClean="0"/>
              <a:t>6</a:t>
            </a:fld>
            <a:endParaRPr lang="en-GB" dirty="0"/>
          </a:p>
        </p:txBody>
      </p:sp>
      <p:sp>
        <p:nvSpPr>
          <p:cNvPr id="3" name="Title 2">
            <a:extLst>
              <a:ext uri="{FF2B5EF4-FFF2-40B4-BE49-F238E27FC236}">
                <a16:creationId xmlns:a16="http://schemas.microsoft.com/office/drawing/2014/main" id="{20AFE2DB-6412-6C17-530B-3252BC6B34DE}"/>
              </a:ext>
            </a:extLst>
          </p:cNvPr>
          <p:cNvSpPr>
            <a:spLocks noGrp="1"/>
          </p:cNvSpPr>
          <p:nvPr>
            <p:ph type="title"/>
          </p:nvPr>
        </p:nvSpPr>
        <p:spPr/>
        <p:txBody>
          <a:bodyPr/>
          <a:lstStyle/>
          <a:p>
            <a:r>
              <a:rPr lang="en-GB" dirty="0"/>
              <a:t>How Secondary Data is Made</a:t>
            </a:r>
          </a:p>
        </p:txBody>
      </p:sp>
      <p:sp>
        <p:nvSpPr>
          <p:cNvPr id="4" name="Content Placeholder 3">
            <a:extLst>
              <a:ext uri="{FF2B5EF4-FFF2-40B4-BE49-F238E27FC236}">
                <a16:creationId xmlns:a16="http://schemas.microsoft.com/office/drawing/2014/main" id="{EF64D8CD-FA94-17EA-B070-2D5B05647DC6}"/>
              </a:ext>
            </a:extLst>
          </p:cNvPr>
          <p:cNvSpPr>
            <a:spLocks noGrp="1"/>
          </p:cNvSpPr>
          <p:nvPr>
            <p:ph idx="1"/>
          </p:nvPr>
        </p:nvSpPr>
        <p:spPr>
          <a:xfrm>
            <a:off x="695324" y="1197001"/>
            <a:ext cx="10800675" cy="4967263"/>
          </a:xfrm>
        </p:spPr>
        <p:txBody>
          <a:bodyPr>
            <a:normAutofit/>
          </a:bodyPr>
          <a:lstStyle/>
          <a:p>
            <a:pPr>
              <a:spcAft>
                <a:spcPct val="0"/>
              </a:spcAft>
            </a:pPr>
            <a:r>
              <a:rPr lang="en-GB" sz="2800" b="1" dirty="0"/>
              <a:t>Secondary data</a:t>
            </a:r>
          </a:p>
          <a:p>
            <a:pPr lvl="1">
              <a:spcAft>
                <a:spcPct val="0"/>
              </a:spcAft>
            </a:pPr>
            <a:r>
              <a:rPr lang="en-US" sz="2800" dirty="0"/>
              <a:t>Mostly: obtained by processing primary data</a:t>
            </a:r>
            <a:endParaRPr lang="en-GB" sz="2800" dirty="0"/>
          </a:p>
          <a:p>
            <a:pPr lvl="2">
              <a:spcAft>
                <a:spcPct val="0"/>
              </a:spcAft>
            </a:pPr>
            <a:r>
              <a:rPr lang="en-GB" sz="2400" dirty="0"/>
              <a:t>Own creation</a:t>
            </a:r>
          </a:p>
          <a:p>
            <a:pPr lvl="2">
              <a:spcAft>
                <a:spcPct val="0"/>
              </a:spcAft>
            </a:pPr>
            <a:r>
              <a:rPr lang="en-GB" sz="2400" dirty="0"/>
              <a:t>Creation by third parties</a:t>
            </a:r>
            <a:endParaRPr lang="en-US" sz="2400" dirty="0"/>
          </a:p>
          <a:p>
            <a:pPr lvl="2">
              <a:spcAft>
                <a:spcPct val="0"/>
              </a:spcAft>
            </a:pPr>
            <a:r>
              <a:rPr lang="en-US" sz="2400" dirty="0"/>
              <a:t>Subsequent </a:t>
            </a:r>
            <a:r>
              <a:rPr lang="en-US" sz="2400" dirty="0" err="1"/>
              <a:t>digitisation</a:t>
            </a:r>
            <a:r>
              <a:rPr lang="en-US" sz="2400" dirty="0"/>
              <a:t> of analogue data sets from third parties</a:t>
            </a:r>
            <a:endParaRPr lang="en-GB" sz="2400" dirty="0"/>
          </a:p>
        </p:txBody>
      </p:sp>
      <p:sp>
        <p:nvSpPr>
          <p:cNvPr id="5" name="Date Placeholder 4">
            <a:extLst>
              <a:ext uri="{FF2B5EF4-FFF2-40B4-BE49-F238E27FC236}">
                <a16:creationId xmlns:a16="http://schemas.microsoft.com/office/drawing/2014/main" id="{8A8F6EA8-C840-06F3-1C4C-96967939183F}"/>
              </a:ext>
            </a:extLst>
          </p:cNvPr>
          <p:cNvSpPr>
            <a:spLocks noGrp="1"/>
          </p:cNvSpPr>
          <p:nvPr>
            <p:ph type="dt" sz="half" idx="10"/>
          </p:nvPr>
        </p:nvSpPr>
        <p:spPr/>
        <p:txBody>
          <a:bodyPr/>
          <a:lstStyle/>
          <a:p>
            <a:endParaRPr lang="en-GB" dirty="0"/>
          </a:p>
        </p:txBody>
      </p:sp>
      <p:sp>
        <p:nvSpPr>
          <p:cNvPr id="6" name="Footer Placeholder 5">
            <a:extLst>
              <a:ext uri="{FF2B5EF4-FFF2-40B4-BE49-F238E27FC236}">
                <a16:creationId xmlns:a16="http://schemas.microsoft.com/office/drawing/2014/main" id="{AE823F8B-E018-5750-E5B1-A4A5BD0CC3A9}"/>
              </a:ext>
            </a:extLst>
          </p:cNvPr>
          <p:cNvSpPr>
            <a:spLocks noGrp="1"/>
          </p:cNvSpPr>
          <p:nvPr>
            <p:ph type="ftr" sz="quarter" idx="11"/>
          </p:nvPr>
        </p:nvSpPr>
        <p:spPr/>
        <p:txBody>
          <a:bodyPr/>
          <a:lstStyle/>
          <a:p>
            <a:r>
              <a:rPr lang="en-GB"/>
              <a:t>KMH</a:t>
            </a:r>
            <a:endParaRPr lang="en-GB" dirty="0"/>
          </a:p>
        </p:txBody>
      </p:sp>
    </p:spTree>
    <p:extLst>
      <p:ext uri="{BB962C8B-B14F-4D97-AF65-F5344CB8AC3E}">
        <p14:creationId xmlns:p14="http://schemas.microsoft.com/office/powerpoint/2010/main" val="1873177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7B5BBCE-9060-123C-24ED-FF3A972A72B0}"/>
              </a:ext>
            </a:extLst>
          </p:cNvPr>
          <p:cNvSpPr>
            <a:spLocks noGrp="1"/>
          </p:cNvSpPr>
          <p:nvPr>
            <p:ph type="sldNum" sz="quarter" idx="12"/>
          </p:nvPr>
        </p:nvSpPr>
        <p:spPr/>
        <p:txBody>
          <a:bodyPr/>
          <a:lstStyle/>
          <a:p>
            <a:fld id="{D836C0FE-70CA-4950-82D6-CF602CC2B770}" type="slidenum">
              <a:rPr lang="en-GB" smtClean="0"/>
              <a:t>7</a:t>
            </a:fld>
            <a:endParaRPr lang="en-GB" dirty="0"/>
          </a:p>
        </p:txBody>
      </p:sp>
      <p:sp>
        <p:nvSpPr>
          <p:cNvPr id="3" name="Title 2">
            <a:extLst>
              <a:ext uri="{FF2B5EF4-FFF2-40B4-BE49-F238E27FC236}">
                <a16:creationId xmlns:a16="http://schemas.microsoft.com/office/drawing/2014/main" id="{B6D5D10F-F951-8476-B893-FCDDD98E6F45}"/>
              </a:ext>
            </a:extLst>
          </p:cNvPr>
          <p:cNvSpPr>
            <a:spLocks noGrp="1"/>
          </p:cNvSpPr>
          <p:nvPr>
            <p:ph type="title"/>
          </p:nvPr>
        </p:nvSpPr>
        <p:spPr/>
        <p:txBody>
          <a:bodyPr/>
          <a:lstStyle/>
          <a:p>
            <a:r>
              <a:rPr lang="en-GB" dirty="0"/>
              <a:t>@</a:t>
            </a:r>
            <a:r>
              <a:rPr lang="en-US" dirty="0"/>
              <a:t> Subsequent </a:t>
            </a:r>
            <a:r>
              <a:rPr lang="en-US" dirty="0" err="1"/>
              <a:t>Digitisation</a:t>
            </a:r>
            <a:endParaRPr lang="en-GB" dirty="0"/>
          </a:p>
        </p:txBody>
      </p:sp>
      <p:sp>
        <p:nvSpPr>
          <p:cNvPr id="4" name="Content Placeholder 3">
            <a:extLst>
              <a:ext uri="{FF2B5EF4-FFF2-40B4-BE49-F238E27FC236}">
                <a16:creationId xmlns:a16="http://schemas.microsoft.com/office/drawing/2014/main" id="{0A762E9E-E08D-D8A2-4280-243B1D74E312}"/>
              </a:ext>
            </a:extLst>
          </p:cNvPr>
          <p:cNvSpPr>
            <a:spLocks noGrp="1"/>
          </p:cNvSpPr>
          <p:nvPr>
            <p:ph idx="1"/>
          </p:nvPr>
        </p:nvSpPr>
        <p:spPr>
          <a:xfrm>
            <a:off x="695325" y="1628999"/>
            <a:ext cx="5400675" cy="4535265"/>
          </a:xfrm>
        </p:spPr>
        <p:txBody>
          <a:bodyPr>
            <a:normAutofit/>
          </a:bodyPr>
          <a:lstStyle/>
          <a:p>
            <a:r>
              <a:rPr lang="en-US" sz="2400" dirty="0"/>
              <a:t>Conversion errors</a:t>
            </a:r>
          </a:p>
          <a:p>
            <a:pPr lvl="1"/>
            <a:r>
              <a:rPr lang="en-US" sz="2400" dirty="0"/>
              <a:t>increased time required for quality assurance</a:t>
            </a:r>
            <a:endParaRPr lang="en-GB" sz="2400" dirty="0"/>
          </a:p>
          <a:p>
            <a:r>
              <a:rPr lang="en-GB" sz="2400" dirty="0"/>
              <a:t>Developing (historical) data sets</a:t>
            </a:r>
            <a:endParaRPr lang="en-US" sz="2400" dirty="0"/>
          </a:p>
          <a:p>
            <a:r>
              <a:rPr lang="en-US" sz="2400" dirty="0"/>
              <a:t>Depending on input-quality </a:t>
            </a:r>
            <a:br>
              <a:rPr lang="en-US" sz="2400" dirty="0"/>
            </a:br>
            <a:r>
              <a:rPr lang="en-US" sz="2400" dirty="0"/>
              <a:t>👉 errors in coding</a:t>
            </a:r>
            <a:endParaRPr lang="en-GB" sz="2400" dirty="0"/>
          </a:p>
        </p:txBody>
      </p:sp>
      <p:sp>
        <p:nvSpPr>
          <p:cNvPr id="5" name="Date Placeholder 4">
            <a:extLst>
              <a:ext uri="{FF2B5EF4-FFF2-40B4-BE49-F238E27FC236}">
                <a16:creationId xmlns:a16="http://schemas.microsoft.com/office/drawing/2014/main" id="{259DF13E-3E46-3244-C5CA-82D9CEF51083}"/>
              </a:ext>
            </a:extLst>
          </p:cNvPr>
          <p:cNvSpPr>
            <a:spLocks noGrp="1"/>
          </p:cNvSpPr>
          <p:nvPr>
            <p:ph type="dt" sz="half" idx="10"/>
          </p:nvPr>
        </p:nvSpPr>
        <p:spPr/>
        <p:txBody>
          <a:bodyPr/>
          <a:lstStyle/>
          <a:p>
            <a:endParaRPr lang="en-GB" dirty="0"/>
          </a:p>
        </p:txBody>
      </p:sp>
      <p:sp>
        <p:nvSpPr>
          <p:cNvPr id="6" name="Footer Placeholder 5">
            <a:extLst>
              <a:ext uri="{FF2B5EF4-FFF2-40B4-BE49-F238E27FC236}">
                <a16:creationId xmlns:a16="http://schemas.microsoft.com/office/drawing/2014/main" id="{E19D84D6-AB9F-7EA7-9AFE-0E1FE77BC744}"/>
              </a:ext>
            </a:extLst>
          </p:cNvPr>
          <p:cNvSpPr>
            <a:spLocks noGrp="1"/>
          </p:cNvSpPr>
          <p:nvPr>
            <p:ph type="ftr" sz="quarter" idx="11"/>
          </p:nvPr>
        </p:nvSpPr>
        <p:spPr/>
        <p:txBody>
          <a:bodyPr/>
          <a:lstStyle/>
          <a:p>
            <a:r>
              <a:rPr lang="en-GB"/>
              <a:t>KMH</a:t>
            </a:r>
            <a:endParaRPr lang="en-GB" dirty="0"/>
          </a:p>
        </p:txBody>
      </p:sp>
      <p:pic>
        <p:nvPicPr>
          <p:cNvPr id="10" name="Picture 9" descr="A screenshot of a computer&#10;&#10;AI-generated content may be incorrect.">
            <a:hlinkClick r:id="rId3"/>
            <a:extLst>
              <a:ext uri="{FF2B5EF4-FFF2-40B4-BE49-F238E27FC236}">
                <a16:creationId xmlns:a16="http://schemas.microsoft.com/office/drawing/2014/main" id="{E90B91CF-43CA-AA2E-20A1-1C9CD6B31E65}"/>
              </a:ext>
            </a:extLst>
          </p:cNvPr>
          <p:cNvPicPr>
            <a:picLocks noChangeAspect="1"/>
          </p:cNvPicPr>
          <p:nvPr/>
        </p:nvPicPr>
        <p:blipFill>
          <a:blip r:embed="rId4"/>
          <a:stretch>
            <a:fillRect/>
          </a:stretch>
        </p:blipFill>
        <p:spPr>
          <a:xfrm>
            <a:off x="6639701" y="2248632"/>
            <a:ext cx="4856299" cy="3295998"/>
          </a:xfrm>
          <a:prstGeom prst="rect">
            <a:avLst/>
          </a:prstGeom>
          <a:ln w="6350">
            <a:solidFill>
              <a:schemeClr val="tx1"/>
            </a:solidFill>
          </a:ln>
          <a:effectLst>
            <a:outerShdw blurRad="254000" dist="107763" dir="2699994" algn="tl">
              <a:prstClr val="black">
                <a:alpha val="40000"/>
              </a:prstClr>
            </a:outerShdw>
          </a:effectLst>
        </p:spPr>
      </p:pic>
    </p:spTree>
    <p:extLst>
      <p:ext uri="{BB962C8B-B14F-4D97-AF65-F5344CB8AC3E}">
        <p14:creationId xmlns:p14="http://schemas.microsoft.com/office/powerpoint/2010/main" val="26591670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38DCE-C571-4908-F9E7-9AF83ADDED5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3A3C856-8778-942A-1EBD-1CAC25E2A3CC}"/>
              </a:ext>
            </a:extLst>
          </p:cNvPr>
          <p:cNvSpPr>
            <a:spLocks noGrp="1"/>
          </p:cNvSpPr>
          <p:nvPr>
            <p:ph type="sldNum" sz="quarter" idx="12"/>
          </p:nvPr>
        </p:nvSpPr>
        <p:spPr/>
        <p:txBody>
          <a:bodyPr/>
          <a:lstStyle/>
          <a:p>
            <a:fld id="{D836C0FE-70CA-4950-82D6-CF602CC2B770}" type="slidenum">
              <a:rPr lang="en-GB" smtClean="0"/>
              <a:t>8</a:t>
            </a:fld>
            <a:endParaRPr lang="en-GB" dirty="0"/>
          </a:p>
        </p:txBody>
      </p:sp>
      <p:sp>
        <p:nvSpPr>
          <p:cNvPr id="3" name="Title 2">
            <a:extLst>
              <a:ext uri="{FF2B5EF4-FFF2-40B4-BE49-F238E27FC236}">
                <a16:creationId xmlns:a16="http://schemas.microsoft.com/office/drawing/2014/main" id="{FE0311DA-9B46-0715-041C-3C97CB480A6E}"/>
              </a:ext>
            </a:extLst>
          </p:cNvPr>
          <p:cNvSpPr>
            <a:spLocks noGrp="1"/>
          </p:cNvSpPr>
          <p:nvPr>
            <p:ph type="title"/>
          </p:nvPr>
        </p:nvSpPr>
        <p:spPr/>
        <p:txBody>
          <a:bodyPr/>
          <a:lstStyle/>
          <a:p>
            <a:r>
              <a:rPr lang="en-GB" dirty="0"/>
              <a:t>How Secondary Data is Made</a:t>
            </a:r>
          </a:p>
        </p:txBody>
      </p:sp>
      <p:sp>
        <p:nvSpPr>
          <p:cNvPr id="4" name="Content Placeholder 3">
            <a:extLst>
              <a:ext uri="{FF2B5EF4-FFF2-40B4-BE49-F238E27FC236}">
                <a16:creationId xmlns:a16="http://schemas.microsoft.com/office/drawing/2014/main" id="{5BFFD212-B4BD-FC90-8D08-C985CCE9A383}"/>
              </a:ext>
            </a:extLst>
          </p:cNvPr>
          <p:cNvSpPr>
            <a:spLocks noGrp="1"/>
          </p:cNvSpPr>
          <p:nvPr>
            <p:ph idx="1"/>
          </p:nvPr>
        </p:nvSpPr>
        <p:spPr>
          <a:xfrm>
            <a:off x="695324" y="1197001"/>
            <a:ext cx="10800675" cy="4967263"/>
          </a:xfrm>
        </p:spPr>
        <p:txBody>
          <a:bodyPr>
            <a:normAutofit/>
          </a:bodyPr>
          <a:lstStyle/>
          <a:p>
            <a:pPr>
              <a:spcAft>
                <a:spcPct val="0"/>
              </a:spcAft>
            </a:pPr>
            <a:r>
              <a:rPr lang="en-GB" sz="2800" b="1" dirty="0"/>
              <a:t>Processing:</a:t>
            </a:r>
          </a:p>
          <a:p>
            <a:pPr lvl="1">
              <a:spcAft>
                <a:spcPct val="0"/>
              </a:spcAft>
            </a:pPr>
            <a:r>
              <a:rPr lang="en-GB" sz="2800" dirty="0"/>
              <a:t>Classification: </a:t>
            </a:r>
          </a:p>
          <a:p>
            <a:pPr lvl="2">
              <a:spcAft>
                <a:spcPct val="0"/>
              </a:spcAft>
            </a:pPr>
            <a:r>
              <a:rPr lang="en-US" sz="2400" dirty="0"/>
              <a:t>Classification into categories of things with common characteristics</a:t>
            </a:r>
            <a:endParaRPr lang="en-GB" sz="2400" dirty="0"/>
          </a:p>
          <a:p>
            <a:pPr lvl="1">
              <a:spcAft>
                <a:spcPct val="0"/>
              </a:spcAft>
            </a:pPr>
            <a:r>
              <a:rPr lang="en-GB" sz="2800" dirty="0"/>
              <a:t>Aggregation: </a:t>
            </a:r>
          </a:p>
          <a:p>
            <a:pPr lvl="2">
              <a:spcAft>
                <a:spcPct val="0"/>
              </a:spcAft>
            </a:pPr>
            <a:r>
              <a:rPr lang="en-US" sz="2400" dirty="0"/>
              <a:t>Grouping existing classes into new ones (→ Definition of a new class)</a:t>
            </a:r>
            <a:endParaRPr lang="en-GB" sz="2400" dirty="0"/>
          </a:p>
          <a:p>
            <a:pPr lvl="1">
              <a:spcAft>
                <a:spcPct val="0"/>
              </a:spcAft>
            </a:pPr>
            <a:r>
              <a:rPr lang="en-GB" sz="2800" dirty="0"/>
              <a:t>Generalisation: </a:t>
            </a:r>
          </a:p>
          <a:p>
            <a:pPr lvl="2">
              <a:spcAft>
                <a:spcPct val="0"/>
              </a:spcAft>
            </a:pPr>
            <a:r>
              <a:rPr lang="en-US" sz="2400" dirty="0"/>
              <a:t>Definition of subset relationship between elements of different classes</a:t>
            </a:r>
            <a:endParaRPr lang="en-GB" sz="2400" dirty="0"/>
          </a:p>
        </p:txBody>
      </p:sp>
      <p:sp>
        <p:nvSpPr>
          <p:cNvPr id="5" name="Date Placeholder 4">
            <a:extLst>
              <a:ext uri="{FF2B5EF4-FFF2-40B4-BE49-F238E27FC236}">
                <a16:creationId xmlns:a16="http://schemas.microsoft.com/office/drawing/2014/main" id="{A21D1E92-52C1-40FA-8EF8-922D1CFE7FBB}"/>
              </a:ext>
            </a:extLst>
          </p:cNvPr>
          <p:cNvSpPr>
            <a:spLocks noGrp="1"/>
          </p:cNvSpPr>
          <p:nvPr>
            <p:ph type="dt" sz="half" idx="10"/>
          </p:nvPr>
        </p:nvSpPr>
        <p:spPr/>
        <p:txBody>
          <a:bodyPr/>
          <a:lstStyle/>
          <a:p>
            <a:endParaRPr lang="en-GB" dirty="0"/>
          </a:p>
        </p:txBody>
      </p:sp>
      <p:sp>
        <p:nvSpPr>
          <p:cNvPr id="6" name="Footer Placeholder 5">
            <a:extLst>
              <a:ext uri="{FF2B5EF4-FFF2-40B4-BE49-F238E27FC236}">
                <a16:creationId xmlns:a16="http://schemas.microsoft.com/office/drawing/2014/main" id="{47DDBB06-E72D-4DC1-B4EE-648DD512C17A}"/>
              </a:ext>
            </a:extLst>
          </p:cNvPr>
          <p:cNvSpPr>
            <a:spLocks noGrp="1"/>
          </p:cNvSpPr>
          <p:nvPr>
            <p:ph type="ftr" sz="quarter" idx="11"/>
          </p:nvPr>
        </p:nvSpPr>
        <p:spPr/>
        <p:txBody>
          <a:bodyPr/>
          <a:lstStyle/>
          <a:p>
            <a:r>
              <a:rPr lang="en-GB"/>
              <a:t>KMH</a:t>
            </a:r>
            <a:endParaRPr lang="en-GB" dirty="0"/>
          </a:p>
        </p:txBody>
      </p:sp>
    </p:spTree>
    <p:extLst>
      <p:ext uri="{BB962C8B-B14F-4D97-AF65-F5344CB8AC3E}">
        <p14:creationId xmlns:p14="http://schemas.microsoft.com/office/powerpoint/2010/main" val="2425424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2E3C13-E037-28D9-CA50-D2D12BB500ED}"/>
              </a:ext>
            </a:extLst>
          </p:cNvPr>
          <p:cNvSpPr>
            <a:spLocks noGrp="1"/>
          </p:cNvSpPr>
          <p:nvPr>
            <p:ph type="sldNum" sz="quarter" idx="12"/>
          </p:nvPr>
        </p:nvSpPr>
        <p:spPr/>
        <p:txBody>
          <a:bodyPr/>
          <a:lstStyle/>
          <a:p>
            <a:fld id="{D836C0FE-70CA-4950-82D6-CF602CC2B770}" type="slidenum">
              <a:rPr lang="en-GB" smtClean="0"/>
              <a:t>9</a:t>
            </a:fld>
            <a:endParaRPr lang="en-GB" dirty="0"/>
          </a:p>
        </p:txBody>
      </p:sp>
      <p:sp>
        <p:nvSpPr>
          <p:cNvPr id="3" name="Title 2">
            <a:extLst>
              <a:ext uri="{FF2B5EF4-FFF2-40B4-BE49-F238E27FC236}">
                <a16:creationId xmlns:a16="http://schemas.microsoft.com/office/drawing/2014/main" id="{C59DB7DF-AFF7-D57D-4F19-0A39BC7142D8}"/>
              </a:ext>
            </a:extLst>
          </p:cNvPr>
          <p:cNvSpPr>
            <a:spLocks noGrp="1"/>
          </p:cNvSpPr>
          <p:nvPr>
            <p:ph type="title"/>
          </p:nvPr>
        </p:nvSpPr>
        <p:spPr/>
        <p:txBody>
          <a:bodyPr/>
          <a:lstStyle/>
          <a:p>
            <a:r>
              <a:rPr lang="en-GB" dirty="0"/>
              <a:t>Classification vs. Aggregation</a:t>
            </a:r>
          </a:p>
        </p:txBody>
      </p:sp>
      <p:sp>
        <p:nvSpPr>
          <p:cNvPr id="4" name="Content Placeholder 3">
            <a:extLst>
              <a:ext uri="{FF2B5EF4-FFF2-40B4-BE49-F238E27FC236}">
                <a16:creationId xmlns:a16="http://schemas.microsoft.com/office/drawing/2014/main" id="{2FB153C3-D4D0-7102-AAA2-C5F00A2BFFB4}"/>
              </a:ext>
            </a:extLst>
          </p:cNvPr>
          <p:cNvSpPr>
            <a:spLocks noGrp="1"/>
          </p:cNvSpPr>
          <p:nvPr>
            <p:ph idx="1"/>
          </p:nvPr>
        </p:nvSpPr>
        <p:spPr/>
        <p:txBody>
          <a:bodyPr/>
          <a:lstStyle/>
          <a:p>
            <a:endParaRPr lang="en-GB" dirty="0"/>
          </a:p>
        </p:txBody>
      </p:sp>
      <p:sp>
        <p:nvSpPr>
          <p:cNvPr id="5" name="Date Placeholder 4">
            <a:extLst>
              <a:ext uri="{FF2B5EF4-FFF2-40B4-BE49-F238E27FC236}">
                <a16:creationId xmlns:a16="http://schemas.microsoft.com/office/drawing/2014/main" id="{3647DCDA-EF0D-03B0-2664-C2A1B3C80469}"/>
              </a:ext>
            </a:extLst>
          </p:cNvPr>
          <p:cNvSpPr>
            <a:spLocks noGrp="1"/>
          </p:cNvSpPr>
          <p:nvPr>
            <p:ph type="dt" sz="half" idx="10"/>
          </p:nvPr>
        </p:nvSpPr>
        <p:spPr/>
        <p:txBody>
          <a:bodyPr/>
          <a:lstStyle/>
          <a:p>
            <a:endParaRPr lang="en-GB" dirty="0"/>
          </a:p>
        </p:txBody>
      </p:sp>
      <p:sp>
        <p:nvSpPr>
          <p:cNvPr id="6" name="Footer Placeholder 5">
            <a:extLst>
              <a:ext uri="{FF2B5EF4-FFF2-40B4-BE49-F238E27FC236}">
                <a16:creationId xmlns:a16="http://schemas.microsoft.com/office/drawing/2014/main" id="{CA252A54-DDC2-3837-8976-EA3358929EE0}"/>
              </a:ext>
            </a:extLst>
          </p:cNvPr>
          <p:cNvSpPr>
            <a:spLocks noGrp="1"/>
          </p:cNvSpPr>
          <p:nvPr>
            <p:ph type="ftr" sz="quarter" idx="11"/>
          </p:nvPr>
        </p:nvSpPr>
        <p:spPr/>
        <p:txBody>
          <a:bodyPr/>
          <a:lstStyle/>
          <a:p>
            <a:r>
              <a:rPr lang="en-GB"/>
              <a:t>KMH</a:t>
            </a:r>
            <a:endParaRPr lang="en-GB" dirty="0"/>
          </a:p>
        </p:txBody>
      </p:sp>
      <p:pic>
        <p:nvPicPr>
          <p:cNvPr id="7" name="Grafik 27" descr="Höferl 2019">
            <a:extLst>
              <a:ext uri="{FF2B5EF4-FFF2-40B4-BE49-F238E27FC236}">
                <a16:creationId xmlns:a16="http://schemas.microsoft.com/office/drawing/2014/main" id="{ADE42BE0-230F-945F-2A57-F78120BF6349}"/>
              </a:ext>
            </a:extLst>
          </p:cNvPr>
          <p:cNvPicPr>
            <a:picLocks noChangeAspect="1"/>
          </p:cNvPicPr>
          <p:nvPr/>
        </p:nvPicPr>
        <p:blipFill rotWithShape="1">
          <a:blip r:embed="rId2"/>
          <a:srcRect b="10304"/>
          <a:stretch/>
        </p:blipFill>
        <p:spPr>
          <a:xfrm>
            <a:off x="6493696" y="2204864"/>
            <a:ext cx="4354304" cy="3168352"/>
          </a:xfrm>
          <a:prstGeom prst="rect">
            <a:avLst/>
          </a:prstGeom>
        </p:spPr>
      </p:pic>
      <p:cxnSp>
        <p:nvCxnSpPr>
          <p:cNvPr id="8" name="Gerade Verbindung mit Pfeil 28">
            <a:extLst>
              <a:ext uri="{FF2B5EF4-FFF2-40B4-BE49-F238E27FC236}">
                <a16:creationId xmlns:a16="http://schemas.microsoft.com/office/drawing/2014/main" id="{1B6546AE-4CDE-A91B-FCE1-3940769CD855}"/>
              </a:ext>
            </a:extLst>
          </p:cNvPr>
          <p:cNvCxnSpPr/>
          <p:nvPr/>
        </p:nvCxnSpPr>
        <p:spPr>
          <a:xfrm>
            <a:off x="6774788" y="4535973"/>
            <a:ext cx="1253974" cy="0"/>
          </a:xfrm>
          <a:prstGeom prst="straightConnector1">
            <a:avLst/>
          </a:prstGeom>
          <a:ln>
            <a:solidFill>
              <a:srgbClr val="E37823"/>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 name="Gerade Verbindung mit Pfeil 29">
            <a:extLst>
              <a:ext uri="{FF2B5EF4-FFF2-40B4-BE49-F238E27FC236}">
                <a16:creationId xmlns:a16="http://schemas.microsoft.com/office/drawing/2014/main" id="{7DCCF867-1B1D-2A8B-13B0-4683109DC565}"/>
              </a:ext>
            </a:extLst>
          </p:cNvPr>
          <p:cNvCxnSpPr>
            <a:stCxn id="16" idx="3"/>
          </p:cNvCxnSpPr>
          <p:nvPr/>
        </p:nvCxnSpPr>
        <p:spPr>
          <a:xfrm>
            <a:off x="6774788" y="3105910"/>
            <a:ext cx="2520280" cy="0"/>
          </a:xfrm>
          <a:prstGeom prst="straightConnector1">
            <a:avLst/>
          </a:prstGeom>
          <a:ln>
            <a:solidFill>
              <a:srgbClr val="E37823"/>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 name="Gerade Verbindung mit Pfeil 30">
            <a:extLst>
              <a:ext uri="{FF2B5EF4-FFF2-40B4-BE49-F238E27FC236}">
                <a16:creationId xmlns:a16="http://schemas.microsoft.com/office/drawing/2014/main" id="{C9E1A659-035A-9DF3-0D88-1369D17AE4E6}"/>
              </a:ext>
            </a:extLst>
          </p:cNvPr>
          <p:cNvCxnSpPr/>
          <p:nvPr/>
        </p:nvCxnSpPr>
        <p:spPr>
          <a:xfrm>
            <a:off x="9295068" y="3632563"/>
            <a:ext cx="0" cy="1417563"/>
          </a:xfrm>
          <a:prstGeom prst="straightConnector1">
            <a:avLst/>
          </a:prstGeom>
          <a:ln>
            <a:solidFill>
              <a:srgbClr val="E37823"/>
            </a:solidFill>
            <a:tailEnd type="triangle"/>
          </a:ln>
        </p:spPr>
        <p:style>
          <a:lnRef idx="2">
            <a:schemeClr val="accent1"/>
          </a:lnRef>
          <a:fillRef idx="0">
            <a:schemeClr val="accent1"/>
          </a:fillRef>
          <a:effectRef idx="1">
            <a:schemeClr val="accent1"/>
          </a:effectRef>
          <a:fontRef idx="minor">
            <a:schemeClr val="tx1"/>
          </a:fontRef>
        </p:style>
      </p:cxnSp>
      <p:cxnSp>
        <p:nvCxnSpPr>
          <p:cNvPr id="11" name="Gerade Verbindung mit Pfeil 31">
            <a:extLst>
              <a:ext uri="{FF2B5EF4-FFF2-40B4-BE49-F238E27FC236}">
                <a16:creationId xmlns:a16="http://schemas.microsoft.com/office/drawing/2014/main" id="{C57C6264-FCDE-F1E4-BD72-6B53443EFD76}"/>
              </a:ext>
            </a:extLst>
          </p:cNvPr>
          <p:cNvCxnSpPr/>
          <p:nvPr/>
        </p:nvCxnSpPr>
        <p:spPr>
          <a:xfrm>
            <a:off x="8109605" y="4622369"/>
            <a:ext cx="0" cy="427757"/>
          </a:xfrm>
          <a:prstGeom prst="straightConnector1">
            <a:avLst/>
          </a:prstGeom>
          <a:ln>
            <a:solidFill>
              <a:srgbClr val="E37823"/>
            </a:solidFill>
            <a:tailEnd type="triangle"/>
          </a:ln>
        </p:spPr>
        <p:style>
          <a:lnRef idx="2">
            <a:schemeClr val="accent1"/>
          </a:lnRef>
          <a:fillRef idx="0">
            <a:schemeClr val="accent1"/>
          </a:fillRef>
          <a:effectRef idx="1">
            <a:schemeClr val="accent1"/>
          </a:effectRef>
          <a:fontRef idx="minor">
            <a:schemeClr val="tx1"/>
          </a:fontRef>
        </p:style>
      </p:cxnSp>
      <p:cxnSp>
        <p:nvCxnSpPr>
          <p:cNvPr id="12" name="Gerade Verbindung mit Pfeil 32">
            <a:extLst>
              <a:ext uri="{FF2B5EF4-FFF2-40B4-BE49-F238E27FC236}">
                <a16:creationId xmlns:a16="http://schemas.microsoft.com/office/drawing/2014/main" id="{D501C1A8-B47B-A535-4BEC-E19A62C19AC6}"/>
              </a:ext>
            </a:extLst>
          </p:cNvPr>
          <p:cNvCxnSpPr/>
          <p:nvPr/>
        </p:nvCxnSpPr>
        <p:spPr>
          <a:xfrm>
            <a:off x="9285543" y="3096385"/>
            <a:ext cx="0" cy="373695"/>
          </a:xfrm>
          <a:prstGeom prst="straightConnector1">
            <a:avLst/>
          </a:prstGeom>
          <a:ln>
            <a:solidFill>
              <a:srgbClr val="E37823"/>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3" name="Textfeld 33">
            <a:extLst>
              <a:ext uri="{FF2B5EF4-FFF2-40B4-BE49-F238E27FC236}">
                <a16:creationId xmlns:a16="http://schemas.microsoft.com/office/drawing/2014/main" id="{E8407D54-D562-A89C-2522-51BEBE2AEA3E}"/>
              </a:ext>
            </a:extLst>
          </p:cNvPr>
          <p:cNvSpPr txBox="1"/>
          <p:nvPr/>
        </p:nvSpPr>
        <p:spPr>
          <a:xfrm>
            <a:off x="9313399" y="4745427"/>
            <a:ext cx="1314450" cy="307777"/>
          </a:xfrm>
          <a:prstGeom prst="rect">
            <a:avLst/>
          </a:prstGeom>
          <a:noFill/>
        </p:spPr>
        <p:txBody>
          <a:bodyPr wrap="square" rtlCol="0">
            <a:spAutoFit/>
          </a:bodyPr>
          <a:lstStyle/>
          <a:p>
            <a:pPr algn="ctr"/>
            <a:r>
              <a:rPr lang="en-GB" sz="1400" b="1">
                <a:solidFill>
                  <a:srgbClr val="E37823"/>
                </a:solidFill>
                <a:latin typeface="+mj-lt"/>
              </a:rPr>
              <a:t>65+</a:t>
            </a:r>
            <a:endParaRPr lang="en-GB" sz="1400" b="1" dirty="0">
              <a:solidFill>
                <a:srgbClr val="E37823"/>
              </a:solidFill>
              <a:latin typeface="+mj-lt"/>
            </a:endParaRPr>
          </a:p>
        </p:txBody>
      </p:sp>
      <p:sp>
        <p:nvSpPr>
          <p:cNvPr id="14" name="Textfeld 34">
            <a:extLst>
              <a:ext uri="{FF2B5EF4-FFF2-40B4-BE49-F238E27FC236}">
                <a16:creationId xmlns:a16="http://schemas.microsoft.com/office/drawing/2014/main" id="{3D2F93F2-2C3C-15A7-08AE-3F3E68A9E94E}"/>
              </a:ext>
            </a:extLst>
          </p:cNvPr>
          <p:cNvSpPr txBox="1"/>
          <p:nvPr/>
        </p:nvSpPr>
        <p:spPr>
          <a:xfrm>
            <a:off x="8028762" y="4745427"/>
            <a:ext cx="1198911" cy="307777"/>
          </a:xfrm>
          <a:prstGeom prst="rect">
            <a:avLst/>
          </a:prstGeom>
          <a:noFill/>
        </p:spPr>
        <p:txBody>
          <a:bodyPr wrap="square" rtlCol="0">
            <a:spAutoFit/>
          </a:bodyPr>
          <a:lstStyle/>
          <a:p>
            <a:pPr algn="ctr"/>
            <a:r>
              <a:rPr lang="en-GB" sz="1400" b="1">
                <a:solidFill>
                  <a:srgbClr val="E37823"/>
                </a:solidFill>
                <a:latin typeface="+mj-lt"/>
              </a:rPr>
              <a:t>19 bis 65</a:t>
            </a:r>
            <a:endParaRPr lang="en-GB" sz="1400" b="1" dirty="0">
              <a:solidFill>
                <a:srgbClr val="E37823"/>
              </a:solidFill>
              <a:latin typeface="+mj-lt"/>
            </a:endParaRPr>
          </a:p>
        </p:txBody>
      </p:sp>
      <p:sp>
        <p:nvSpPr>
          <p:cNvPr id="15" name="Textfeld 35">
            <a:extLst>
              <a:ext uri="{FF2B5EF4-FFF2-40B4-BE49-F238E27FC236}">
                <a16:creationId xmlns:a16="http://schemas.microsoft.com/office/drawing/2014/main" id="{1DAE40FC-5FDC-9BD8-BBC5-DEA361A940BE}"/>
              </a:ext>
            </a:extLst>
          </p:cNvPr>
          <p:cNvSpPr txBox="1"/>
          <p:nvPr/>
        </p:nvSpPr>
        <p:spPr>
          <a:xfrm>
            <a:off x="5604064" y="4382084"/>
            <a:ext cx="1170724" cy="307777"/>
          </a:xfrm>
          <a:prstGeom prst="rect">
            <a:avLst/>
          </a:prstGeom>
          <a:noFill/>
        </p:spPr>
        <p:txBody>
          <a:bodyPr wrap="square" rtlCol="0">
            <a:spAutoFit/>
          </a:bodyPr>
          <a:lstStyle/>
          <a:p>
            <a:pPr algn="r"/>
            <a:r>
              <a:rPr lang="en-GB" sz="1400" b="1">
                <a:solidFill>
                  <a:srgbClr val="E37823"/>
                </a:solidFill>
                <a:latin typeface="+mj-lt"/>
              </a:rPr>
              <a:t>18</a:t>
            </a:r>
            <a:endParaRPr lang="en-GB" sz="1400" b="1" dirty="0">
              <a:solidFill>
                <a:srgbClr val="E37823"/>
              </a:solidFill>
              <a:latin typeface="+mj-lt"/>
            </a:endParaRPr>
          </a:p>
        </p:txBody>
      </p:sp>
      <p:sp>
        <p:nvSpPr>
          <p:cNvPr id="16" name="Textfeld 36">
            <a:extLst>
              <a:ext uri="{FF2B5EF4-FFF2-40B4-BE49-F238E27FC236}">
                <a16:creationId xmlns:a16="http://schemas.microsoft.com/office/drawing/2014/main" id="{AE1EFE22-65FA-3850-5421-948A67352E4D}"/>
              </a:ext>
            </a:extLst>
          </p:cNvPr>
          <p:cNvSpPr txBox="1"/>
          <p:nvPr/>
        </p:nvSpPr>
        <p:spPr>
          <a:xfrm>
            <a:off x="5604064" y="2952021"/>
            <a:ext cx="1170724" cy="307777"/>
          </a:xfrm>
          <a:prstGeom prst="rect">
            <a:avLst/>
          </a:prstGeom>
          <a:noFill/>
        </p:spPr>
        <p:txBody>
          <a:bodyPr wrap="square" rtlCol="0">
            <a:spAutoFit/>
          </a:bodyPr>
          <a:lstStyle/>
          <a:p>
            <a:pPr algn="r"/>
            <a:r>
              <a:rPr lang="en-GB" sz="1400" b="1">
                <a:solidFill>
                  <a:srgbClr val="E37823"/>
                </a:solidFill>
                <a:latin typeface="+mj-lt"/>
              </a:rPr>
              <a:t>65</a:t>
            </a:r>
            <a:endParaRPr lang="en-GB" sz="1400" b="1" dirty="0">
              <a:solidFill>
                <a:srgbClr val="E37823"/>
              </a:solidFill>
              <a:latin typeface="+mj-lt"/>
            </a:endParaRPr>
          </a:p>
        </p:txBody>
      </p:sp>
      <p:sp>
        <p:nvSpPr>
          <p:cNvPr id="17" name="Textfeld 37">
            <a:extLst>
              <a:ext uri="{FF2B5EF4-FFF2-40B4-BE49-F238E27FC236}">
                <a16:creationId xmlns:a16="http://schemas.microsoft.com/office/drawing/2014/main" id="{C9FCCAB0-404A-A3EA-7F67-E0CE81E08FA7}"/>
              </a:ext>
            </a:extLst>
          </p:cNvPr>
          <p:cNvSpPr txBox="1"/>
          <p:nvPr/>
        </p:nvSpPr>
        <p:spPr>
          <a:xfrm>
            <a:off x="7275668" y="4745427"/>
            <a:ext cx="815607" cy="307777"/>
          </a:xfrm>
          <a:prstGeom prst="rect">
            <a:avLst/>
          </a:prstGeom>
          <a:noFill/>
        </p:spPr>
        <p:txBody>
          <a:bodyPr wrap="square" rtlCol="0">
            <a:spAutoFit/>
          </a:bodyPr>
          <a:lstStyle/>
          <a:p>
            <a:pPr algn="ctr"/>
            <a:r>
              <a:rPr lang="en-GB" sz="1400" b="1">
                <a:solidFill>
                  <a:srgbClr val="E37823"/>
                </a:solidFill>
                <a:latin typeface="+mj-lt"/>
              </a:rPr>
              <a:t>bis 18</a:t>
            </a:r>
            <a:endParaRPr lang="en-GB" sz="1400" b="1" dirty="0">
              <a:solidFill>
                <a:srgbClr val="E37823"/>
              </a:solidFill>
              <a:latin typeface="+mj-lt"/>
            </a:endParaRPr>
          </a:p>
        </p:txBody>
      </p:sp>
      <p:sp>
        <p:nvSpPr>
          <p:cNvPr id="18" name="Rechteck 38">
            <a:extLst>
              <a:ext uri="{FF2B5EF4-FFF2-40B4-BE49-F238E27FC236}">
                <a16:creationId xmlns:a16="http://schemas.microsoft.com/office/drawing/2014/main" id="{DCA638D4-F44E-599F-C802-37D5EC569A25}"/>
              </a:ext>
            </a:extLst>
          </p:cNvPr>
          <p:cNvSpPr/>
          <p:nvPr/>
        </p:nvSpPr>
        <p:spPr>
          <a:xfrm rot="10800000" flipV="1">
            <a:off x="8109605" y="5505293"/>
            <a:ext cx="1175938" cy="371978"/>
          </a:xfrm>
          <a:prstGeom prst="rect">
            <a:avLst/>
          </a:prstGeom>
          <a:solidFill>
            <a:srgbClr val="E37823">
              <a:alpha val="85000"/>
            </a:srgbClr>
          </a:solidFill>
          <a:ln>
            <a:solidFill>
              <a:srgbClr val="E378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200"/>
              <a:t>Erwerbsfähigen</a:t>
            </a:r>
            <a:endParaRPr lang="en-GB" sz="1200" dirty="0"/>
          </a:p>
        </p:txBody>
      </p:sp>
      <p:sp>
        <p:nvSpPr>
          <p:cNvPr id="19" name="Rechteck 39">
            <a:extLst>
              <a:ext uri="{FF2B5EF4-FFF2-40B4-BE49-F238E27FC236}">
                <a16:creationId xmlns:a16="http://schemas.microsoft.com/office/drawing/2014/main" id="{61C2F864-A618-2453-3AEE-454A7C35AD1F}"/>
              </a:ext>
            </a:extLst>
          </p:cNvPr>
          <p:cNvSpPr/>
          <p:nvPr/>
        </p:nvSpPr>
        <p:spPr>
          <a:xfrm rot="10800000" flipV="1">
            <a:off x="9285543" y="5505293"/>
            <a:ext cx="1342306" cy="371978"/>
          </a:xfrm>
          <a:prstGeom prst="rect">
            <a:avLst/>
          </a:prstGeom>
          <a:noFill/>
          <a:ln>
            <a:solidFill>
              <a:srgbClr val="E378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200">
                <a:solidFill>
                  <a:schemeClr val="bg1">
                    <a:lumMod val="65000"/>
                  </a:schemeClr>
                </a:solidFill>
              </a:rPr>
              <a:t>Erwerbsunfähigen</a:t>
            </a:r>
            <a:endParaRPr lang="en-GB" sz="1200" dirty="0">
              <a:solidFill>
                <a:schemeClr val="bg1">
                  <a:lumMod val="65000"/>
                </a:schemeClr>
              </a:solidFill>
            </a:endParaRPr>
          </a:p>
        </p:txBody>
      </p:sp>
      <p:sp>
        <p:nvSpPr>
          <p:cNvPr id="20" name="Rechteck 40">
            <a:extLst>
              <a:ext uri="{FF2B5EF4-FFF2-40B4-BE49-F238E27FC236}">
                <a16:creationId xmlns:a16="http://schemas.microsoft.com/office/drawing/2014/main" id="{7B7D351C-A6A0-7B10-A2E5-F099BBAAC12B}"/>
              </a:ext>
            </a:extLst>
          </p:cNvPr>
          <p:cNvSpPr/>
          <p:nvPr/>
        </p:nvSpPr>
        <p:spPr>
          <a:xfrm rot="10800000" flipV="1">
            <a:off x="7275668" y="5505293"/>
            <a:ext cx="833936" cy="371978"/>
          </a:xfrm>
          <a:prstGeom prst="rect">
            <a:avLst/>
          </a:prstGeom>
          <a:noFill/>
          <a:ln>
            <a:solidFill>
              <a:srgbClr val="E378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200">
                <a:solidFill>
                  <a:schemeClr val="bg1">
                    <a:lumMod val="65000"/>
                  </a:schemeClr>
                </a:solidFill>
              </a:rPr>
              <a:t>Erwerbs-unfähigen</a:t>
            </a:r>
            <a:endParaRPr lang="en-GB" sz="1200" dirty="0">
              <a:solidFill>
                <a:schemeClr val="bg1">
                  <a:lumMod val="65000"/>
                </a:schemeClr>
              </a:solidFill>
            </a:endParaRPr>
          </a:p>
        </p:txBody>
      </p:sp>
      <p:pic>
        <p:nvPicPr>
          <p:cNvPr id="21" name="Grafik 42" descr="Höferl 2019">
            <a:extLst>
              <a:ext uri="{FF2B5EF4-FFF2-40B4-BE49-F238E27FC236}">
                <a16:creationId xmlns:a16="http://schemas.microsoft.com/office/drawing/2014/main" id="{D9671146-2553-7D8F-C5D3-C07735C9393C}"/>
              </a:ext>
            </a:extLst>
          </p:cNvPr>
          <p:cNvPicPr>
            <a:picLocks noChangeAspect="1"/>
          </p:cNvPicPr>
          <p:nvPr/>
        </p:nvPicPr>
        <p:blipFill>
          <a:blip r:embed="rId2"/>
          <a:stretch>
            <a:fillRect/>
          </a:stretch>
        </p:blipFill>
        <p:spPr>
          <a:xfrm>
            <a:off x="1957192" y="2204864"/>
            <a:ext cx="4354304" cy="3532318"/>
          </a:xfrm>
          <a:prstGeom prst="rect">
            <a:avLst/>
          </a:prstGeom>
        </p:spPr>
      </p:pic>
      <p:cxnSp>
        <p:nvCxnSpPr>
          <p:cNvPr id="22" name="Gerade Verbindung mit Pfeil 43">
            <a:extLst>
              <a:ext uri="{FF2B5EF4-FFF2-40B4-BE49-F238E27FC236}">
                <a16:creationId xmlns:a16="http://schemas.microsoft.com/office/drawing/2014/main" id="{5127D3B5-32FA-2539-A0D7-CBD5AC3114A2}"/>
              </a:ext>
            </a:extLst>
          </p:cNvPr>
          <p:cNvCxnSpPr/>
          <p:nvPr/>
        </p:nvCxnSpPr>
        <p:spPr>
          <a:xfrm>
            <a:off x="2238284" y="4535973"/>
            <a:ext cx="1253974" cy="0"/>
          </a:xfrm>
          <a:prstGeom prst="straightConnector1">
            <a:avLst/>
          </a:prstGeom>
          <a:ln>
            <a:solidFill>
              <a:srgbClr val="E37823"/>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3" name="Gerade Verbindung mit Pfeil 44">
            <a:extLst>
              <a:ext uri="{FF2B5EF4-FFF2-40B4-BE49-F238E27FC236}">
                <a16:creationId xmlns:a16="http://schemas.microsoft.com/office/drawing/2014/main" id="{5F7FAF3F-B280-E24D-4F56-B45E1366DEE9}"/>
              </a:ext>
            </a:extLst>
          </p:cNvPr>
          <p:cNvCxnSpPr/>
          <p:nvPr/>
        </p:nvCxnSpPr>
        <p:spPr>
          <a:xfrm>
            <a:off x="2238284" y="3105910"/>
            <a:ext cx="2520280" cy="0"/>
          </a:xfrm>
          <a:prstGeom prst="straightConnector1">
            <a:avLst/>
          </a:prstGeom>
          <a:ln>
            <a:solidFill>
              <a:srgbClr val="E37823"/>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4" name="Gerade Verbindung mit Pfeil 45">
            <a:extLst>
              <a:ext uri="{FF2B5EF4-FFF2-40B4-BE49-F238E27FC236}">
                <a16:creationId xmlns:a16="http://schemas.microsoft.com/office/drawing/2014/main" id="{AF7B3BF1-C5E4-B8FA-1277-FCFDD3E115AD}"/>
              </a:ext>
            </a:extLst>
          </p:cNvPr>
          <p:cNvCxnSpPr/>
          <p:nvPr/>
        </p:nvCxnSpPr>
        <p:spPr>
          <a:xfrm>
            <a:off x="4758564" y="3632563"/>
            <a:ext cx="0" cy="1417563"/>
          </a:xfrm>
          <a:prstGeom prst="straightConnector1">
            <a:avLst/>
          </a:prstGeom>
          <a:ln>
            <a:solidFill>
              <a:srgbClr val="E37823"/>
            </a:solidFill>
            <a:tailEnd type="triangle"/>
          </a:ln>
        </p:spPr>
        <p:style>
          <a:lnRef idx="2">
            <a:schemeClr val="accent1"/>
          </a:lnRef>
          <a:fillRef idx="0">
            <a:schemeClr val="accent1"/>
          </a:fillRef>
          <a:effectRef idx="1">
            <a:schemeClr val="accent1"/>
          </a:effectRef>
          <a:fontRef idx="minor">
            <a:schemeClr val="tx1"/>
          </a:fontRef>
        </p:style>
      </p:cxnSp>
      <p:cxnSp>
        <p:nvCxnSpPr>
          <p:cNvPr id="25" name="Gerade Verbindung mit Pfeil 46">
            <a:extLst>
              <a:ext uri="{FF2B5EF4-FFF2-40B4-BE49-F238E27FC236}">
                <a16:creationId xmlns:a16="http://schemas.microsoft.com/office/drawing/2014/main" id="{FF46CEB2-9373-2F61-B473-2F6C09AE942B}"/>
              </a:ext>
            </a:extLst>
          </p:cNvPr>
          <p:cNvCxnSpPr/>
          <p:nvPr/>
        </p:nvCxnSpPr>
        <p:spPr>
          <a:xfrm>
            <a:off x="3573101" y="4622369"/>
            <a:ext cx="0" cy="427757"/>
          </a:xfrm>
          <a:prstGeom prst="straightConnector1">
            <a:avLst/>
          </a:prstGeom>
          <a:ln>
            <a:solidFill>
              <a:srgbClr val="E37823"/>
            </a:solidFill>
            <a:tailEnd type="triangle"/>
          </a:ln>
        </p:spPr>
        <p:style>
          <a:lnRef idx="2">
            <a:schemeClr val="accent1"/>
          </a:lnRef>
          <a:fillRef idx="0">
            <a:schemeClr val="accent1"/>
          </a:fillRef>
          <a:effectRef idx="1">
            <a:schemeClr val="accent1"/>
          </a:effectRef>
          <a:fontRef idx="minor">
            <a:schemeClr val="tx1"/>
          </a:fontRef>
        </p:style>
      </p:cxnSp>
      <p:cxnSp>
        <p:nvCxnSpPr>
          <p:cNvPr id="26" name="Gerade Verbindung mit Pfeil 47">
            <a:extLst>
              <a:ext uri="{FF2B5EF4-FFF2-40B4-BE49-F238E27FC236}">
                <a16:creationId xmlns:a16="http://schemas.microsoft.com/office/drawing/2014/main" id="{CA5C65C7-F115-8F01-EFBE-BEFDB56396CE}"/>
              </a:ext>
            </a:extLst>
          </p:cNvPr>
          <p:cNvCxnSpPr/>
          <p:nvPr/>
        </p:nvCxnSpPr>
        <p:spPr>
          <a:xfrm>
            <a:off x="4749039" y="3096385"/>
            <a:ext cx="0" cy="373695"/>
          </a:xfrm>
          <a:prstGeom prst="straightConnector1">
            <a:avLst/>
          </a:prstGeom>
          <a:ln>
            <a:solidFill>
              <a:srgbClr val="E37823"/>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7" name="Textfeld 48">
            <a:extLst>
              <a:ext uri="{FF2B5EF4-FFF2-40B4-BE49-F238E27FC236}">
                <a16:creationId xmlns:a16="http://schemas.microsoft.com/office/drawing/2014/main" id="{14FC3072-7F80-98ED-AE7D-9CBC93D75C38}"/>
              </a:ext>
            </a:extLst>
          </p:cNvPr>
          <p:cNvSpPr txBox="1"/>
          <p:nvPr/>
        </p:nvSpPr>
        <p:spPr>
          <a:xfrm>
            <a:off x="4776895" y="4745427"/>
            <a:ext cx="1314450" cy="307777"/>
          </a:xfrm>
          <a:prstGeom prst="rect">
            <a:avLst/>
          </a:prstGeom>
          <a:noFill/>
        </p:spPr>
        <p:txBody>
          <a:bodyPr wrap="square" rtlCol="0">
            <a:spAutoFit/>
          </a:bodyPr>
          <a:lstStyle/>
          <a:p>
            <a:pPr algn="ctr"/>
            <a:r>
              <a:rPr lang="en-GB" sz="1400" b="1">
                <a:solidFill>
                  <a:srgbClr val="E37823"/>
                </a:solidFill>
                <a:latin typeface="+mj-lt"/>
              </a:rPr>
              <a:t>65+</a:t>
            </a:r>
            <a:endParaRPr lang="en-GB" sz="1400" b="1" dirty="0">
              <a:solidFill>
                <a:srgbClr val="E37823"/>
              </a:solidFill>
              <a:latin typeface="+mj-lt"/>
            </a:endParaRPr>
          </a:p>
        </p:txBody>
      </p:sp>
      <p:sp>
        <p:nvSpPr>
          <p:cNvPr id="28" name="Textfeld 49">
            <a:extLst>
              <a:ext uri="{FF2B5EF4-FFF2-40B4-BE49-F238E27FC236}">
                <a16:creationId xmlns:a16="http://schemas.microsoft.com/office/drawing/2014/main" id="{576C1B51-8EC9-DF44-521C-F9EB9C6A869E}"/>
              </a:ext>
            </a:extLst>
          </p:cNvPr>
          <p:cNvSpPr txBox="1"/>
          <p:nvPr/>
        </p:nvSpPr>
        <p:spPr>
          <a:xfrm>
            <a:off x="3492258" y="4745427"/>
            <a:ext cx="1198911" cy="307777"/>
          </a:xfrm>
          <a:prstGeom prst="rect">
            <a:avLst/>
          </a:prstGeom>
          <a:noFill/>
        </p:spPr>
        <p:txBody>
          <a:bodyPr wrap="square" rtlCol="0">
            <a:spAutoFit/>
          </a:bodyPr>
          <a:lstStyle/>
          <a:p>
            <a:pPr algn="ctr"/>
            <a:r>
              <a:rPr lang="en-GB" sz="1400" b="1">
                <a:solidFill>
                  <a:srgbClr val="E37823"/>
                </a:solidFill>
                <a:latin typeface="+mj-lt"/>
              </a:rPr>
              <a:t>19 bis 65</a:t>
            </a:r>
            <a:endParaRPr lang="en-GB" sz="1400" b="1" dirty="0">
              <a:solidFill>
                <a:srgbClr val="E37823"/>
              </a:solidFill>
              <a:latin typeface="+mj-lt"/>
            </a:endParaRPr>
          </a:p>
        </p:txBody>
      </p:sp>
      <p:sp>
        <p:nvSpPr>
          <p:cNvPr id="29" name="Textfeld 50">
            <a:extLst>
              <a:ext uri="{FF2B5EF4-FFF2-40B4-BE49-F238E27FC236}">
                <a16:creationId xmlns:a16="http://schemas.microsoft.com/office/drawing/2014/main" id="{69ADE2E9-DCD3-F74A-8740-EE0502D35654}"/>
              </a:ext>
            </a:extLst>
          </p:cNvPr>
          <p:cNvSpPr txBox="1"/>
          <p:nvPr/>
        </p:nvSpPr>
        <p:spPr>
          <a:xfrm>
            <a:off x="1067560" y="4391967"/>
            <a:ext cx="1170724" cy="307777"/>
          </a:xfrm>
          <a:prstGeom prst="rect">
            <a:avLst/>
          </a:prstGeom>
          <a:noFill/>
        </p:spPr>
        <p:txBody>
          <a:bodyPr wrap="square" rtlCol="0">
            <a:spAutoFit/>
          </a:bodyPr>
          <a:lstStyle/>
          <a:p>
            <a:pPr algn="r"/>
            <a:r>
              <a:rPr lang="en-GB" sz="1400" b="1">
                <a:solidFill>
                  <a:srgbClr val="E37823"/>
                </a:solidFill>
                <a:latin typeface="+mj-lt"/>
              </a:rPr>
              <a:t>18</a:t>
            </a:r>
            <a:endParaRPr lang="en-GB" sz="1400" b="1" dirty="0">
              <a:solidFill>
                <a:srgbClr val="E37823"/>
              </a:solidFill>
              <a:latin typeface="+mj-lt"/>
            </a:endParaRPr>
          </a:p>
        </p:txBody>
      </p:sp>
      <p:sp>
        <p:nvSpPr>
          <p:cNvPr id="30" name="Textfeld 51">
            <a:extLst>
              <a:ext uri="{FF2B5EF4-FFF2-40B4-BE49-F238E27FC236}">
                <a16:creationId xmlns:a16="http://schemas.microsoft.com/office/drawing/2014/main" id="{E0A57882-BA9A-4AF4-49BE-9B2EF7409D25}"/>
              </a:ext>
            </a:extLst>
          </p:cNvPr>
          <p:cNvSpPr txBox="1"/>
          <p:nvPr/>
        </p:nvSpPr>
        <p:spPr>
          <a:xfrm>
            <a:off x="1067560" y="2961904"/>
            <a:ext cx="1170724" cy="307777"/>
          </a:xfrm>
          <a:prstGeom prst="rect">
            <a:avLst/>
          </a:prstGeom>
          <a:noFill/>
        </p:spPr>
        <p:txBody>
          <a:bodyPr wrap="square" rtlCol="0">
            <a:spAutoFit/>
          </a:bodyPr>
          <a:lstStyle/>
          <a:p>
            <a:pPr algn="r"/>
            <a:r>
              <a:rPr lang="en-GB" sz="1400" b="1">
                <a:solidFill>
                  <a:srgbClr val="E37823"/>
                </a:solidFill>
                <a:latin typeface="+mj-lt"/>
              </a:rPr>
              <a:t>65</a:t>
            </a:r>
            <a:endParaRPr lang="en-GB" sz="1400" b="1" dirty="0">
              <a:solidFill>
                <a:srgbClr val="E37823"/>
              </a:solidFill>
              <a:latin typeface="+mj-lt"/>
            </a:endParaRPr>
          </a:p>
        </p:txBody>
      </p:sp>
      <p:sp>
        <p:nvSpPr>
          <p:cNvPr id="31" name="Textfeld 52">
            <a:extLst>
              <a:ext uri="{FF2B5EF4-FFF2-40B4-BE49-F238E27FC236}">
                <a16:creationId xmlns:a16="http://schemas.microsoft.com/office/drawing/2014/main" id="{E7C379F8-D36D-AF5E-216E-C3EBAC9F396E}"/>
              </a:ext>
            </a:extLst>
          </p:cNvPr>
          <p:cNvSpPr txBox="1"/>
          <p:nvPr/>
        </p:nvSpPr>
        <p:spPr>
          <a:xfrm>
            <a:off x="2739164" y="4745427"/>
            <a:ext cx="815607" cy="307777"/>
          </a:xfrm>
          <a:prstGeom prst="rect">
            <a:avLst/>
          </a:prstGeom>
          <a:noFill/>
        </p:spPr>
        <p:txBody>
          <a:bodyPr wrap="square" rtlCol="0">
            <a:spAutoFit/>
          </a:bodyPr>
          <a:lstStyle/>
          <a:p>
            <a:pPr algn="ctr"/>
            <a:r>
              <a:rPr lang="en-GB" sz="1400" b="1">
                <a:solidFill>
                  <a:srgbClr val="E37823"/>
                </a:solidFill>
                <a:latin typeface="+mj-lt"/>
              </a:rPr>
              <a:t>bis 18</a:t>
            </a:r>
            <a:endParaRPr lang="en-GB" sz="1400" b="1" dirty="0">
              <a:solidFill>
                <a:srgbClr val="E37823"/>
              </a:solidFill>
              <a:latin typeface="+mj-lt"/>
            </a:endParaRPr>
          </a:p>
        </p:txBody>
      </p:sp>
      <p:sp>
        <p:nvSpPr>
          <p:cNvPr id="32" name="Textfeld 53">
            <a:extLst>
              <a:ext uri="{FF2B5EF4-FFF2-40B4-BE49-F238E27FC236}">
                <a16:creationId xmlns:a16="http://schemas.microsoft.com/office/drawing/2014/main" id="{B3B9801C-17A5-767F-908D-70736D44E84D}"/>
              </a:ext>
            </a:extLst>
          </p:cNvPr>
          <p:cNvSpPr txBox="1"/>
          <p:nvPr/>
        </p:nvSpPr>
        <p:spPr>
          <a:xfrm>
            <a:off x="2993432" y="1661073"/>
            <a:ext cx="2281823" cy="461665"/>
          </a:xfrm>
          <a:prstGeom prst="rect">
            <a:avLst/>
          </a:prstGeom>
          <a:noFill/>
        </p:spPr>
        <p:txBody>
          <a:bodyPr wrap="square" rtlCol="0">
            <a:spAutoFit/>
          </a:bodyPr>
          <a:lstStyle/>
          <a:p>
            <a:pPr algn="ctr"/>
            <a:r>
              <a:rPr lang="en-GB" sz="2400" b="1" dirty="0"/>
              <a:t>Classification</a:t>
            </a:r>
          </a:p>
        </p:txBody>
      </p:sp>
      <p:sp>
        <p:nvSpPr>
          <p:cNvPr id="33" name="Textfeld 54">
            <a:extLst>
              <a:ext uri="{FF2B5EF4-FFF2-40B4-BE49-F238E27FC236}">
                <a16:creationId xmlns:a16="http://schemas.microsoft.com/office/drawing/2014/main" id="{1AEF4C93-E13B-36B8-D04C-B90FD33443BF}"/>
              </a:ext>
            </a:extLst>
          </p:cNvPr>
          <p:cNvSpPr txBox="1"/>
          <p:nvPr/>
        </p:nvSpPr>
        <p:spPr>
          <a:xfrm>
            <a:off x="7954661" y="1661073"/>
            <a:ext cx="2281823" cy="461665"/>
          </a:xfrm>
          <a:prstGeom prst="rect">
            <a:avLst/>
          </a:prstGeom>
          <a:noFill/>
        </p:spPr>
        <p:txBody>
          <a:bodyPr wrap="square" rtlCol="0">
            <a:spAutoFit/>
          </a:bodyPr>
          <a:lstStyle/>
          <a:p>
            <a:pPr algn="ctr"/>
            <a:r>
              <a:rPr lang="en-GB" sz="2400" b="1" dirty="0"/>
              <a:t>Aggregation</a:t>
            </a:r>
          </a:p>
        </p:txBody>
      </p:sp>
    </p:spTree>
    <p:extLst>
      <p:ext uri="{BB962C8B-B14F-4D97-AF65-F5344CB8AC3E}">
        <p14:creationId xmlns:p14="http://schemas.microsoft.com/office/powerpoint/2010/main" val="36437076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7C525E-B131-0000-ED76-59CABEE666DC}"/>
              </a:ext>
            </a:extLst>
          </p:cNvPr>
          <p:cNvSpPr>
            <a:spLocks noGrp="1"/>
          </p:cNvSpPr>
          <p:nvPr>
            <p:ph type="sldNum" sz="quarter" idx="12"/>
          </p:nvPr>
        </p:nvSpPr>
        <p:spPr/>
        <p:txBody>
          <a:bodyPr/>
          <a:lstStyle/>
          <a:p>
            <a:fld id="{D836C0FE-70CA-4950-82D6-CF602CC2B770}" type="slidenum">
              <a:rPr lang="en-GB" smtClean="0"/>
              <a:t>10</a:t>
            </a:fld>
            <a:endParaRPr lang="en-GB" dirty="0"/>
          </a:p>
        </p:txBody>
      </p:sp>
      <p:sp>
        <p:nvSpPr>
          <p:cNvPr id="3" name="Title 2">
            <a:extLst>
              <a:ext uri="{FF2B5EF4-FFF2-40B4-BE49-F238E27FC236}">
                <a16:creationId xmlns:a16="http://schemas.microsoft.com/office/drawing/2014/main" id="{3CA3D381-FC7C-5694-EFBE-0D4205566374}"/>
              </a:ext>
            </a:extLst>
          </p:cNvPr>
          <p:cNvSpPr>
            <a:spLocks noGrp="1"/>
          </p:cNvSpPr>
          <p:nvPr>
            <p:ph type="title"/>
          </p:nvPr>
        </p:nvSpPr>
        <p:spPr/>
        <p:txBody>
          <a:bodyPr/>
          <a:lstStyle/>
          <a:p>
            <a:r>
              <a:rPr lang="en-GB" dirty="0"/>
              <a:t>Generalisation</a:t>
            </a:r>
          </a:p>
        </p:txBody>
      </p:sp>
      <p:sp>
        <p:nvSpPr>
          <p:cNvPr id="4" name="Content Placeholder 3">
            <a:extLst>
              <a:ext uri="{FF2B5EF4-FFF2-40B4-BE49-F238E27FC236}">
                <a16:creationId xmlns:a16="http://schemas.microsoft.com/office/drawing/2014/main" id="{21C4C382-8CA5-82DA-F1A8-6CD503E00AA0}"/>
              </a:ext>
            </a:extLst>
          </p:cNvPr>
          <p:cNvSpPr>
            <a:spLocks noGrp="1"/>
          </p:cNvSpPr>
          <p:nvPr>
            <p:ph idx="1"/>
          </p:nvPr>
        </p:nvSpPr>
        <p:spPr/>
        <p:txBody>
          <a:bodyPr/>
          <a:lstStyle/>
          <a:p>
            <a:r>
              <a:rPr lang="en-GB"/>
              <a:t>Entity-Relationship Model: is-a-Beziehung</a:t>
            </a:r>
          </a:p>
          <a:p>
            <a:endParaRPr lang="en-GB" dirty="0"/>
          </a:p>
        </p:txBody>
      </p:sp>
      <p:sp>
        <p:nvSpPr>
          <p:cNvPr id="5" name="Date Placeholder 4">
            <a:extLst>
              <a:ext uri="{FF2B5EF4-FFF2-40B4-BE49-F238E27FC236}">
                <a16:creationId xmlns:a16="http://schemas.microsoft.com/office/drawing/2014/main" id="{D283D71E-73D7-8F5B-6D6C-A2715C1489BA}"/>
              </a:ext>
            </a:extLst>
          </p:cNvPr>
          <p:cNvSpPr>
            <a:spLocks noGrp="1"/>
          </p:cNvSpPr>
          <p:nvPr>
            <p:ph type="dt" sz="half" idx="10"/>
          </p:nvPr>
        </p:nvSpPr>
        <p:spPr/>
        <p:txBody>
          <a:bodyPr/>
          <a:lstStyle/>
          <a:p>
            <a:endParaRPr lang="en-GB" dirty="0"/>
          </a:p>
        </p:txBody>
      </p:sp>
      <p:sp>
        <p:nvSpPr>
          <p:cNvPr id="6" name="Footer Placeholder 5">
            <a:extLst>
              <a:ext uri="{FF2B5EF4-FFF2-40B4-BE49-F238E27FC236}">
                <a16:creationId xmlns:a16="http://schemas.microsoft.com/office/drawing/2014/main" id="{A8B4A877-1176-C0AB-0935-48096289A956}"/>
              </a:ext>
            </a:extLst>
          </p:cNvPr>
          <p:cNvSpPr>
            <a:spLocks noGrp="1"/>
          </p:cNvSpPr>
          <p:nvPr>
            <p:ph type="ftr" sz="quarter" idx="11"/>
          </p:nvPr>
        </p:nvSpPr>
        <p:spPr/>
        <p:txBody>
          <a:bodyPr/>
          <a:lstStyle/>
          <a:p>
            <a:r>
              <a:rPr lang="en-GB"/>
              <a:t>KMH</a:t>
            </a:r>
            <a:endParaRPr lang="en-GB" dirty="0"/>
          </a:p>
        </p:txBody>
      </p:sp>
      <p:graphicFrame>
        <p:nvGraphicFramePr>
          <p:cNvPr id="9" name="Inhaltsplatzhalter 4">
            <a:extLst>
              <a:ext uri="{FF2B5EF4-FFF2-40B4-BE49-F238E27FC236}">
                <a16:creationId xmlns:a16="http://schemas.microsoft.com/office/drawing/2014/main" id="{E9584848-30E0-E588-2EF4-5AA2A57BE524}"/>
              </a:ext>
            </a:extLst>
          </p:cNvPr>
          <p:cNvGraphicFramePr>
            <a:graphicFrameLocks/>
          </p:cNvGraphicFramePr>
          <p:nvPr>
            <p:extLst>
              <p:ext uri="{D42A27DB-BD31-4B8C-83A1-F6EECF244321}">
                <p14:modId xmlns:p14="http://schemas.microsoft.com/office/powerpoint/2010/main" val="799285691"/>
              </p:ext>
            </p:extLst>
          </p:nvPr>
        </p:nvGraphicFramePr>
        <p:xfrm>
          <a:off x="2225825" y="808372"/>
          <a:ext cx="8766175" cy="52412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878997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05024-187C-E87A-600D-7D819219E064}"/>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23C423ED-AEB1-BB98-7E3D-3B9D39DD07FB}"/>
              </a:ext>
            </a:extLst>
          </p:cNvPr>
          <p:cNvSpPr>
            <a:spLocks noGrp="1"/>
          </p:cNvSpPr>
          <p:nvPr>
            <p:ph type="title"/>
          </p:nvPr>
        </p:nvSpPr>
        <p:spPr/>
        <p:txBody>
          <a:bodyPr/>
          <a:lstStyle/>
          <a:p>
            <a:r>
              <a:rPr lang="en-GB" dirty="0"/>
              <a:t>… Where to </a:t>
            </a:r>
            <a:br>
              <a:rPr lang="en-GB" dirty="0"/>
            </a:br>
            <a:r>
              <a:rPr lang="en-GB" dirty="0"/>
              <a:t>find Them</a:t>
            </a:r>
          </a:p>
        </p:txBody>
      </p:sp>
    </p:spTree>
    <p:extLst>
      <p:ext uri="{BB962C8B-B14F-4D97-AF65-F5344CB8AC3E}">
        <p14:creationId xmlns:p14="http://schemas.microsoft.com/office/powerpoint/2010/main" val="35792634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10A6B7-E82B-9D1A-B950-EDB61E4E92F8}"/>
              </a:ext>
            </a:extLst>
          </p:cNvPr>
          <p:cNvSpPr>
            <a:spLocks noGrp="1"/>
          </p:cNvSpPr>
          <p:nvPr>
            <p:ph type="title"/>
          </p:nvPr>
        </p:nvSpPr>
        <p:spPr/>
        <p:txBody>
          <a:bodyPr/>
          <a:lstStyle/>
          <a:p>
            <a:r>
              <a:rPr lang="en-GB" dirty="0"/>
              <a:t>A typical Workflow</a:t>
            </a:r>
          </a:p>
        </p:txBody>
      </p:sp>
      <p:grpSp>
        <p:nvGrpSpPr>
          <p:cNvPr id="23" name="Group 22">
            <a:extLst>
              <a:ext uri="{FF2B5EF4-FFF2-40B4-BE49-F238E27FC236}">
                <a16:creationId xmlns:a16="http://schemas.microsoft.com/office/drawing/2014/main" id="{E5D36125-7940-3D91-7711-78305E2CA778}"/>
              </a:ext>
            </a:extLst>
          </p:cNvPr>
          <p:cNvGrpSpPr/>
          <p:nvPr/>
        </p:nvGrpSpPr>
        <p:grpSpPr>
          <a:xfrm>
            <a:off x="1577990" y="765000"/>
            <a:ext cx="8766010" cy="5511615"/>
            <a:chOff x="1200000" y="980382"/>
            <a:chExt cx="8766010" cy="5511615"/>
          </a:xfrm>
        </p:grpSpPr>
        <p:graphicFrame>
          <p:nvGraphicFramePr>
            <p:cNvPr id="7" name="Inhaltsplatzhalter 4">
              <a:extLst>
                <a:ext uri="{FF2B5EF4-FFF2-40B4-BE49-F238E27FC236}">
                  <a16:creationId xmlns:a16="http://schemas.microsoft.com/office/drawing/2014/main" id="{5764C9C2-020A-AF27-4EC8-E180A3B51B7D}"/>
                </a:ext>
              </a:extLst>
            </p:cNvPr>
            <p:cNvGraphicFramePr>
              <a:graphicFrameLocks/>
            </p:cNvGraphicFramePr>
            <p:nvPr/>
          </p:nvGraphicFramePr>
          <p:xfrm>
            <a:off x="1200000" y="4366219"/>
            <a:ext cx="8732713" cy="16718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Pfeil: gebogen 8">
              <a:extLst>
                <a:ext uri="{FF2B5EF4-FFF2-40B4-BE49-F238E27FC236}">
                  <a16:creationId xmlns:a16="http://schemas.microsoft.com/office/drawing/2014/main" id="{84B7352B-E6B9-6986-1DAB-E30A346766A9}"/>
                </a:ext>
              </a:extLst>
            </p:cNvPr>
            <p:cNvSpPr/>
            <p:nvPr/>
          </p:nvSpPr>
          <p:spPr>
            <a:xfrm rot="5400000" flipV="1">
              <a:off x="3007257" y="2249551"/>
              <a:ext cx="1100043" cy="3997398"/>
            </a:xfrm>
            <a:prstGeom prst="bentArrow">
              <a:avLst/>
            </a:prstGeom>
            <a:solidFill>
              <a:srgbClr val="4F81BD">
                <a:tint val="60000"/>
                <a:hueOff val="0"/>
                <a:satOff val="0"/>
                <a:lumOff val="0"/>
                <a:alphaOff val="0"/>
              </a:srgbClr>
            </a:solidFill>
            <a:ln>
              <a:noFill/>
            </a:ln>
            <a:effectLst>
              <a:outerShdw blurRad="40000" dist="20000" dir="5400000" rotWithShape="0">
                <a:srgbClr val="000000">
                  <a:alpha val="38000"/>
                </a:srgbClr>
              </a:outerShdw>
            </a:effectLst>
          </p:spPr>
          <p:txBody>
            <a:bodyPr spcFirstLastPara="0" vert="horz" wrap="square" lIns="0" tIns="0" rIns="0" bIns="0" numCol="1" spcCol="1270" anchor="ctr" anchorCtr="0">
              <a:noAutofit/>
            </a:bodyPr>
            <a:lstStyle/>
            <a:p>
              <a:pPr defTabSz="457200" fontAlgn="base">
                <a:spcBef>
                  <a:spcPct val="0"/>
                </a:spcBef>
                <a:spcAft>
                  <a:spcPct val="0"/>
                </a:spcAft>
              </a:pPr>
              <a:endParaRPr lang="de-AT" sz="1400" dirty="0">
                <a:solidFill>
                  <a:prstClr val="black"/>
                </a:solidFill>
                <a:latin typeface="Arial" charset="0"/>
                <a:ea typeface="ＭＳ Ｐゴシック" pitchFamily="-104" charset="-128"/>
              </a:endParaRPr>
            </a:p>
          </p:txBody>
        </p:sp>
        <p:sp>
          <p:nvSpPr>
            <p:cNvPr id="9" name="Pfeil: gebogen 7">
              <a:extLst>
                <a:ext uri="{FF2B5EF4-FFF2-40B4-BE49-F238E27FC236}">
                  <a16:creationId xmlns:a16="http://schemas.microsoft.com/office/drawing/2014/main" id="{97E1282E-B62F-30B2-22A9-F130659CA012}"/>
                </a:ext>
              </a:extLst>
            </p:cNvPr>
            <p:cNvSpPr/>
            <p:nvPr/>
          </p:nvSpPr>
          <p:spPr>
            <a:xfrm rot="10800000">
              <a:off x="5338016" y="2957876"/>
              <a:ext cx="4176464" cy="1147029"/>
            </a:xfrm>
            <a:prstGeom prst="bentArrow">
              <a:avLst>
                <a:gd name="adj1" fmla="val 25000"/>
                <a:gd name="adj2" fmla="val 22939"/>
                <a:gd name="adj3" fmla="val 25000"/>
                <a:gd name="adj4" fmla="val 47213"/>
              </a:avLst>
            </a:prstGeom>
            <a:solidFill>
              <a:srgbClr val="4F81BD">
                <a:tint val="60000"/>
                <a:hueOff val="0"/>
                <a:satOff val="0"/>
                <a:lumOff val="0"/>
                <a:alphaOff val="0"/>
              </a:srgbClr>
            </a:solidFill>
            <a:ln>
              <a:noFill/>
            </a:ln>
            <a:effectLst>
              <a:outerShdw blurRad="40000" dist="20000" dir="5400000" rotWithShape="0">
                <a:srgbClr val="000000">
                  <a:alpha val="38000"/>
                </a:srgbClr>
              </a:outerShdw>
            </a:effectLst>
          </p:spPr>
          <p:txBody>
            <a:bodyPr spcFirstLastPara="0" vert="horz" wrap="square" lIns="0" tIns="0" rIns="0" bIns="0" numCol="1" spcCol="1270" anchor="ctr" anchorCtr="0">
              <a:noAutofit/>
            </a:bodyPr>
            <a:lstStyle/>
            <a:p>
              <a:pPr defTabSz="457200" fontAlgn="base">
                <a:spcBef>
                  <a:spcPct val="0"/>
                </a:spcBef>
                <a:spcAft>
                  <a:spcPct val="0"/>
                </a:spcAft>
              </a:pPr>
              <a:endParaRPr lang="de-AT" sz="1400" dirty="0">
                <a:solidFill>
                  <a:prstClr val="black"/>
                </a:solidFill>
                <a:latin typeface="Arial" charset="0"/>
                <a:ea typeface="ＭＳ Ｐゴシック" pitchFamily="-104" charset="-128"/>
              </a:endParaRPr>
            </a:p>
          </p:txBody>
        </p:sp>
        <p:graphicFrame>
          <p:nvGraphicFramePr>
            <p:cNvPr id="10" name="Inhaltsplatzhalter 4">
              <a:extLst>
                <a:ext uri="{FF2B5EF4-FFF2-40B4-BE49-F238E27FC236}">
                  <a16:creationId xmlns:a16="http://schemas.microsoft.com/office/drawing/2014/main" id="{73106FFD-60A8-EF26-90BE-FD235415C964}"/>
                </a:ext>
              </a:extLst>
            </p:cNvPr>
            <p:cNvGraphicFramePr>
              <a:graphicFrameLocks/>
            </p:cNvGraphicFramePr>
            <p:nvPr/>
          </p:nvGraphicFramePr>
          <p:xfrm>
            <a:off x="1200000" y="1882372"/>
            <a:ext cx="8732713" cy="167183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1" name="Textfeld 2">
              <a:extLst>
                <a:ext uri="{FF2B5EF4-FFF2-40B4-BE49-F238E27FC236}">
                  <a16:creationId xmlns:a16="http://schemas.microsoft.com/office/drawing/2014/main" id="{D5E6D71A-498C-0EA2-2439-75932AA5A808}"/>
                </a:ext>
              </a:extLst>
            </p:cNvPr>
            <p:cNvSpPr txBox="1"/>
            <p:nvPr/>
          </p:nvSpPr>
          <p:spPr>
            <a:xfrm>
              <a:off x="3611759" y="1719046"/>
              <a:ext cx="1152128" cy="461665"/>
            </a:xfrm>
            <a:prstGeom prst="rect">
              <a:avLst/>
            </a:prstGeom>
            <a:noFill/>
          </p:spPr>
          <p:txBody>
            <a:bodyPr wrap="square" rtlCol="0" anchor="b">
              <a:spAutoFit/>
            </a:bodyPr>
            <a:lstStyle/>
            <a:p>
              <a:pPr marL="88900" indent="-88900" defTabSz="457200" fontAlgn="base">
                <a:spcBef>
                  <a:spcPct val="0"/>
                </a:spcBef>
                <a:spcAft>
                  <a:spcPct val="0"/>
                </a:spcAft>
                <a:buFont typeface="Wingdings" panose="05000000000000000000" pitchFamily="2" charset="2"/>
                <a:buChar char="§"/>
              </a:pPr>
              <a:r>
                <a:rPr lang="de-AT" sz="1200" dirty="0" err="1">
                  <a:solidFill>
                    <a:prstClr val="black"/>
                  </a:solidFill>
                  <a:latin typeface="Calibri"/>
                  <a:ea typeface="ＭＳ Ｐゴシック" pitchFamily="-104" charset="-128"/>
                </a:rPr>
                <a:t>Collect</a:t>
              </a:r>
              <a:endParaRPr lang="de-AT" sz="1200" dirty="0">
                <a:solidFill>
                  <a:prstClr val="black"/>
                </a:solidFill>
                <a:latin typeface="Calibri"/>
                <a:ea typeface="ＭＳ Ｐゴシック" pitchFamily="-104" charset="-128"/>
              </a:endParaRPr>
            </a:p>
            <a:p>
              <a:pPr marL="88900" indent="-88900" defTabSz="457200" fontAlgn="base">
                <a:spcBef>
                  <a:spcPct val="0"/>
                </a:spcBef>
                <a:spcAft>
                  <a:spcPct val="0"/>
                </a:spcAft>
                <a:buFont typeface="Wingdings" panose="05000000000000000000" pitchFamily="2" charset="2"/>
                <a:buChar char="§"/>
              </a:pPr>
              <a:r>
                <a:rPr lang="de-AT" sz="1200" dirty="0" err="1">
                  <a:solidFill>
                    <a:prstClr val="black"/>
                  </a:solidFill>
                  <a:latin typeface="Calibri"/>
                  <a:ea typeface="ＭＳ Ｐゴシック" pitchFamily="-104" charset="-128"/>
                </a:rPr>
                <a:t>Repositories</a:t>
              </a:r>
              <a:endParaRPr lang="de-AT" sz="1200" dirty="0">
                <a:solidFill>
                  <a:prstClr val="black"/>
                </a:solidFill>
                <a:latin typeface="Calibri"/>
                <a:ea typeface="ＭＳ Ｐゴシック" pitchFamily="-104" charset="-128"/>
              </a:endParaRPr>
            </a:p>
          </p:txBody>
        </p:sp>
        <p:sp>
          <p:nvSpPr>
            <p:cNvPr id="12" name="Textfeld 9">
              <a:extLst>
                <a:ext uri="{FF2B5EF4-FFF2-40B4-BE49-F238E27FC236}">
                  <a16:creationId xmlns:a16="http://schemas.microsoft.com/office/drawing/2014/main" id="{E19157B1-F2EE-054D-DDDB-F1CB93949535}"/>
                </a:ext>
              </a:extLst>
            </p:cNvPr>
            <p:cNvSpPr txBox="1"/>
            <p:nvPr/>
          </p:nvSpPr>
          <p:spPr>
            <a:xfrm>
              <a:off x="5225448" y="1349714"/>
              <a:ext cx="1152128" cy="830997"/>
            </a:xfrm>
            <a:prstGeom prst="rect">
              <a:avLst/>
            </a:prstGeom>
            <a:noFill/>
          </p:spPr>
          <p:txBody>
            <a:bodyPr wrap="square" rtlCol="0" anchor="b">
              <a:spAutoFit/>
            </a:bodyPr>
            <a:lstStyle>
              <a:defPPr>
                <a:defRPr lang="de-DE"/>
              </a:defPPr>
              <a:lvl1pPr marL="88900" indent="-88900">
                <a:buFont typeface="Wingdings" panose="05000000000000000000" pitchFamily="2" charset="2"/>
                <a:buChar char="§"/>
                <a:defRPr sz="1200">
                  <a:latin typeface="+mj-lt"/>
                </a:defRPr>
              </a:lvl1pPr>
            </a:lstStyle>
            <a:p>
              <a:pPr defTabSz="457200" fontAlgn="base">
                <a:spcBef>
                  <a:spcPct val="0"/>
                </a:spcBef>
                <a:spcAft>
                  <a:spcPct val="0"/>
                </a:spcAft>
              </a:pPr>
              <a:r>
                <a:rPr lang="de-AT" dirty="0">
                  <a:solidFill>
                    <a:prstClr val="black"/>
                  </a:solidFill>
                  <a:latin typeface="Calibri"/>
                  <a:ea typeface="ＭＳ Ｐゴシック" pitchFamily="-104" charset="-128"/>
                </a:rPr>
                <a:t>Encoding </a:t>
              </a:r>
              <a:r>
                <a:rPr lang="de-AT" dirty="0" err="1">
                  <a:solidFill>
                    <a:prstClr val="black"/>
                  </a:solidFill>
                  <a:latin typeface="Calibri"/>
                  <a:ea typeface="ＭＳ Ｐゴシック" pitchFamily="-104" charset="-128"/>
                </a:rPr>
                <a:t>problems</a:t>
              </a:r>
              <a:endParaRPr lang="de-AT" dirty="0">
                <a:solidFill>
                  <a:prstClr val="black"/>
                </a:solidFill>
                <a:latin typeface="Calibri"/>
                <a:ea typeface="ＭＳ Ｐゴシック" pitchFamily="-104" charset="-128"/>
              </a:endParaRPr>
            </a:p>
            <a:p>
              <a:pPr defTabSz="457200" fontAlgn="base">
                <a:spcBef>
                  <a:spcPct val="0"/>
                </a:spcBef>
                <a:spcAft>
                  <a:spcPct val="0"/>
                </a:spcAft>
              </a:pPr>
              <a:r>
                <a:rPr lang="de-AT" dirty="0">
                  <a:solidFill>
                    <a:prstClr val="black"/>
                  </a:solidFill>
                  <a:latin typeface="Calibri"/>
                  <a:ea typeface="ＭＳ Ｐゴシック" pitchFamily="-104" charset="-128"/>
                </a:rPr>
                <a:t>Data </a:t>
              </a:r>
              <a:r>
                <a:rPr lang="de-AT" dirty="0" err="1">
                  <a:solidFill>
                    <a:prstClr val="black"/>
                  </a:solidFill>
                  <a:latin typeface="Calibri"/>
                  <a:ea typeface="ＭＳ Ｐゴシック" pitchFamily="-104" charset="-128"/>
                </a:rPr>
                <a:t>types</a:t>
              </a:r>
              <a:endParaRPr lang="de-AT" dirty="0">
                <a:solidFill>
                  <a:prstClr val="black"/>
                </a:solidFill>
                <a:latin typeface="Calibri"/>
                <a:ea typeface="ＭＳ Ｐゴシック" pitchFamily="-104" charset="-128"/>
              </a:endParaRPr>
            </a:p>
            <a:p>
              <a:pPr defTabSz="457200" fontAlgn="base">
                <a:spcBef>
                  <a:spcPct val="0"/>
                </a:spcBef>
                <a:spcAft>
                  <a:spcPct val="0"/>
                </a:spcAft>
              </a:pPr>
              <a:r>
                <a:rPr lang="de-AT" dirty="0">
                  <a:solidFill>
                    <a:prstClr val="black"/>
                  </a:solidFill>
                  <a:latin typeface="Calibri"/>
                  <a:ea typeface="ＭＳ Ｐゴシック" pitchFamily="-104" charset="-128"/>
                </a:rPr>
                <a:t>Labels</a:t>
              </a:r>
            </a:p>
          </p:txBody>
        </p:sp>
        <p:sp>
          <p:nvSpPr>
            <p:cNvPr id="13" name="Textfeld 10">
              <a:extLst>
                <a:ext uri="{FF2B5EF4-FFF2-40B4-BE49-F238E27FC236}">
                  <a16:creationId xmlns:a16="http://schemas.microsoft.com/office/drawing/2014/main" id="{6A6A7246-262F-E641-F417-A995A96B92AC}"/>
                </a:ext>
              </a:extLst>
            </p:cNvPr>
            <p:cNvSpPr txBox="1"/>
            <p:nvPr/>
          </p:nvSpPr>
          <p:spPr>
            <a:xfrm>
              <a:off x="6911145" y="1534380"/>
              <a:ext cx="1260648" cy="646331"/>
            </a:xfrm>
            <a:prstGeom prst="rect">
              <a:avLst/>
            </a:prstGeom>
            <a:noFill/>
          </p:spPr>
          <p:txBody>
            <a:bodyPr wrap="square" rtlCol="0" anchor="b">
              <a:spAutoFit/>
            </a:bodyPr>
            <a:lstStyle>
              <a:defPPr>
                <a:defRPr lang="de-DE"/>
              </a:defPPr>
              <a:lvl1pPr marL="88900" indent="-88900">
                <a:buFont typeface="Wingdings" panose="05000000000000000000" pitchFamily="2" charset="2"/>
                <a:buChar char="§"/>
                <a:defRPr sz="1200">
                  <a:latin typeface="+mj-lt"/>
                </a:defRPr>
              </a:lvl1pPr>
            </a:lstStyle>
            <a:p>
              <a:pPr defTabSz="457200" fontAlgn="base">
                <a:spcBef>
                  <a:spcPct val="0"/>
                </a:spcBef>
                <a:spcAft>
                  <a:spcPct val="0"/>
                </a:spcAft>
              </a:pPr>
              <a:r>
                <a:rPr lang="de-AT" dirty="0" err="1">
                  <a:solidFill>
                    <a:prstClr val="black"/>
                  </a:solidFill>
                  <a:latin typeface="Calibri"/>
                  <a:ea typeface="ＭＳ Ｐゴシック" pitchFamily="-104" charset="-128"/>
                </a:rPr>
                <a:t>Completeness</a:t>
              </a:r>
              <a:endParaRPr lang="de-AT" dirty="0">
                <a:solidFill>
                  <a:prstClr val="black"/>
                </a:solidFill>
                <a:latin typeface="Calibri"/>
                <a:ea typeface="ＭＳ Ｐゴシック" pitchFamily="-104" charset="-128"/>
              </a:endParaRPr>
            </a:p>
            <a:p>
              <a:pPr defTabSz="457200" fontAlgn="base">
                <a:spcBef>
                  <a:spcPct val="0"/>
                </a:spcBef>
                <a:spcAft>
                  <a:spcPct val="0"/>
                </a:spcAft>
              </a:pPr>
              <a:r>
                <a:rPr lang="de-AT" dirty="0" err="1">
                  <a:solidFill>
                    <a:prstClr val="black"/>
                  </a:solidFill>
                  <a:latin typeface="Calibri"/>
                  <a:ea typeface="ＭＳ Ｐゴシック" pitchFamily="-104" charset="-128"/>
                </a:rPr>
                <a:t>Missing</a:t>
              </a:r>
              <a:r>
                <a:rPr lang="de-AT" dirty="0">
                  <a:solidFill>
                    <a:prstClr val="black"/>
                  </a:solidFill>
                  <a:latin typeface="Calibri"/>
                  <a:ea typeface="ＭＳ Ｐゴシック" pitchFamily="-104" charset="-128"/>
                </a:rPr>
                <a:t> Values</a:t>
              </a:r>
            </a:p>
            <a:p>
              <a:pPr defTabSz="457200" fontAlgn="base">
                <a:spcBef>
                  <a:spcPct val="0"/>
                </a:spcBef>
                <a:spcAft>
                  <a:spcPct val="0"/>
                </a:spcAft>
              </a:pPr>
              <a:r>
                <a:rPr lang="de-AT" dirty="0" err="1">
                  <a:solidFill>
                    <a:prstClr val="black"/>
                  </a:solidFill>
                  <a:latin typeface="Calibri"/>
                  <a:ea typeface="ＭＳ Ｐゴシック" pitchFamily="-104" charset="-128"/>
                </a:rPr>
                <a:t>Plausibility</a:t>
              </a:r>
              <a:endParaRPr lang="de-AT" dirty="0">
                <a:solidFill>
                  <a:prstClr val="black"/>
                </a:solidFill>
                <a:latin typeface="Calibri"/>
                <a:ea typeface="ＭＳ Ｐゴシック" pitchFamily="-104" charset="-128"/>
              </a:endParaRPr>
            </a:p>
          </p:txBody>
        </p:sp>
        <p:sp>
          <p:nvSpPr>
            <p:cNvPr id="14" name="Textfeld 11">
              <a:extLst>
                <a:ext uri="{FF2B5EF4-FFF2-40B4-BE49-F238E27FC236}">
                  <a16:creationId xmlns:a16="http://schemas.microsoft.com/office/drawing/2014/main" id="{8B1318B4-196D-B972-5479-4EF229CED4F2}"/>
                </a:ext>
              </a:extLst>
            </p:cNvPr>
            <p:cNvSpPr txBox="1"/>
            <p:nvPr/>
          </p:nvSpPr>
          <p:spPr>
            <a:xfrm>
              <a:off x="8705362" y="980382"/>
              <a:ext cx="1260648" cy="1200329"/>
            </a:xfrm>
            <a:prstGeom prst="rect">
              <a:avLst/>
            </a:prstGeom>
            <a:noFill/>
          </p:spPr>
          <p:txBody>
            <a:bodyPr wrap="square" rtlCol="0" anchor="b">
              <a:spAutoFit/>
            </a:bodyPr>
            <a:lstStyle>
              <a:defPPr>
                <a:defRPr lang="de-DE"/>
              </a:defPPr>
              <a:lvl1pPr marL="88900" indent="-88900">
                <a:buFont typeface="Wingdings" panose="05000000000000000000" pitchFamily="2" charset="2"/>
                <a:buChar char="§"/>
                <a:defRPr sz="1200">
                  <a:latin typeface="+mj-lt"/>
                </a:defRPr>
              </a:lvl1pPr>
            </a:lstStyle>
            <a:p>
              <a:pPr defTabSz="457200" fontAlgn="base">
                <a:spcBef>
                  <a:spcPct val="0"/>
                </a:spcBef>
                <a:spcAft>
                  <a:spcPct val="0"/>
                </a:spcAft>
              </a:pPr>
              <a:r>
                <a:rPr lang="de-AT" dirty="0" err="1">
                  <a:solidFill>
                    <a:prstClr val="black"/>
                  </a:solidFill>
                  <a:latin typeface="Calibri"/>
                  <a:ea typeface="ＭＳ Ｐゴシック" pitchFamily="-104" charset="-128"/>
                </a:rPr>
                <a:t>Reduction</a:t>
              </a:r>
              <a:endParaRPr lang="de-AT" dirty="0">
                <a:solidFill>
                  <a:prstClr val="black"/>
                </a:solidFill>
                <a:latin typeface="Calibri"/>
                <a:ea typeface="ＭＳ Ｐゴシック" pitchFamily="-104" charset="-128"/>
              </a:endParaRPr>
            </a:p>
            <a:p>
              <a:pPr defTabSz="457200" fontAlgn="base">
                <a:spcBef>
                  <a:spcPct val="0"/>
                </a:spcBef>
                <a:spcAft>
                  <a:spcPct val="0"/>
                </a:spcAft>
              </a:pPr>
              <a:r>
                <a:rPr lang="de-AT" dirty="0">
                  <a:solidFill>
                    <a:prstClr val="black"/>
                  </a:solidFill>
                  <a:latin typeface="Calibri"/>
                  <a:ea typeface="ＭＳ Ｐゴシック" pitchFamily="-104" charset="-128"/>
                </a:rPr>
                <a:t>Imputation</a:t>
              </a:r>
            </a:p>
            <a:p>
              <a:pPr defTabSz="457200" fontAlgn="base">
                <a:spcBef>
                  <a:spcPct val="0"/>
                </a:spcBef>
                <a:spcAft>
                  <a:spcPct val="0"/>
                </a:spcAft>
              </a:pPr>
              <a:r>
                <a:rPr lang="de-AT" dirty="0">
                  <a:solidFill>
                    <a:prstClr val="black"/>
                  </a:solidFill>
                  <a:latin typeface="Calibri"/>
                  <a:ea typeface="ＭＳ Ｐゴシック" pitchFamily="-104" charset="-128"/>
                </a:rPr>
                <a:t>Aggregation</a:t>
              </a:r>
            </a:p>
            <a:p>
              <a:pPr defTabSz="457200" fontAlgn="base">
                <a:spcBef>
                  <a:spcPct val="0"/>
                </a:spcBef>
                <a:spcAft>
                  <a:spcPct val="0"/>
                </a:spcAft>
              </a:pPr>
              <a:r>
                <a:rPr lang="de-AT" dirty="0">
                  <a:solidFill>
                    <a:prstClr val="black"/>
                  </a:solidFill>
                  <a:latin typeface="Calibri"/>
                  <a:ea typeface="ＭＳ Ｐゴシック" pitchFamily="-104" charset="-128"/>
                </a:rPr>
                <a:t>Classification</a:t>
              </a:r>
            </a:p>
            <a:p>
              <a:pPr defTabSz="457200" fontAlgn="base">
                <a:spcBef>
                  <a:spcPct val="0"/>
                </a:spcBef>
                <a:spcAft>
                  <a:spcPct val="0"/>
                </a:spcAft>
              </a:pPr>
              <a:r>
                <a:rPr lang="de-AT" dirty="0">
                  <a:solidFill>
                    <a:prstClr val="black"/>
                  </a:solidFill>
                  <a:latin typeface="Calibri"/>
                  <a:ea typeface="ＭＳ Ｐゴシック" pitchFamily="-104" charset="-128"/>
                </a:rPr>
                <a:t>Generalisation</a:t>
              </a:r>
            </a:p>
            <a:p>
              <a:pPr defTabSz="457200" fontAlgn="base">
                <a:spcBef>
                  <a:spcPct val="0"/>
                </a:spcBef>
                <a:spcAft>
                  <a:spcPct val="0"/>
                </a:spcAft>
              </a:pPr>
              <a:r>
                <a:rPr lang="de-AT" dirty="0" err="1">
                  <a:solidFill>
                    <a:prstClr val="black"/>
                  </a:solidFill>
                  <a:latin typeface="Calibri"/>
                  <a:ea typeface="ＭＳ Ｐゴシック" pitchFamily="-104" charset="-128"/>
                </a:rPr>
                <a:t>Documentation</a:t>
              </a:r>
              <a:endParaRPr lang="de-AT" dirty="0">
                <a:solidFill>
                  <a:prstClr val="black"/>
                </a:solidFill>
                <a:latin typeface="Calibri"/>
                <a:ea typeface="ＭＳ Ｐゴシック" pitchFamily="-104" charset="-128"/>
              </a:endParaRPr>
            </a:p>
          </p:txBody>
        </p:sp>
        <p:sp>
          <p:nvSpPr>
            <p:cNvPr id="15" name="Textfeld 12">
              <a:extLst>
                <a:ext uri="{FF2B5EF4-FFF2-40B4-BE49-F238E27FC236}">
                  <a16:creationId xmlns:a16="http://schemas.microsoft.com/office/drawing/2014/main" id="{7B751D66-68AF-5C8A-6DF0-DF11B330680B}"/>
                </a:ext>
              </a:extLst>
            </p:cNvPr>
            <p:cNvSpPr txBox="1"/>
            <p:nvPr/>
          </p:nvSpPr>
          <p:spPr>
            <a:xfrm>
              <a:off x="1342999" y="5661000"/>
              <a:ext cx="1260648" cy="646331"/>
            </a:xfrm>
            <a:prstGeom prst="rect">
              <a:avLst/>
            </a:prstGeom>
            <a:noFill/>
          </p:spPr>
          <p:txBody>
            <a:bodyPr wrap="square" rtlCol="0">
              <a:spAutoFit/>
            </a:bodyPr>
            <a:lstStyle>
              <a:defPPr>
                <a:defRPr lang="de-DE"/>
              </a:defPPr>
              <a:lvl1pPr marL="88900" indent="-88900">
                <a:buFont typeface="Wingdings" panose="05000000000000000000" pitchFamily="2" charset="2"/>
                <a:buChar char="§"/>
                <a:defRPr sz="1200">
                  <a:latin typeface="+mj-lt"/>
                </a:defRPr>
              </a:lvl1pPr>
            </a:lstStyle>
            <a:p>
              <a:pPr defTabSz="457200" fontAlgn="base">
                <a:spcBef>
                  <a:spcPct val="0"/>
                </a:spcBef>
                <a:spcAft>
                  <a:spcPct val="0"/>
                </a:spcAft>
              </a:pPr>
              <a:r>
                <a:rPr lang="de-AT" dirty="0">
                  <a:solidFill>
                    <a:prstClr val="black"/>
                  </a:solidFill>
                  <a:latin typeface="Calibri"/>
                  <a:ea typeface="ＭＳ Ｐゴシック" pitchFamily="-104" charset="-128"/>
                </a:rPr>
                <a:t>Univariate</a:t>
              </a:r>
            </a:p>
            <a:p>
              <a:pPr defTabSz="457200" fontAlgn="base">
                <a:spcBef>
                  <a:spcPct val="0"/>
                </a:spcBef>
                <a:spcAft>
                  <a:spcPct val="0"/>
                </a:spcAft>
              </a:pPr>
              <a:r>
                <a:rPr lang="de-AT" dirty="0">
                  <a:solidFill>
                    <a:prstClr val="black"/>
                  </a:solidFill>
                  <a:latin typeface="Calibri"/>
                  <a:ea typeface="ＭＳ Ｐゴシック" pitchFamily="-104" charset="-128"/>
                </a:rPr>
                <a:t>Bivariate</a:t>
              </a:r>
            </a:p>
            <a:p>
              <a:pPr defTabSz="457200" fontAlgn="base">
                <a:spcBef>
                  <a:spcPct val="0"/>
                </a:spcBef>
                <a:spcAft>
                  <a:spcPct val="0"/>
                </a:spcAft>
              </a:pPr>
              <a:r>
                <a:rPr lang="de-AT" dirty="0">
                  <a:solidFill>
                    <a:prstClr val="black"/>
                  </a:solidFill>
                  <a:latin typeface="Calibri"/>
                  <a:ea typeface="ＭＳ Ｐゴシック" pitchFamily="-104" charset="-128"/>
                </a:rPr>
                <a:t>Multivariat</a:t>
              </a:r>
            </a:p>
          </p:txBody>
        </p:sp>
        <p:sp>
          <p:nvSpPr>
            <p:cNvPr id="16" name="Textfeld 13">
              <a:extLst>
                <a:ext uri="{FF2B5EF4-FFF2-40B4-BE49-F238E27FC236}">
                  <a16:creationId xmlns:a16="http://schemas.microsoft.com/office/drawing/2014/main" id="{EF32CB2C-748A-ECBA-CC2E-675518A19A03}"/>
                </a:ext>
              </a:extLst>
            </p:cNvPr>
            <p:cNvSpPr txBox="1"/>
            <p:nvPr/>
          </p:nvSpPr>
          <p:spPr>
            <a:xfrm>
              <a:off x="3073697" y="5661000"/>
              <a:ext cx="1260648" cy="830997"/>
            </a:xfrm>
            <a:prstGeom prst="rect">
              <a:avLst/>
            </a:prstGeom>
            <a:noFill/>
          </p:spPr>
          <p:txBody>
            <a:bodyPr wrap="square" rtlCol="0">
              <a:spAutoFit/>
            </a:bodyPr>
            <a:lstStyle>
              <a:defPPr>
                <a:defRPr lang="de-DE"/>
              </a:defPPr>
              <a:lvl1pPr marL="88900" indent="-88900">
                <a:buFont typeface="Wingdings" panose="05000000000000000000" pitchFamily="2" charset="2"/>
                <a:buChar char="§"/>
                <a:defRPr sz="1200">
                  <a:latin typeface="+mj-lt"/>
                </a:defRPr>
              </a:lvl1pPr>
            </a:lstStyle>
            <a:p>
              <a:pPr defTabSz="457200" fontAlgn="base">
                <a:spcBef>
                  <a:spcPct val="0"/>
                </a:spcBef>
                <a:spcAft>
                  <a:spcPct val="0"/>
                </a:spcAft>
              </a:pPr>
              <a:r>
                <a:rPr lang="de-AT" dirty="0">
                  <a:solidFill>
                    <a:prstClr val="black"/>
                  </a:solidFill>
                  <a:latin typeface="Calibri"/>
                  <a:ea typeface="ＭＳ Ｐゴシック" pitchFamily="-104" charset="-128"/>
                </a:rPr>
                <a:t>Segment </a:t>
              </a:r>
              <a:r>
                <a:rPr lang="de-AT" dirty="0" err="1">
                  <a:solidFill>
                    <a:prstClr val="black"/>
                  </a:solidFill>
                  <a:latin typeface="Calibri"/>
                  <a:ea typeface="ＭＳ Ｐゴシック" pitchFamily="-104" charset="-128"/>
                </a:rPr>
                <a:t>data</a:t>
              </a:r>
              <a:r>
                <a:rPr lang="de-AT" dirty="0">
                  <a:solidFill>
                    <a:prstClr val="black"/>
                  </a:solidFill>
                  <a:latin typeface="Calibri"/>
                  <a:ea typeface="ＭＳ Ｐゴシック" pitchFamily="-104" charset="-128"/>
                </a:rPr>
                <a:t> </a:t>
              </a:r>
              <a:r>
                <a:rPr lang="de-AT" dirty="0" err="1">
                  <a:solidFill>
                    <a:prstClr val="black"/>
                  </a:solidFill>
                  <a:latin typeface="Calibri"/>
                  <a:ea typeface="ＭＳ Ｐゴシック" pitchFamily="-104" charset="-128"/>
                </a:rPr>
                <a:t>record</a:t>
              </a:r>
              <a:endParaRPr lang="de-AT" dirty="0">
                <a:solidFill>
                  <a:prstClr val="black"/>
                </a:solidFill>
                <a:latin typeface="Calibri"/>
                <a:ea typeface="ＭＳ Ｐゴシック" pitchFamily="-104" charset="-128"/>
              </a:endParaRPr>
            </a:p>
            <a:p>
              <a:pPr defTabSz="457200" fontAlgn="base">
                <a:spcBef>
                  <a:spcPct val="0"/>
                </a:spcBef>
                <a:spcAft>
                  <a:spcPct val="0"/>
                </a:spcAft>
              </a:pPr>
              <a:r>
                <a:rPr lang="de-AT" dirty="0" err="1">
                  <a:solidFill>
                    <a:prstClr val="black"/>
                  </a:solidFill>
                  <a:latin typeface="Calibri"/>
                  <a:ea typeface="ＭＳ Ｐゴシック" pitchFamily="-104" charset="-128"/>
                </a:rPr>
                <a:t>Sensitivity</a:t>
              </a:r>
              <a:r>
                <a:rPr lang="de-AT" dirty="0">
                  <a:solidFill>
                    <a:prstClr val="black"/>
                  </a:solidFill>
                  <a:latin typeface="Calibri"/>
                  <a:ea typeface="ＭＳ Ｐゴシック" pitchFamily="-104" charset="-128"/>
                </a:rPr>
                <a:t> </a:t>
              </a:r>
              <a:r>
                <a:rPr lang="de-AT" dirty="0" err="1">
                  <a:solidFill>
                    <a:prstClr val="black"/>
                  </a:solidFill>
                  <a:latin typeface="Calibri"/>
                  <a:ea typeface="ＭＳ Ｐゴシック" pitchFamily="-104" charset="-128"/>
                </a:rPr>
                <a:t>analysis</a:t>
              </a:r>
              <a:endParaRPr lang="de-AT" dirty="0">
                <a:solidFill>
                  <a:prstClr val="black"/>
                </a:solidFill>
                <a:latin typeface="Calibri"/>
                <a:ea typeface="ＭＳ Ｐゴシック" pitchFamily="-104" charset="-128"/>
              </a:endParaRPr>
            </a:p>
          </p:txBody>
        </p:sp>
        <p:sp>
          <p:nvSpPr>
            <p:cNvPr id="17" name="Textfeld 14">
              <a:extLst>
                <a:ext uri="{FF2B5EF4-FFF2-40B4-BE49-F238E27FC236}">
                  <a16:creationId xmlns:a16="http://schemas.microsoft.com/office/drawing/2014/main" id="{947DEB83-6B5D-0D7E-5EC0-551534DD2D66}"/>
                </a:ext>
              </a:extLst>
            </p:cNvPr>
            <p:cNvSpPr txBox="1"/>
            <p:nvPr/>
          </p:nvSpPr>
          <p:spPr>
            <a:xfrm>
              <a:off x="4781635" y="5661000"/>
              <a:ext cx="1494420" cy="830997"/>
            </a:xfrm>
            <a:prstGeom prst="rect">
              <a:avLst/>
            </a:prstGeom>
            <a:noFill/>
          </p:spPr>
          <p:txBody>
            <a:bodyPr wrap="square" rtlCol="0">
              <a:spAutoFit/>
            </a:bodyPr>
            <a:lstStyle>
              <a:defPPr>
                <a:defRPr lang="de-DE"/>
              </a:defPPr>
              <a:lvl1pPr marL="88900" indent="-88900">
                <a:buFont typeface="Wingdings" panose="05000000000000000000" pitchFamily="2" charset="2"/>
                <a:buChar char="§"/>
                <a:defRPr sz="1200">
                  <a:latin typeface="+mj-lt"/>
                </a:defRPr>
              </a:lvl1pPr>
            </a:lstStyle>
            <a:p>
              <a:pPr defTabSz="457200" fontAlgn="base">
                <a:spcBef>
                  <a:spcPct val="0"/>
                </a:spcBef>
                <a:spcAft>
                  <a:spcPct val="0"/>
                </a:spcAft>
              </a:pPr>
              <a:r>
                <a:rPr lang="de-AT" dirty="0" err="1">
                  <a:solidFill>
                    <a:prstClr val="black"/>
                  </a:solidFill>
                  <a:latin typeface="Calibri"/>
                  <a:ea typeface="ＭＳ Ｐゴシック" pitchFamily="-104" charset="-128"/>
                </a:rPr>
                <a:t>Explanatory</a:t>
              </a:r>
              <a:r>
                <a:rPr lang="de-AT" dirty="0">
                  <a:solidFill>
                    <a:prstClr val="black"/>
                  </a:solidFill>
                  <a:latin typeface="Calibri"/>
                  <a:ea typeface="ＭＳ Ｐゴシック" pitchFamily="-104" charset="-128"/>
                </a:rPr>
                <a:t> power</a:t>
              </a:r>
            </a:p>
            <a:p>
              <a:pPr defTabSz="457200" fontAlgn="base">
                <a:spcBef>
                  <a:spcPct val="0"/>
                </a:spcBef>
                <a:spcAft>
                  <a:spcPct val="0"/>
                </a:spcAft>
              </a:pPr>
              <a:r>
                <a:rPr lang="de-AT" dirty="0" err="1">
                  <a:solidFill>
                    <a:prstClr val="black"/>
                  </a:solidFill>
                  <a:latin typeface="Calibri"/>
                  <a:ea typeface="ＭＳ Ｐゴシック" pitchFamily="-104" charset="-128"/>
                </a:rPr>
                <a:t>Number</a:t>
              </a:r>
              <a:r>
                <a:rPr lang="de-AT" dirty="0">
                  <a:solidFill>
                    <a:prstClr val="black"/>
                  </a:solidFill>
                  <a:latin typeface="Calibri"/>
                  <a:ea typeface="ＭＳ Ｐゴシック" pitchFamily="-104" charset="-128"/>
                </a:rPr>
                <a:t> </a:t>
              </a:r>
              <a:r>
                <a:rPr lang="de-AT" dirty="0" err="1">
                  <a:solidFill>
                    <a:prstClr val="black"/>
                  </a:solidFill>
                  <a:latin typeface="Calibri"/>
                  <a:ea typeface="ＭＳ Ｐゴシック" pitchFamily="-104" charset="-128"/>
                </a:rPr>
                <a:t>of</a:t>
              </a:r>
              <a:r>
                <a:rPr lang="de-AT" dirty="0">
                  <a:solidFill>
                    <a:prstClr val="black"/>
                  </a:solidFill>
                  <a:latin typeface="Calibri"/>
                  <a:ea typeface="ＭＳ Ｐゴシック" pitchFamily="-104" charset="-128"/>
                </a:rPr>
                <a:t> variables</a:t>
              </a:r>
            </a:p>
            <a:p>
              <a:pPr defTabSz="457200" fontAlgn="base">
                <a:spcBef>
                  <a:spcPct val="0"/>
                </a:spcBef>
                <a:spcAft>
                  <a:spcPct val="0"/>
                </a:spcAft>
              </a:pPr>
              <a:r>
                <a:rPr lang="de-AT" dirty="0" err="1">
                  <a:solidFill>
                    <a:prstClr val="black"/>
                  </a:solidFill>
                  <a:latin typeface="Calibri"/>
                  <a:ea typeface="ＭＳ Ｐゴシック" pitchFamily="-104" charset="-128"/>
                </a:rPr>
                <a:t>Effect</a:t>
              </a:r>
              <a:r>
                <a:rPr lang="de-AT" dirty="0">
                  <a:solidFill>
                    <a:prstClr val="black"/>
                  </a:solidFill>
                  <a:latin typeface="Calibri"/>
                  <a:ea typeface="ＭＳ Ｐゴシック" pitchFamily="-104" charset="-128"/>
                </a:rPr>
                <a:t> </a:t>
              </a:r>
              <a:r>
                <a:rPr lang="de-AT" dirty="0" err="1">
                  <a:solidFill>
                    <a:prstClr val="black"/>
                  </a:solidFill>
                  <a:latin typeface="Calibri"/>
                  <a:ea typeface="ＭＳ Ｐゴシック" pitchFamily="-104" charset="-128"/>
                </a:rPr>
                <a:t>strength</a:t>
              </a:r>
              <a:endParaRPr lang="de-AT" dirty="0">
                <a:solidFill>
                  <a:prstClr val="black"/>
                </a:solidFill>
                <a:latin typeface="Calibri"/>
                <a:ea typeface="ＭＳ Ｐゴシック" pitchFamily="-104" charset="-128"/>
              </a:endParaRPr>
            </a:p>
          </p:txBody>
        </p:sp>
      </p:grpSp>
      <p:sp>
        <p:nvSpPr>
          <p:cNvPr id="20" name="Date Placeholder 19">
            <a:extLst>
              <a:ext uri="{FF2B5EF4-FFF2-40B4-BE49-F238E27FC236}">
                <a16:creationId xmlns:a16="http://schemas.microsoft.com/office/drawing/2014/main" id="{C95878FD-1556-EA0B-6B3C-235F96D2E561}"/>
              </a:ext>
            </a:extLst>
          </p:cNvPr>
          <p:cNvSpPr>
            <a:spLocks noGrp="1"/>
          </p:cNvSpPr>
          <p:nvPr>
            <p:ph type="dt" sz="half" idx="10"/>
          </p:nvPr>
        </p:nvSpPr>
        <p:spPr/>
        <p:txBody>
          <a:bodyPr/>
          <a:lstStyle/>
          <a:p>
            <a:endParaRPr lang="en-GB" dirty="0"/>
          </a:p>
        </p:txBody>
      </p:sp>
      <p:sp>
        <p:nvSpPr>
          <p:cNvPr id="21" name="Footer Placeholder 20">
            <a:extLst>
              <a:ext uri="{FF2B5EF4-FFF2-40B4-BE49-F238E27FC236}">
                <a16:creationId xmlns:a16="http://schemas.microsoft.com/office/drawing/2014/main" id="{5CE02DE5-6CBB-1A35-36C6-7B465361CC5B}"/>
              </a:ext>
            </a:extLst>
          </p:cNvPr>
          <p:cNvSpPr>
            <a:spLocks noGrp="1"/>
          </p:cNvSpPr>
          <p:nvPr>
            <p:ph type="ftr" sz="quarter" idx="11"/>
          </p:nvPr>
        </p:nvSpPr>
        <p:spPr/>
        <p:txBody>
          <a:bodyPr/>
          <a:lstStyle/>
          <a:p>
            <a:r>
              <a:rPr lang="en-GB"/>
              <a:t>KMH</a:t>
            </a:r>
            <a:endParaRPr lang="en-GB" dirty="0"/>
          </a:p>
        </p:txBody>
      </p:sp>
      <p:sp>
        <p:nvSpPr>
          <p:cNvPr id="22" name="Slide Number Placeholder 21">
            <a:extLst>
              <a:ext uri="{FF2B5EF4-FFF2-40B4-BE49-F238E27FC236}">
                <a16:creationId xmlns:a16="http://schemas.microsoft.com/office/drawing/2014/main" id="{98C02D29-FD4E-0BCF-7EE2-A37B35E329AE}"/>
              </a:ext>
            </a:extLst>
          </p:cNvPr>
          <p:cNvSpPr>
            <a:spLocks noGrp="1"/>
          </p:cNvSpPr>
          <p:nvPr>
            <p:ph type="sldNum" sz="quarter" idx="12"/>
          </p:nvPr>
        </p:nvSpPr>
        <p:spPr/>
        <p:txBody>
          <a:bodyPr/>
          <a:lstStyle/>
          <a:p>
            <a:fld id="{D836C0FE-70CA-4950-82D6-CF602CC2B770}" type="slidenum">
              <a:rPr lang="en-GB" smtClean="0"/>
              <a:t>12</a:t>
            </a:fld>
            <a:endParaRPr lang="en-GB" dirty="0"/>
          </a:p>
        </p:txBody>
      </p:sp>
    </p:spTree>
    <p:extLst>
      <p:ext uri="{BB962C8B-B14F-4D97-AF65-F5344CB8AC3E}">
        <p14:creationId xmlns:p14="http://schemas.microsoft.com/office/powerpoint/2010/main" val="31906308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7C935-657F-53F3-D621-1B8C451574AD}"/>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5136056D-AABB-6080-32E8-E45D23507514}"/>
              </a:ext>
            </a:extLst>
          </p:cNvPr>
          <p:cNvSpPr>
            <a:spLocks noGrp="1"/>
          </p:cNvSpPr>
          <p:nvPr>
            <p:ph type="sldNum" sz="quarter" idx="12"/>
          </p:nvPr>
        </p:nvSpPr>
        <p:spPr/>
        <p:txBody>
          <a:bodyPr/>
          <a:lstStyle/>
          <a:p>
            <a:fld id="{D836C0FE-70CA-4950-82D6-CF602CC2B770}" type="slidenum">
              <a:rPr lang="en-GB" smtClean="0"/>
              <a:t>13</a:t>
            </a:fld>
            <a:endParaRPr lang="en-GB" dirty="0"/>
          </a:p>
        </p:txBody>
      </p:sp>
      <p:sp>
        <p:nvSpPr>
          <p:cNvPr id="3" name="Titel 2">
            <a:extLst>
              <a:ext uri="{FF2B5EF4-FFF2-40B4-BE49-F238E27FC236}">
                <a16:creationId xmlns:a16="http://schemas.microsoft.com/office/drawing/2014/main" id="{AD434B1A-0612-04E5-7A62-34CD2BF7BE96}"/>
              </a:ext>
            </a:extLst>
          </p:cNvPr>
          <p:cNvSpPr>
            <a:spLocks noGrp="1"/>
          </p:cNvSpPr>
          <p:nvPr>
            <p:ph type="title"/>
          </p:nvPr>
        </p:nvSpPr>
        <p:spPr>
          <a:xfrm>
            <a:off x="365813" y="549000"/>
            <a:ext cx="8928100" cy="792000"/>
          </a:xfrm>
        </p:spPr>
        <p:txBody>
          <a:bodyPr/>
          <a:lstStyle/>
          <a:p>
            <a:r>
              <a:rPr lang="en-GB" dirty="0"/>
              <a:t>Selected Repositories</a:t>
            </a:r>
          </a:p>
        </p:txBody>
      </p:sp>
      <p:sp>
        <p:nvSpPr>
          <p:cNvPr id="4" name="Inhaltsplatzhalter 3">
            <a:extLst>
              <a:ext uri="{FF2B5EF4-FFF2-40B4-BE49-F238E27FC236}">
                <a16:creationId xmlns:a16="http://schemas.microsoft.com/office/drawing/2014/main" id="{BC78BCF9-C56F-6BFE-CD46-7B393E042BB7}"/>
              </a:ext>
            </a:extLst>
          </p:cNvPr>
          <p:cNvSpPr>
            <a:spLocks noGrp="1"/>
          </p:cNvSpPr>
          <p:nvPr>
            <p:ph idx="1"/>
          </p:nvPr>
        </p:nvSpPr>
        <p:spPr>
          <a:xfrm>
            <a:off x="365811" y="1423049"/>
            <a:ext cx="3621303" cy="4535265"/>
          </a:xfrm>
        </p:spPr>
        <p:txBody>
          <a:bodyPr>
            <a:normAutofit lnSpcReduction="10000"/>
          </a:bodyPr>
          <a:lstStyle/>
          <a:p>
            <a:r>
              <a:rPr lang="en-GB" b="1" dirty="0"/>
              <a:t>Secondary data:</a:t>
            </a:r>
          </a:p>
          <a:p>
            <a:pPr lvl="1"/>
            <a:r>
              <a:rPr lang="en-GB" dirty="0"/>
              <a:t>Purchase</a:t>
            </a:r>
          </a:p>
          <a:p>
            <a:pPr lvl="2"/>
            <a:r>
              <a:rPr lang="en-GB" dirty="0"/>
              <a:t> :👉impact on subsequent archiving</a:t>
            </a:r>
          </a:p>
          <a:p>
            <a:pPr lvl="1"/>
            <a:r>
              <a:rPr lang="en-GB" dirty="0"/>
              <a:t>Open &amp; FAIR Data</a:t>
            </a:r>
          </a:p>
          <a:p>
            <a:pPr lvl="2"/>
            <a:r>
              <a:rPr lang="en-US" dirty="0"/>
              <a:t>Pay attention to the </a:t>
            </a:r>
            <a:r>
              <a:rPr lang="en-US" dirty="0" err="1"/>
              <a:t>licence</a:t>
            </a:r>
            <a:endParaRPr lang="en-GB" dirty="0"/>
          </a:p>
          <a:p>
            <a:pPr lvl="1"/>
            <a:r>
              <a:rPr lang="en-GB" dirty="0"/>
              <a:t>General: Metadata</a:t>
            </a:r>
          </a:p>
          <a:p>
            <a:pPr lvl="2"/>
            <a:r>
              <a:rPr lang="en-GB" dirty="0"/>
              <a:t>Extraction</a:t>
            </a:r>
          </a:p>
          <a:p>
            <a:pPr lvl="2"/>
            <a:r>
              <a:rPr lang="en-GB" dirty="0"/>
              <a:t>Processing</a:t>
            </a:r>
          </a:p>
          <a:p>
            <a:pPr lvl="2"/>
            <a:r>
              <a:rPr lang="en-GB" dirty="0"/>
              <a:t>etc</a:t>
            </a:r>
          </a:p>
        </p:txBody>
      </p:sp>
      <p:sp>
        <p:nvSpPr>
          <p:cNvPr id="5" name="Datumsplatzhalter 4">
            <a:extLst>
              <a:ext uri="{FF2B5EF4-FFF2-40B4-BE49-F238E27FC236}">
                <a16:creationId xmlns:a16="http://schemas.microsoft.com/office/drawing/2014/main" id="{AFB42A1F-6532-736E-CB24-AD7A5D6655EF}"/>
              </a:ext>
            </a:extLst>
          </p:cNvPr>
          <p:cNvSpPr>
            <a:spLocks noGrp="1"/>
          </p:cNvSpPr>
          <p:nvPr>
            <p:ph type="dt" sz="half" idx="10"/>
          </p:nvPr>
        </p:nvSpPr>
        <p:spPr/>
        <p:txBody>
          <a:bodyPr/>
          <a:lstStyle/>
          <a:p>
            <a:r>
              <a:rPr lang="en-GB"/>
              <a:t>(KI-gestützter Entwurf, redaktionell überarbeitet durch den Autor)</a:t>
            </a:r>
            <a:endParaRPr lang="en-GB" dirty="0"/>
          </a:p>
        </p:txBody>
      </p:sp>
      <p:sp>
        <p:nvSpPr>
          <p:cNvPr id="6" name="Fußzeilenplatzhalter 5">
            <a:extLst>
              <a:ext uri="{FF2B5EF4-FFF2-40B4-BE49-F238E27FC236}">
                <a16:creationId xmlns:a16="http://schemas.microsoft.com/office/drawing/2014/main" id="{B7E30128-9C62-6023-E8A6-60C13F42F500}"/>
              </a:ext>
            </a:extLst>
          </p:cNvPr>
          <p:cNvSpPr>
            <a:spLocks noGrp="1"/>
          </p:cNvSpPr>
          <p:nvPr>
            <p:ph type="ftr" sz="quarter" idx="11"/>
          </p:nvPr>
        </p:nvSpPr>
        <p:spPr/>
        <p:txBody>
          <a:bodyPr/>
          <a:lstStyle/>
          <a:p>
            <a:r>
              <a:rPr lang="en-GB"/>
              <a:t>KMH / IMC-Mehrwerttag Jänner 2026</a:t>
            </a:r>
            <a:endParaRPr lang="en-GB" dirty="0"/>
          </a:p>
        </p:txBody>
      </p:sp>
      <p:graphicFrame>
        <p:nvGraphicFramePr>
          <p:cNvPr id="7" name="Tabelle 6">
            <a:extLst>
              <a:ext uri="{FF2B5EF4-FFF2-40B4-BE49-F238E27FC236}">
                <a16:creationId xmlns:a16="http://schemas.microsoft.com/office/drawing/2014/main" id="{8DB89141-27C3-778A-FAE2-3E01B015BCC3}"/>
              </a:ext>
            </a:extLst>
          </p:cNvPr>
          <p:cNvGraphicFramePr>
            <a:graphicFrameLocks noGrp="1"/>
          </p:cNvGraphicFramePr>
          <p:nvPr/>
        </p:nvGraphicFramePr>
        <p:xfrm>
          <a:off x="4113178" y="1286116"/>
          <a:ext cx="7643559" cy="4825082"/>
        </p:xfrm>
        <a:graphic>
          <a:graphicData uri="http://schemas.openxmlformats.org/drawingml/2006/table">
            <a:tbl>
              <a:tblPr firstRow="1" firstCol="1">
                <a:tableStyleId>{9DCAF9ED-07DC-4A11-8D7F-57B35C25682E}</a:tableStyleId>
              </a:tblPr>
              <a:tblGrid>
                <a:gridCol w="2067701">
                  <a:extLst>
                    <a:ext uri="{9D8B030D-6E8A-4147-A177-3AD203B41FA5}">
                      <a16:colId xmlns:a16="http://schemas.microsoft.com/office/drawing/2014/main" val="666740290"/>
                    </a:ext>
                  </a:extLst>
                </a:gridCol>
                <a:gridCol w="3028005">
                  <a:extLst>
                    <a:ext uri="{9D8B030D-6E8A-4147-A177-3AD203B41FA5}">
                      <a16:colId xmlns:a16="http://schemas.microsoft.com/office/drawing/2014/main" val="51056856"/>
                    </a:ext>
                  </a:extLst>
                </a:gridCol>
                <a:gridCol w="2547853">
                  <a:extLst>
                    <a:ext uri="{9D8B030D-6E8A-4147-A177-3AD203B41FA5}">
                      <a16:colId xmlns:a16="http://schemas.microsoft.com/office/drawing/2014/main" val="1756998714"/>
                    </a:ext>
                  </a:extLst>
                </a:gridCol>
              </a:tblGrid>
              <a:tr h="258830">
                <a:tc>
                  <a:txBody>
                    <a:bodyPr/>
                    <a:lstStyle/>
                    <a:p>
                      <a:pPr>
                        <a:buNone/>
                      </a:pPr>
                      <a:r>
                        <a:rPr lang="de-AT" sz="1400" dirty="0"/>
                        <a:t>Repositorium</a:t>
                      </a:r>
                    </a:p>
                  </a:txBody>
                  <a:tcPr marL="64707" marR="64707" marT="32354" marB="32354" anchor="ctr"/>
                </a:tc>
                <a:tc>
                  <a:txBody>
                    <a:bodyPr/>
                    <a:lstStyle/>
                    <a:p>
                      <a:pPr>
                        <a:buNone/>
                      </a:pPr>
                      <a:r>
                        <a:rPr lang="de-AT" sz="1400" dirty="0"/>
                        <a:t>Kurzbeschreibung</a:t>
                      </a:r>
                    </a:p>
                  </a:txBody>
                  <a:tcPr marL="64707" marR="64707" marT="32354" marB="32354" anchor="ctr"/>
                </a:tc>
                <a:tc>
                  <a:txBody>
                    <a:bodyPr/>
                    <a:lstStyle/>
                    <a:p>
                      <a:pPr>
                        <a:buNone/>
                      </a:pPr>
                      <a:r>
                        <a:rPr lang="de-AT" sz="1400" dirty="0"/>
                        <a:t>Typische Datenlizenzen</a:t>
                      </a:r>
                    </a:p>
                  </a:txBody>
                  <a:tcPr marL="64707" marR="64707" marT="32354" marB="32354" anchor="ctr"/>
                </a:tc>
                <a:extLst>
                  <a:ext uri="{0D108BD9-81ED-4DB2-BD59-A6C34878D82A}">
                    <a16:rowId xmlns:a16="http://schemas.microsoft.com/office/drawing/2014/main" val="617567623"/>
                  </a:ext>
                </a:extLst>
              </a:tr>
              <a:tr h="647074">
                <a:tc>
                  <a:txBody>
                    <a:bodyPr/>
                    <a:lstStyle/>
                    <a:p>
                      <a:pPr>
                        <a:buNone/>
                      </a:pPr>
                      <a:r>
                        <a:rPr lang="de-AT" sz="1400" b="1" dirty="0"/>
                        <a:t>Open Data Austria</a:t>
                      </a:r>
                      <a:endParaRPr lang="de-AT" sz="1400" dirty="0"/>
                    </a:p>
                  </a:txBody>
                  <a:tcPr marL="64707" marR="64707" marT="32354" marB="32354" anchor="ctr"/>
                </a:tc>
                <a:tc>
                  <a:txBody>
                    <a:bodyPr/>
                    <a:lstStyle/>
                    <a:p>
                      <a:pPr>
                        <a:buNone/>
                      </a:pPr>
                      <a:r>
                        <a:rPr lang="de-AT" sz="1400" dirty="0"/>
                        <a:t>Zentrales österreichisches Open-Data-Portal mit Verwaltungs-, Umwelt- </a:t>
                      </a:r>
                      <a:br>
                        <a:rPr lang="de-AT" sz="1400" dirty="0"/>
                      </a:br>
                      <a:r>
                        <a:rPr lang="de-AT" sz="1400" dirty="0"/>
                        <a:t>&amp; Statistikdaten</a:t>
                      </a:r>
                    </a:p>
                  </a:txBody>
                  <a:tcPr marL="64707" marR="64707" marT="32354" marB="32354" anchor="ctr"/>
                </a:tc>
                <a:tc>
                  <a:txBody>
                    <a:bodyPr/>
                    <a:lstStyle/>
                    <a:p>
                      <a:pPr>
                        <a:buNone/>
                      </a:pPr>
                      <a:r>
                        <a:rPr lang="de-AT" sz="1400" dirty="0"/>
                        <a:t>CC BY, CC BY-SA, CC0</a:t>
                      </a:r>
                    </a:p>
                  </a:txBody>
                  <a:tcPr marL="64707" marR="64707" marT="32354" marB="32354" anchor="ctr"/>
                </a:tc>
                <a:extLst>
                  <a:ext uri="{0D108BD9-81ED-4DB2-BD59-A6C34878D82A}">
                    <a16:rowId xmlns:a16="http://schemas.microsoft.com/office/drawing/2014/main" val="916581045"/>
                  </a:ext>
                </a:extLst>
              </a:tr>
              <a:tr h="647074">
                <a:tc>
                  <a:txBody>
                    <a:bodyPr/>
                    <a:lstStyle/>
                    <a:p>
                      <a:pPr>
                        <a:buNone/>
                      </a:pPr>
                      <a:r>
                        <a:rPr lang="de-AT" sz="1400" b="1" dirty="0"/>
                        <a:t>Zenodo</a:t>
                      </a:r>
                      <a:endParaRPr lang="de-AT" sz="1400" dirty="0"/>
                    </a:p>
                  </a:txBody>
                  <a:tcPr marL="64707" marR="64707" marT="32354" marB="32354" anchor="ctr"/>
                </a:tc>
                <a:tc>
                  <a:txBody>
                    <a:bodyPr/>
                    <a:lstStyle/>
                    <a:p>
                      <a:pPr>
                        <a:buNone/>
                      </a:pPr>
                      <a:r>
                        <a:rPr lang="de-AT" sz="1400" dirty="0"/>
                        <a:t>Forschungsdaten-, Software- &amp; Publikationsrepositorium</a:t>
                      </a:r>
                    </a:p>
                  </a:txBody>
                  <a:tcPr marL="64707" marR="64707" marT="32354" marB="32354" anchor="ctr"/>
                </a:tc>
                <a:tc>
                  <a:txBody>
                    <a:bodyPr/>
                    <a:lstStyle/>
                    <a:p>
                      <a:pPr>
                        <a:buNone/>
                      </a:pPr>
                      <a:r>
                        <a:rPr lang="pl-PL" sz="1400"/>
                        <a:t>CC BY, CC0, ODC-BY, MIT</a:t>
                      </a:r>
                    </a:p>
                  </a:txBody>
                  <a:tcPr marL="64707" marR="64707" marT="32354" marB="32354" anchor="ctr"/>
                </a:tc>
                <a:extLst>
                  <a:ext uri="{0D108BD9-81ED-4DB2-BD59-A6C34878D82A}">
                    <a16:rowId xmlns:a16="http://schemas.microsoft.com/office/drawing/2014/main" val="2575505549"/>
                  </a:ext>
                </a:extLst>
              </a:tr>
              <a:tr h="647074">
                <a:tc>
                  <a:txBody>
                    <a:bodyPr/>
                    <a:lstStyle/>
                    <a:p>
                      <a:pPr>
                        <a:buNone/>
                      </a:pPr>
                      <a:r>
                        <a:rPr lang="de-AT" sz="1400" b="1" dirty="0"/>
                        <a:t>OpenAIRE</a:t>
                      </a:r>
                      <a:endParaRPr lang="de-AT" sz="1400" dirty="0"/>
                    </a:p>
                  </a:txBody>
                  <a:tcPr marL="64707" marR="64707" marT="32354" marB="32354" anchor="ctr"/>
                </a:tc>
                <a:tc>
                  <a:txBody>
                    <a:bodyPr/>
                    <a:lstStyle/>
                    <a:p>
                      <a:pPr>
                        <a:buNone/>
                      </a:pPr>
                      <a:r>
                        <a:rPr lang="de-AT" sz="1400" dirty="0"/>
                        <a:t>EU-weite Infrastruktur zur Auffindbarkeit von Forschungsoutputs &amp; Datensätzen</a:t>
                      </a:r>
                    </a:p>
                  </a:txBody>
                  <a:tcPr marL="64707" marR="64707" marT="32354" marB="32354" anchor="ctr"/>
                </a:tc>
                <a:tc>
                  <a:txBody>
                    <a:bodyPr/>
                    <a:lstStyle/>
                    <a:p>
                      <a:pPr>
                        <a:buNone/>
                      </a:pPr>
                      <a:r>
                        <a:rPr lang="de-AT" sz="1400" dirty="0"/>
                        <a:t>Abhängig vom Quellrepositorium</a:t>
                      </a:r>
                    </a:p>
                  </a:txBody>
                  <a:tcPr marL="64707" marR="64707" marT="32354" marB="32354" anchor="ctr"/>
                </a:tc>
                <a:extLst>
                  <a:ext uri="{0D108BD9-81ED-4DB2-BD59-A6C34878D82A}">
                    <a16:rowId xmlns:a16="http://schemas.microsoft.com/office/drawing/2014/main" val="802410785"/>
                  </a:ext>
                </a:extLst>
              </a:tr>
              <a:tr h="452952">
                <a:tc>
                  <a:txBody>
                    <a:bodyPr/>
                    <a:lstStyle/>
                    <a:p>
                      <a:pPr>
                        <a:buNone/>
                      </a:pPr>
                      <a:r>
                        <a:rPr lang="de-AT" sz="1400" b="1" dirty="0"/>
                        <a:t>European Data Portal</a:t>
                      </a:r>
                      <a:endParaRPr lang="de-AT" sz="1400" dirty="0"/>
                    </a:p>
                  </a:txBody>
                  <a:tcPr marL="64707" marR="64707" marT="32354" marB="32354" anchor="ctr"/>
                </a:tc>
                <a:tc>
                  <a:txBody>
                    <a:bodyPr/>
                    <a:lstStyle/>
                    <a:p>
                      <a:pPr>
                        <a:buNone/>
                      </a:pPr>
                      <a:r>
                        <a:rPr lang="de-AT" sz="1400" dirty="0"/>
                        <a:t>Aggregator für Open Data aus </a:t>
                      </a:r>
                      <a:br>
                        <a:rPr lang="de-AT" sz="1400" dirty="0"/>
                      </a:br>
                      <a:r>
                        <a:rPr lang="de-AT" sz="1400" dirty="0"/>
                        <a:t>EU-Mitgliedsstaaten &amp; Institutionen</a:t>
                      </a:r>
                    </a:p>
                  </a:txBody>
                  <a:tcPr marL="64707" marR="64707" marT="32354" marB="32354" anchor="ctr"/>
                </a:tc>
                <a:tc>
                  <a:txBody>
                    <a:bodyPr/>
                    <a:lstStyle/>
                    <a:p>
                      <a:pPr>
                        <a:buNone/>
                      </a:pPr>
                      <a:r>
                        <a:rPr lang="de-AT" sz="1400" dirty="0"/>
                        <a:t>CC BY, CC0, nationale Varianten</a:t>
                      </a:r>
                    </a:p>
                  </a:txBody>
                  <a:tcPr marL="64707" marR="64707" marT="32354" marB="32354" anchor="ctr"/>
                </a:tc>
                <a:extLst>
                  <a:ext uri="{0D108BD9-81ED-4DB2-BD59-A6C34878D82A}">
                    <a16:rowId xmlns:a16="http://schemas.microsoft.com/office/drawing/2014/main" val="102032411"/>
                  </a:ext>
                </a:extLst>
              </a:tr>
              <a:tr h="647074">
                <a:tc>
                  <a:txBody>
                    <a:bodyPr/>
                    <a:lstStyle/>
                    <a:p>
                      <a:pPr>
                        <a:buNone/>
                      </a:pPr>
                      <a:r>
                        <a:rPr lang="de-AT" sz="1400" b="1" dirty="0"/>
                        <a:t>GESIS Data Archive</a:t>
                      </a:r>
                      <a:endParaRPr lang="de-AT" sz="1400" dirty="0"/>
                    </a:p>
                  </a:txBody>
                  <a:tcPr marL="64707" marR="64707" marT="32354" marB="32354" anchor="ctr"/>
                </a:tc>
                <a:tc>
                  <a:txBody>
                    <a:bodyPr/>
                    <a:lstStyle/>
                    <a:p>
                      <a:pPr>
                        <a:buNone/>
                      </a:pPr>
                      <a:r>
                        <a:rPr lang="de-AT" sz="1400" dirty="0"/>
                        <a:t>Sozialwissenschaftliche Forschungsdaten mit Fokus auf Europa</a:t>
                      </a:r>
                    </a:p>
                  </a:txBody>
                  <a:tcPr marL="64707" marR="64707" marT="32354" marB="32354" anchor="ctr"/>
                </a:tc>
                <a:tc>
                  <a:txBody>
                    <a:bodyPr/>
                    <a:lstStyle/>
                    <a:p>
                      <a:pPr>
                        <a:buNone/>
                      </a:pPr>
                      <a:r>
                        <a:rPr lang="en-US" sz="1400" dirty="0"/>
                        <a:t>CC BY, Data Use Agreements</a:t>
                      </a:r>
                    </a:p>
                  </a:txBody>
                  <a:tcPr marL="64707" marR="64707" marT="32354" marB="32354" anchor="ctr"/>
                </a:tc>
                <a:extLst>
                  <a:ext uri="{0D108BD9-81ED-4DB2-BD59-A6C34878D82A}">
                    <a16:rowId xmlns:a16="http://schemas.microsoft.com/office/drawing/2014/main" val="3630723022"/>
                  </a:ext>
                </a:extLst>
              </a:tr>
              <a:tr h="647074">
                <a:tc>
                  <a:txBody>
                    <a:bodyPr/>
                    <a:lstStyle/>
                    <a:p>
                      <a:pPr>
                        <a:buNone/>
                      </a:pPr>
                      <a:r>
                        <a:rPr lang="de-AT" sz="1400" b="1" dirty="0"/>
                        <a:t>CESSDA</a:t>
                      </a:r>
                      <a:endParaRPr lang="de-AT" sz="1400" dirty="0"/>
                    </a:p>
                  </a:txBody>
                  <a:tcPr marL="64707" marR="64707" marT="32354" marB="32354" anchor="ctr"/>
                </a:tc>
                <a:tc>
                  <a:txBody>
                    <a:bodyPr/>
                    <a:lstStyle/>
                    <a:p>
                      <a:pPr>
                        <a:buNone/>
                      </a:pPr>
                      <a:r>
                        <a:rPr lang="de-AT" sz="1400" dirty="0"/>
                        <a:t>Konsortium nationaler sozialwissenschaftlicher Datenarchive</a:t>
                      </a:r>
                    </a:p>
                  </a:txBody>
                  <a:tcPr marL="64707" marR="64707" marT="32354" marB="32354" anchor="ctr"/>
                </a:tc>
                <a:tc>
                  <a:txBody>
                    <a:bodyPr/>
                    <a:lstStyle/>
                    <a:p>
                      <a:pPr>
                        <a:buNone/>
                      </a:pPr>
                      <a:r>
                        <a:rPr lang="de-AT" sz="1400" dirty="0"/>
                        <a:t>CC BY</a:t>
                      </a:r>
                    </a:p>
                  </a:txBody>
                  <a:tcPr marL="64707" marR="64707" marT="32354" marB="32354" anchor="ctr"/>
                </a:tc>
                <a:extLst>
                  <a:ext uri="{0D108BD9-81ED-4DB2-BD59-A6C34878D82A}">
                    <a16:rowId xmlns:a16="http://schemas.microsoft.com/office/drawing/2014/main" val="282677635"/>
                  </a:ext>
                </a:extLst>
              </a:tr>
              <a:tr h="647074">
                <a:tc>
                  <a:txBody>
                    <a:bodyPr/>
                    <a:lstStyle/>
                    <a:p>
                      <a:pPr>
                        <a:buNone/>
                      </a:pPr>
                      <a:r>
                        <a:rPr lang="de-AT" sz="1400" b="1" dirty="0"/>
                        <a:t>UK Data Service</a:t>
                      </a:r>
                      <a:endParaRPr lang="de-AT" sz="1400" dirty="0"/>
                    </a:p>
                  </a:txBody>
                  <a:tcPr marL="64707" marR="64707" marT="32354" marB="32354" anchor="ctr"/>
                </a:tc>
                <a:tc>
                  <a:txBody>
                    <a:bodyPr/>
                    <a:lstStyle/>
                    <a:p>
                      <a:pPr>
                        <a:buNone/>
                      </a:pPr>
                      <a:r>
                        <a:rPr lang="de-AT" sz="1400" dirty="0"/>
                        <a:t>Umfangreiche sozial- &amp; wirtschaftswissenschaftliche Datensätze</a:t>
                      </a:r>
                    </a:p>
                  </a:txBody>
                  <a:tcPr marL="64707" marR="64707" marT="32354" marB="32354" anchor="ctr"/>
                </a:tc>
                <a:tc>
                  <a:txBody>
                    <a:bodyPr/>
                    <a:lstStyle/>
                    <a:p>
                      <a:pPr>
                        <a:buNone/>
                      </a:pPr>
                      <a:r>
                        <a:rPr lang="en-US" sz="1400" dirty="0"/>
                        <a:t>CC BY, UK Open Government Licence</a:t>
                      </a:r>
                    </a:p>
                  </a:txBody>
                  <a:tcPr marL="64707" marR="64707" marT="32354" marB="32354" anchor="ctr"/>
                </a:tc>
                <a:extLst>
                  <a:ext uri="{0D108BD9-81ED-4DB2-BD59-A6C34878D82A}">
                    <a16:rowId xmlns:a16="http://schemas.microsoft.com/office/drawing/2014/main" val="1608857275"/>
                  </a:ext>
                </a:extLst>
              </a:tr>
            </a:tbl>
          </a:graphicData>
        </a:graphic>
      </p:graphicFrame>
    </p:spTree>
    <p:extLst>
      <p:ext uri="{BB962C8B-B14F-4D97-AF65-F5344CB8AC3E}">
        <p14:creationId xmlns:p14="http://schemas.microsoft.com/office/powerpoint/2010/main" val="3028041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92BD8A-1A48-14A4-727A-637670A5F27A}"/>
              </a:ext>
            </a:extLst>
          </p:cNvPr>
          <p:cNvSpPr>
            <a:spLocks noGrp="1"/>
          </p:cNvSpPr>
          <p:nvPr>
            <p:ph type="sldNum" sz="quarter" idx="12"/>
          </p:nvPr>
        </p:nvSpPr>
        <p:spPr/>
        <p:txBody>
          <a:bodyPr/>
          <a:lstStyle/>
          <a:p>
            <a:fld id="{D836C0FE-70CA-4950-82D6-CF602CC2B770}" type="slidenum">
              <a:rPr lang="en-GB" smtClean="0"/>
              <a:t>14</a:t>
            </a:fld>
            <a:endParaRPr lang="en-GB" dirty="0"/>
          </a:p>
        </p:txBody>
      </p:sp>
      <p:sp>
        <p:nvSpPr>
          <p:cNvPr id="3" name="Title 2">
            <a:extLst>
              <a:ext uri="{FF2B5EF4-FFF2-40B4-BE49-F238E27FC236}">
                <a16:creationId xmlns:a16="http://schemas.microsoft.com/office/drawing/2014/main" id="{6299D800-D6F2-22C3-75D9-588400807497}"/>
              </a:ext>
            </a:extLst>
          </p:cNvPr>
          <p:cNvSpPr>
            <a:spLocks noGrp="1"/>
          </p:cNvSpPr>
          <p:nvPr>
            <p:ph type="title"/>
          </p:nvPr>
        </p:nvSpPr>
        <p:spPr/>
        <p:txBody>
          <a:bodyPr/>
          <a:lstStyle/>
          <a:p>
            <a:r>
              <a:rPr lang="en-GB" dirty="0"/>
              <a:t>Selected Repositories</a:t>
            </a:r>
          </a:p>
        </p:txBody>
      </p:sp>
      <p:sp>
        <p:nvSpPr>
          <p:cNvPr id="5" name="Date Placeholder 4">
            <a:extLst>
              <a:ext uri="{FF2B5EF4-FFF2-40B4-BE49-F238E27FC236}">
                <a16:creationId xmlns:a16="http://schemas.microsoft.com/office/drawing/2014/main" id="{230E9710-6D8C-73EF-B79C-B9EC9DF9C69A}"/>
              </a:ext>
            </a:extLst>
          </p:cNvPr>
          <p:cNvSpPr>
            <a:spLocks noGrp="1"/>
          </p:cNvSpPr>
          <p:nvPr>
            <p:ph type="dt" sz="half" idx="10"/>
          </p:nvPr>
        </p:nvSpPr>
        <p:spPr/>
        <p:txBody>
          <a:bodyPr/>
          <a:lstStyle/>
          <a:p>
            <a:endParaRPr lang="en-GB" dirty="0"/>
          </a:p>
        </p:txBody>
      </p:sp>
      <p:sp>
        <p:nvSpPr>
          <p:cNvPr id="6" name="Footer Placeholder 5">
            <a:extLst>
              <a:ext uri="{FF2B5EF4-FFF2-40B4-BE49-F238E27FC236}">
                <a16:creationId xmlns:a16="http://schemas.microsoft.com/office/drawing/2014/main" id="{24AB83A2-812E-591D-D137-12AC9FF018F5}"/>
              </a:ext>
            </a:extLst>
          </p:cNvPr>
          <p:cNvSpPr>
            <a:spLocks noGrp="1"/>
          </p:cNvSpPr>
          <p:nvPr>
            <p:ph type="ftr" sz="quarter" idx="11"/>
          </p:nvPr>
        </p:nvSpPr>
        <p:spPr/>
        <p:txBody>
          <a:bodyPr/>
          <a:lstStyle/>
          <a:p>
            <a:r>
              <a:rPr lang="en-GB"/>
              <a:t>KMH</a:t>
            </a:r>
            <a:endParaRPr lang="en-GB" dirty="0"/>
          </a:p>
        </p:txBody>
      </p:sp>
      <p:sp>
        <p:nvSpPr>
          <p:cNvPr id="9" name="Inhaltsplatzhalter 2">
            <a:extLst>
              <a:ext uri="{FF2B5EF4-FFF2-40B4-BE49-F238E27FC236}">
                <a16:creationId xmlns:a16="http://schemas.microsoft.com/office/drawing/2014/main" id="{EAC0422D-F6D9-6DF4-60FD-3910B1F6C448}"/>
              </a:ext>
            </a:extLst>
          </p:cNvPr>
          <p:cNvSpPr txBox="1">
            <a:spLocks/>
          </p:cNvSpPr>
          <p:nvPr/>
        </p:nvSpPr>
        <p:spPr>
          <a:xfrm>
            <a:off x="2044267" y="5013375"/>
            <a:ext cx="8766048" cy="1640944"/>
          </a:xfrm>
          <a:prstGeom prst="rect">
            <a:avLst/>
          </a:prstGeom>
        </p:spPr>
        <p:txBody>
          <a:bodyPr vert="horz" anchor="ctr"/>
          <a:lstStyle>
            <a:lvl1pPr marL="228600" indent="-228600" algn="l" defTabSz="457200" rtl="0" eaLnBrk="1" fontAlgn="base" hangingPunct="1">
              <a:lnSpc>
                <a:spcPct val="114000"/>
              </a:lnSpc>
              <a:spcBef>
                <a:spcPts val="600"/>
              </a:spcBef>
              <a:spcAft>
                <a:spcPts val="0"/>
              </a:spcAft>
              <a:buFont typeface="Wingdings" pitchFamily="2" charset="2"/>
              <a:buChar char="§"/>
              <a:defRPr sz="2400" b="0" kern="1200" baseline="0">
                <a:solidFill>
                  <a:schemeClr val="tx1"/>
                </a:solidFill>
                <a:latin typeface="+mn-lt"/>
                <a:ea typeface="ＭＳ Ｐゴシック" charset="-128"/>
                <a:cs typeface="ＭＳ Ｐゴシック" charset="-128"/>
              </a:defRPr>
            </a:lvl1pPr>
            <a:lvl2pPr marL="658813" indent="-201613" algn="l" defTabSz="457200" rtl="0" eaLnBrk="1" fontAlgn="base" hangingPunct="1">
              <a:lnSpc>
                <a:spcPct val="114000"/>
              </a:lnSpc>
              <a:spcBef>
                <a:spcPts val="600"/>
              </a:spcBef>
              <a:spcAft>
                <a:spcPts val="0"/>
              </a:spcAft>
              <a:buFont typeface="Arial" pitchFamily="34" charset="0"/>
              <a:buChar char="»"/>
              <a:defRPr sz="2100" kern="1200">
                <a:solidFill>
                  <a:schemeClr val="tx1"/>
                </a:solidFill>
                <a:latin typeface="+mn-lt"/>
                <a:ea typeface="ＭＳ Ｐゴシック" charset="-128"/>
                <a:cs typeface="+mn-cs"/>
              </a:defRPr>
            </a:lvl2pPr>
            <a:lvl3pPr marL="1108075" indent="-193675" algn="l" defTabSz="457200" rtl="0" eaLnBrk="1" fontAlgn="base" hangingPunct="1">
              <a:lnSpc>
                <a:spcPct val="114000"/>
              </a:lnSpc>
              <a:spcBef>
                <a:spcPts val="600"/>
              </a:spcBef>
              <a:spcAft>
                <a:spcPts val="0"/>
              </a:spcAft>
              <a:buFont typeface="Symbol" pitchFamily="18" charset="2"/>
              <a:buChar char="-"/>
              <a:tabLst/>
              <a:defRPr sz="1800" kern="1200">
                <a:solidFill>
                  <a:schemeClr val="tx1"/>
                </a:solidFill>
                <a:latin typeface="+mn-lt"/>
                <a:ea typeface="ＭＳ Ｐゴシック" charset="-128"/>
                <a:cs typeface="+mn-cs"/>
              </a:defRPr>
            </a:lvl3pPr>
            <a:lvl4pPr marL="1520825" indent="-149225" algn="l" defTabSz="457200" rtl="0" eaLnBrk="1" fontAlgn="base" hangingPunct="1">
              <a:lnSpc>
                <a:spcPct val="114000"/>
              </a:lnSpc>
              <a:spcBef>
                <a:spcPts val="600"/>
              </a:spcBef>
              <a:spcAft>
                <a:spcPct val="0"/>
              </a:spcAft>
              <a:buFont typeface="Arial" pitchFamily="34" charset="0"/>
              <a:buChar char="•"/>
              <a:defRPr sz="16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ctr" defTabSz="457200" rtl="0" eaLnBrk="1" fontAlgn="base" latinLnBrk="0" hangingPunct="1">
              <a:lnSpc>
                <a:spcPct val="114000"/>
              </a:lnSpc>
              <a:spcBef>
                <a:spcPts val="600"/>
              </a:spcBef>
              <a:spcAft>
                <a:spcPts val="0"/>
              </a:spcAft>
              <a:buClrTx/>
              <a:buSzTx/>
              <a:buFont typeface="Wingdings" pitchFamily="2" charset="2"/>
              <a:buNone/>
              <a:tabLst/>
              <a:defRPr/>
            </a:pPr>
            <a:r>
              <a:rPr kumimoji="0" lang="en-GB" sz="2400" b="0" i="0" u="none" strike="noStrike" kern="1200" cap="none" spc="0" normalizeH="0" baseline="0" noProof="0" dirty="0">
                <a:ln>
                  <a:noFill/>
                </a:ln>
                <a:solidFill>
                  <a:sysClr val="windowText" lastClr="000000"/>
                </a:solidFill>
                <a:effectLst/>
                <a:uLnTx/>
                <a:uFillTx/>
                <a:latin typeface="Calibri"/>
                <a:ea typeface="ＭＳ Ｐゴシック" charset="-128"/>
                <a:hlinkClick r:id="rId2"/>
              </a:rPr>
              <a:t>https://statcube.at</a:t>
            </a:r>
          </a:p>
        </p:txBody>
      </p:sp>
      <p:pic>
        <p:nvPicPr>
          <p:cNvPr id="10" name="Grafik 4">
            <a:hlinkClick r:id="rId3"/>
            <a:extLst>
              <a:ext uri="{FF2B5EF4-FFF2-40B4-BE49-F238E27FC236}">
                <a16:creationId xmlns:a16="http://schemas.microsoft.com/office/drawing/2014/main" id="{B412217F-5B24-283F-1757-3D04CDAB2B62}"/>
              </a:ext>
            </a:extLst>
          </p:cNvPr>
          <p:cNvPicPr>
            <a:picLocks noChangeAspect="1"/>
          </p:cNvPicPr>
          <p:nvPr/>
        </p:nvPicPr>
        <p:blipFill>
          <a:blip r:embed="rId4"/>
          <a:stretch>
            <a:fillRect/>
          </a:stretch>
        </p:blipFill>
        <p:spPr>
          <a:xfrm>
            <a:off x="2363912" y="1628999"/>
            <a:ext cx="8040182" cy="3864475"/>
          </a:xfrm>
          <a:prstGeom prst="rect">
            <a:avLst/>
          </a:prstGeom>
          <a:ln w="6350">
            <a:solidFill>
              <a:sysClr val="windowText" lastClr="000000"/>
            </a:solidFill>
          </a:ln>
          <a:effectLst>
            <a:outerShdw blurRad="254000" dist="107763" dir="2699994" algn="tl">
              <a:prstClr val="black">
                <a:alpha val="40000"/>
              </a:prstClr>
            </a:outerShdw>
          </a:effectLst>
        </p:spPr>
      </p:pic>
    </p:spTree>
    <p:extLst>
      <p:ext uri="{BB962C8B-B14F-4D97-AF65-F5344CB8AC3E}">
        <p14:creationId xmlns:p14="http://schemas.microsoft.com/office/powerpoint/2010/main" val="41614882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7B5398E-CB49-E2D9-B429-86FE9E20E21E}"/>
              </a:ext>
            </a:extLst>
          </p:cNvPr>
          <p:cNvSpPr>
            <a:spLocks noGrp="1"/>
          </p:cNvSpPr>
          <p:nvPr>
            <p:ph type="sldNum" sz="quarter" idx="12"/>
          </p:nvPr>
        </p:nvSpPr>
        <p:spPr/>
        <p:txBody>
          <a:bodyPr/>
          <a:lstStyle/>
          <a:p>
            <a:fld id="{D836C0FE-70CA-4950-82D6-CF602CC2B770}" type="slidenum">
              <a:rPr lang="en-GB" smtClean="0"/>
              <a:t>15</a:t>
            </a:fld>
            <a:endParaRPr lang="en-GB" dirty="0"/>
          </a:p>
        </p:txBody>
      </p:sp>
      <p:sp>
        <p:nvSpPr>
          <p:cNvPr id="3" name="Title 2">
            <a:extLst>
              <a:ext uri="{FF2B5EF4-FFF2-40B4-BE49-F238E27FC236}">
                <a16:creationId xmlns:a16="http://schemas.microsoft.com/office/drawing/2014/main" id="{02C13132-55A8-BA97-0C18-99E65C6F89AC}"/>
              </a:ext>
            </a:extLst>
          </p:cNvPr>
          <p:cNvSpPr>
            <a:spLocks noGrp="1"/>
          </p:cNvSpPr>
          <p:nvPr>
            <p:ph type="title"/>
          </p:nvPr>
        </p:nvSpPr>
        <p:spPr/>
        <p:txBody>
          <a:bodyPr/>
          <a:lstStyle/>
          <a:p>
            <a:r>
              <a:rPr lang="en-GB" dirty="0"/>
              <a:t>Selected Repositories</a:t>
            </a:r>
          </a:p>
        </p:txBody>
      </p:sp>
      <p:sp>
        <p:nvSpPr>
          <p:cNvPr id="5" name="Date Placeholder 4">
            <a:extLst>
              <a:ext uri="{FF2B5EF4-FFF2-40B4-BE49-F238E27FC236}">
                <a16:creationId xmlns:a16="http://schemas.microsoft.com/office/drawing/2014/main" id="{A6E699EB-3FF3-296D-89B2-CDDF220577BE}"/>
              </a:ext>
            </a:extLst>
          </p:cNvPr>
          <p:cNvSpPr>
            <a:spLocks noGrp="1"/>
          </p:cNvSpPr>
          <p:nvPr>
            <p:ph type="dt" sz="half" idx="10"/>
          </p:nvPr>
        </p:nvSpPr>
        <p:spPr/>
        <p:txBody>
          <a:bodyPr/>
          <a:lstStyle/>
          <a:p>
            <a:endParaRPr lang="en-GB" dirty="0"/>
          </a:p>
        </p:txBody>
      </p:sp>
      <p:sp>
        <p:nvSpPr>
          <p:cNvPr id="6" name="Footer Placeholder 5">
            <a:extLst>
              <a:ext uri="{FF2B5EF4-FFF2-40B4-BE49-F238E27FC236}">
                <a16:creationId xmlns:a16="http://schemas.microsoft.com/office/drawing/2014/main" id="{2DDCD889-9CA5-69C8-4317-8257CB32182B}"/>
              </a:ext>
            </a:extLst>
          </p:cNvPr>
          <p:cNvSpPr>
            <a:spLocks noGrp="1"/>
          </p:cNvSpPr>
          <p:nvPr>
            <p:ph type="ftr" sz="quarter" idx="11"/>
          </p:nvPr>
        </p:nvSpPr>
        <p:spPr/>
        <p:txBody>
          <a:bodyPr/>
          <a:lstStyle/>
          <a:p>
            <a:r>
              <a:rPr lang="en-GB"/>
              <a:t>KMH</a:t>
            </a:r>
            <a:endParaRPr lang="en-GB" dirty="0"/>
          </a:p>
        </p:txBody>
      </p:sp>
      <p:sp>
        <p:nvSpPr>
          <p:cNvPr id="9" name="Inhaltsplatzhalter 2">
            <a:extLst>
              <a:ext uri="{FF2B5EF4-FFF2-40B4-BE49-F238E27FC236}">
                <a16:creationId xmlns:a16="http://schemas.microsoft.com/office/drawing/2014/main" id="{0C554349-4C39-283E-51F2-5E74A86AA1EF}"/>
              </a:ext>
            </a:extLst>
          </p:cNvPr>
          <p:cNvSpPr txBox="1">
            <a:spLocks/>
          </p:cNvSpPr>
          <p:nvPr/>
        </p:nvSpPr>
        <p:spPr>
          <a:xfrm>
            <a:off x="4769721" y="5075818"/>
            <a:ext cx="6018605" cy="1640944"/>
          </a:xfrm>
          <a:prstGeom prst="rect">
            <a:avLst/>
          </a:prstGeom>
        </p:spPr>
        <p:txBody>
          <a:bodyPr vert="horz" anchor="ctr"/>
          <a:lstStyle>
            <a:lvl1pPr marL="228600" indent="-228600" algn="l" defTabSz="457200" rtl="0" eaLnBrk="1" fontAlgn="base" hangingPunct="1">
              <a:lnSpc>
                <a:spcPct val="114000"/>
              </a:lnSpc>
              <a:spcBef>
                <a:spcPts val="600"/>
              </a:spcBef>
              <a:spcAft>
                <a:spcPts val="0"/>
              </a:spcAft>
              <a:buFont typeface="Wingdings" pitchFamily="2" charset="2"/>
              <a:buChar char="§"/>
              <a:defRPr sz="2400" b="0" kern="1200" baseline="0">
                <a:solidFill>
                  <a:schemeClr val="tx1"/>
                </a:solidFill>
                <a:latin typeface="+mn-lt"/>
                <a:ea typeface="ＭＳ Ｐゴシック" charset="-128"/>
                <a:cs typeface="ＭＳ Ｐゴシック" charset="-128"/>
              </a:defRPr>
            </a:lvl1pPr>
            <a:lvl2pPr marL="658813" indent="-201613" algn="l" defTabSz="457200" rtl="0" eaLnBrk="1" fontAlgn="base" hangingPunct="1">
              <a:lnSpc>
                <a:spcPct val="114000"/>
              </a:lnSpc>
              <a:spcBef>
                <a:spcPts val="600"/>
              </a:spcBef>
              <a:spcAft>
                <a:spcPts val="0"/>
              </a:spcAft>
              <a:buFont typeface="Arial" pitchFamily="34" charset="0"/>
              <a:buChar char="»"/>
              <a:defRPr sz="2100" kern="1200">
                <a:solidFill>
                  <a:schemeClr val="tx1"/>
                </a:solidFill>
                <a:latin typeface="+mn-lt"/>
                <a:ea typeface="ＭＳ Ｐゴシック" charset="-128"/>
                <a:cs typeface="+mn-cs"/>
              </a:defRPr>
            </a:lvl2pPr>
            <a:lvl3pPr marL="1108075" indent="-193675" algn="l" defTabSz="457200" rtl="0" eaLnBrk="1" fontAlgn="base" hangingPunct="1">
              <a:lnSpc>
                <a:spcPct val="114000"/>
              </a:lnSpc>
              <a:spcBef>
                <a:spcPts val="600"/>
              </a:spcBef>
              <a:spcAft>
                <a:spcPts val="0"/>
              </a:spcAft>
              <a:buFont typeface="Symbol" pitchFamily="18" charset="2"/>
              <a:buChar char="-"/>
              <a:tabLst/>
              <a:defRPr sz="1800" kern="1200">
                <a:solidFill>
                  <a:schemeClr val="tx1"/>
                </a:solidFill>
                <a:latin typeface="+mn-lt"/>
                <a:ea typeface="ＭＳ Ｐゴシック" charset="-128"/>
                <a:cs typeface="+mn-cs"/>
              </a:defRPr>
            </a:lvl3pPr>
            <a:lvl4pPr marL="1520825" indent="-149225" algn="l" defTabSz="457200" rtl="0" eaLnBrk="1" fontAlgn="base" hangingPunct="1">
              <a:lnSpc>
                <a:spcPct val="114000"/>
              </a:lnSpc>
              <a:spcBef>
                <a:spcPts val="600"/>
              </a:spcBef>
              <a:spcAft>
                <a:spcPct val="0"/>
              </a:spcAft>
              <a:buFont typeface="Arial" pitchFamily="34" charset="0"/>
              <a:buChar char="•"/>
              <a:defRPr sz="16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ctr" defTabSz="457200" rtl="0" eaLnBrk="1" fontAlgn="base" latinLnBrk="0" hangingPunct="1">
              <a:lnSpc>
                <a:spcPct val="114000"/>
              </a:lnSpc>
              <a:spcBef>
                <a:spcPts val="600"/>
              </a:spcBef>
              <a:spcAft>
                <a:spcPts val="0"/>
              </a:spcAft>
              <a:buClrTx/>
              <a:buSzTx/>
              <a:buFont typeface="Wingdings" pitchFamily="2" charset="2"/>
              <a:buNone/>
              <a:tabLst/>
              <a:defRPr/>
            </a:pPr>
            <a:r>
              <a:rPr kumimoji="0" lang="en-GB" sz="2400" b="0" i="0" u="none" strike="noStrike" kern="1200" cap="none" spc="0" normalizeH="0" baseline="0" noProof="0" dirty="0">
                <a:ln>
                  <a:noFill/>
                </a:ln>
                <a:solidFill>
                  <a:sysClr val="windowText" lastClr="000000"/>
                </a:solidFill>
                <a:effectLst/>
                <a:uLnTx/>
                <a:uFillTx/>
                <a:latin typeface="Calibri"/>
                <a:ea typeface="ＭＳ Ｐゴシック" charset="-128"/>
                <a:hlinkClick r:id="rId2"/>
              </a:rPr>
              <a:t>https://www-genesis.destatis.de</a:t>
            </a:r>
            <a:endParaRPr kumimoji="0" lang="en-GB" sz="2400" b="0" i="0" u="none" strike="noStrike" kern="1200" cap="none" spc="0" normalizeH="0" baseline="0" noProof="0" dirty="0">
              <a:ln>
                <a:noFill/>
              </a:ln>
              <a:solidFill>
                <a:sysClr val="windowText" lastClr="000000"/>
              </a:solidFill>
              <a:effectLst/>
              <a:uLnTx/>
              <a:uFillTx/>
              <a:latin typeface="Calibri"/>
              <a:ea typeface="ＭＳ Ｐゴシック" charset="-128"/>
            </a:endParaRPr>
          </a:p>
        </p:txBody>
      </p:sp>
      <p:pic>
        <p:nvPicPr>
          <p:cNvPr id="10" name="Grafik 6">
            <a:hlinkClick r:id="rId2"/>
            <a:extLst>
              <a:ext uri="{FF2B5EF4-FFF2-40B4-BE49-F238E27FC236}">
                <a16:creationId xmlns:a16="http://schemas.microsoft.com/office/drawing/2014/main" id="{73C95FCD-6E5D-00BB-DC70-3A0399773454}"/>
              </a:ext>
            </a:extLst>
          </p:cNvPr>
          <p:cNvPicPr>
            <a:picLocks noChangeAspect="1"/>
          </p:cNvPicPr>
          <p:nvPr/>
        </p:nvPicPr>
        <p:blipFill>
          <a:blip r:embed="rId3"/>
          <a:stretch>
            <a:fillRect/>
          </a:stretch>
        </p:blipFill>
        <p:spPr>
          <a:xfrm>
            <a:off x="4769721" y="837000"/>
            <a:ext cx="6018605" cy="4549343"/>
          </a:xfrm>
          <a:prstGeom prst="rect">
            <a:avLst/>
          </a:prstGeom>
          <a:ln w="6350">
            <a:solidFill>
              <a:sysClr val="windowText" lastClr="000000"/>
            </a:solidFill>
          </a:ln>
          <a:effectLst>
            <a:outerShdw blurRad="254000" dist="107763" dir="2699994" algn="tl">
              <a:prstClr val="black">
                <a:alpha val="40000"/>
              </a:prstClr>
            </a:outerShdw>
          </a:effectLst>
        </p:spPr>
      </p:pic>
    </p:spTree>
    <p:extLst>
      <p:ext uri="{BB962C8B-B14F-4D97-AF65-F5344CB8AC3E}">
        <p14:creationId xmlns:p14="http://schemas.microsoft.com/office/powerpoint/2010/main" val="9064929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6F9891C6-10F8-6BD2-18EC-8FE5631FA572}"/>
              </a:ext>
            </a:extLst>
          </p:cNvPr>
          <p:cNvSpPr>
            <a:spLocks noGrp="1"/>
          </p:cNvSpPr>
          <p:nvPr>
            <p:ph type="title"/>
          </p:nvPr>
        </p:nvSpPr>
        <p:spPr/>
        <p:txBody>
          <a:bodyPr/>
          <a:lstStyle/>
          <a:p>
            <a:r>
              <a:rPr lang="en-GB" dirty="0"/>
              <a:t>Selected Repositories</a:t>
            </a:r>
          </a:p>
        </p:txBody>
      </p:sp>
      <p:sp>
        <p:nvSpPr>
          <p:cNvPr id="4" name="Inhaltsplatzhalter 3">
            <a:extLst>
              <a:ext uri="{FF2B5EF4-FFF2-40B4-BE49-F238E27FC236}">
                <a16:creationId xmlns:a16="http://schemas.microsoft.com/office/drawing/2014/main" id="{56D46BF3-6583-1A88-762F-5839C78CE6E3}"/>
              </a:ext>
            </a:extLst>
          </p:cNvPr>
          <p:cNvSpPr>
            <a:spLocks noGrp="1"/>
          </p:cNvSpPr>
          <p:nvPr>
            <p:ph idx="1"/>
          </p:nvPr>
        </p:nvSpPr>
        <p:spPr/>
        <p:txBody>
          <a:bodyPr/>
          <a:lstStyle/>
          <a:p>
            <a:endParaRPr lang="en-GB" dirty="0"/>
          </a:p>
        </p:txBody>
      </p:sp>
      <p:sp>
        <p:nvSpPr>
          <p:cNvPr id="5" name="Datumsplatzhalter 4">
            <a:extLst>
              <a:ext uri="{FF2B5EF4-FFF2-40B4-BE49-F238E27FC236}">
                <a16:creationId xmlns:a16="http://schemas.microsoft.com/office/drawing/2014/main" id="{15A3FC25-5CB1-29F6-0112-E1D52A9C17A8}"/>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A707BC53-B69E-649D-08DE-1599774F59B1}"/>
              </a:ext>
            </a:extLst>
          </p:cNvPr>
          <p:cNvSpPr>
            <a:spLocks noGrp="1"/>
          </p:cNvSpPr>
          <p:nvPr>
            <p:ph type="ftr" sz="quarter" idx="11"/>
          </p:nvPr>
        </p:nvSpPr>
        <p:spPr/>
        <p:txBody>
          <a:bodyPr/>
          <a:lstStyle/>
          <a:p>
            <a:r>
              <a:rPr lang="en-GB"/>
              <a:t>KMH</a:t>
            </a:r>
            <a:endParaRPr lang="en-GB" dirty="0"/>
          </a:p>
        </p:txBody>
      </p:sp>
      <p:sp>
        <p:nvSpPr>
          <p:cNvPr id="7" name="Foliennummernplatzhalter 6">
            <a:extLst>
              <a:ext uri="{FF2B5EF4-FFF2-40B4-BE49-F238E27FC236}">
                <a16:creationId xmlns:a16="http://schemas.microsoft.com/office/drawing/2014/main" id="{AE58B6F0-E470-1564-6F71-3730034FB2BF}"/>
              </a:ext>
            </a:extLst>
          </p:cNvPr>
          <p:cNvSpPr>
            <a:spLocks noGrp="1"/>
          </p:cNvSpPr>
          <p:nvPr>
            <p:ph type="sldNum" sz="quarter" idx="12"/>
          </p:nvPr>
        </p:nvSpPr>
        <p:spPr/>
        <p:txBody>
          <a:bodyPr/>
          <a:lstStyle/>
          <a:p>
            <a:fld id="{D836C0FE-70CA-4950-82D6-CF602CC2B770}" type="slidenum">
              <a:rPr lang="en-GB" smtClean="0"/>
              <a:t>16</a:t>
            </a:fld>
            <a:endParaRPr lang="en-GB" dirty="0"/>
          </a:p>
        </p:txBody>
      </p:sp>
      <p:pic>
        <p:nvPicPr>
          <p:cNvPr id="2" name="Picture 1">
            <a:hlinkClick r:id="rId2"/>
            <a:extLst>
              <a:ext uri="{FF2B5EF4-FFF2-40B4-BE49-F238E27FC236}">
                <a16:creationId xmlns:a16="http://schemas.microsoft.com/office/drawing/2014/main" id="{EB5A8DE8-C610-5FE0-E479-2BA600E4B2BC}"/>
              </a:ext>
            </a:extLst>
          </p:cNvPr>
          <p:cNvPicPr>
            <a:picLocks noChangeAspect="1"/>
          </p:cNvPicPr>
          <p:nvPr/>
        </p:nvPicPr>
        <p:blipFill>
          <a:blip r:embed="rId3">
            <a:clrChange>
              <a:clrFrom>
                <a:srgbClr val="F6F6F6"/>
              </a:clrFrom>
              <a:clrTo>
                <a:srgbClr val="F6F6F6">
                  <a:alpha val="0"/>
                </a:srgbClr>
              </a:clrTo>
            </a:clrChange>
          </a:blip>
          <a:stretch>
            <a:fillRect/>
          </a:stretch>
        </p:blipFill>
        <p:spPr>
          <a:xfrm>
            <a:off x="1056000" y="1976092"/>
            <a:ext cx="1313408" cy="1092908"/>
          </a:xfrm>
          <a:prstGeom prst="rect">
            <a:avLst/>
          </a:prstGeom>
        </p:spPr>
      </p:pic>
      <p:pic>
        <p:nvPicPr>
          <p:cNvPr id="8" name="Picture 2" descr="Website-Logo">
            <a:hlinkClick r:id="rId4"/>
            <a:extLst>
              <a:ext uri="{FF2B5EF4-FFF2-40B4-BE49-F238E27FC236}">
                <a16:creationId xmlns:a16="http://schemas.microsoft.com/office/drawing/2014/main" id="{8C99D261-14F3-028A-5469-76A58858CCB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2989" y="3508835"/>
            <a:ext cx="1559430" cy="424165"/>
          </a:xfrm>
          <a:prstGeom prst="rect">
            <a:avLst/>
          </a:prstGeom>
          <a:noFill/>
          <a:extLst>
            <a:ext uri="{909E8E84-426E-40DD-AFC4-6F175D3DCCD1}">
              <a14:hiddenFill xmlns:a14="http://schemas.microsoft.com/office/drawing/2010/main">
                <a:solidFill>
                  <a:srgbClr val="FFFFFF"/>
                </a:solidFill>
              </a14:hiddenFill>
            </a:ext>
          </a:extLst>
        </p:spPr>
      </p:pic>
      <p:pic>
        <p:nvPicPr>
          <p:cNvPr id="9" name="Grafik 9">
            <a:hlinkClick r:id="rId6"/>
            <a:extLst>
              <a:ext uri="{FF2B5EF4-FFF2-40B4-BE49-F238E27FC236}">
                <a16:creationId xmlns:a16="http://schemas.microsoft.com/office/drawing/2014/main" id="{F3978C51-A94D-8D41-6F8B-2345B674B903}"/>
              </a:ext>
            </a:extLst>
          </p:cNvPr>
          <p:cNvPicPr>
            <a:picLocks noChangeAspect="1"/>
          </p:cNvPicPr>
          <p:nvPr/>
        </p:nvPicPr>
        <p:blipFill rotWithShape="1">
          <a:blip r:embed="rId7"/>
          <a:srcRect b="81960"/>
          <a:stretch/>
        </p:blipFill>
        <p:spPr>
          <a:xfrm>
            <a:off x="7176000" y="549000"/>
            <a:ext cx="4638905" cy="5369512"/>
          </a:xfrm>
          <a:prstGeom prst="rect">
            <a:avLst/>
          </a:prstGeom>
          <a:ln w="6350">
            <a:solidFill>
              <a:schemeClr val="tx1"/>
            </a:solidFill>
          </a:ln>
          <a:effectLst>
            <a:outerShdw blurRad="254000" dist="107763" dir="2699994" algn="tl">
              <a:prstClr val="black">
                <a:alpha val="40000"/>
              </a:prstClr>
            </a:outerShdw>
          </a:effectLst>
        </p:spPr>
      </p:pic>
      <p:pic>
        <p:nvPicPr>
          <p:cNvPr id="10" name="Picture 4" descr="GESIS – Leibniz-Institut für Sozialwissenschaften">
            <a:hlinkClick r:id="rId8"/>
            <a:extLst>
              <a:ext uri="{FF2B5EF4-FFF2-40B4-BE49-F238E27FC236}">
                <a16:creationId xmlns:a16="http://schemas.microsoft.com/office/drawing/2014/main" id="{38EB4D5B-2E98-0AAA-DF7E-08B76ACDB58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95009" y="3528280"/>
            <a:ext cx="1243464" cy="6716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CRED on Twitter: &quot;@CREDUCL initiated the Emergency Events Database (EM-DAT)  in 1988 with the support from @WHO and the #Belgian government. It is  currently maintained through the long-term support of @USAID/@theOFDA 1/2">
            <a:hlinkClick r:id="rId10"/>
            <a:extLst>
              <a:ext uri="{FF2B5EF4-FFF2-40B4-BE49-F238E27FC236}">
                <a16:creationId xmlns:a16="http://schemas.microsoft.com/office/drawing/2014/main" id="{7B06C309-DFA7-33E8-7139-DE9FED4815F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14060" y="4631060"/>
            <a:ext cx="813940" cy="813940"/>
          </a:xfrm>
          <a:prstGeom prst="rect">
            <a:avLst/>
          </a:prstGeom>
          <a:noFill/>
          <a:extLst>
            <a:ext uri="{909E8E84-426E-40DD-AFC4-6F175D3DCCD1}">
              <a14:hiddenFill xmlns:a14="http://schemas.microsoft.com/office/drawing/2010/main">
                <a:solidFill>
                  <a:srgbClr val="FFFFFF"/>
                </a:solidFill>
              </a14:hiddenFill>
            </a:ext>
          </a:extLst>
        </p:spPr>
      </p:pic>
      <p:pic>
        <p:nvPicPr>
          <p:cNvPr id="12" name="Grafik 4">
            <a:extLst>
              <a:ext uri="{FF2B5EF4-FFF2-40B4-BE49-F238E27FC236}">
                <a16:creationId xmlns:a16="http://schemas.microsoft.com/office/drawing/2014/main" id="{ED595FE8-6BF4-A7E0-4C06-69DE730B50FD}"/>
              </a:ext>
            </a:extLst>
          </p:cNvPr>
          <p:cNvPicPr>
            <a:picLocks noChangeAspect="1"/>
          </p:cNvPicPr>
          <p:nvPr/>
        </p:nvPicPr>
        <p:blipFill>
          <a:blip r:embed="rId12"/>
          <a:stretch>
            <a:fillRect/>
          </a:stretch>
        </p:blipFill>
        <p:spPr>
          <a:xfrm>
            <a:off x="3731928" y="1958072"/>
            <a:ext cx="2636999" cy="837721"/>
          </a:xfrm>
          <a:prstGeom prst="rect">
            <a:avLst/>
          </a:prstGeom>
        </p:spPr>
      </p:pic>
      <p:pic>
        <p:nvPicPr>
          <p:cNvPr id="13" name="Grafik 5">
            <a:extLst>
              <a:ext uri="{FF2B5EF4-FFF2-40B4-BE49-F238E27FC236}">
                <a16:creationId xmlns:a16="http://schemas.microsoft.com/office/drawing/2014/main" id="{0B9C3C8C-C28C-0358-850C-3037114597EE}"/>
              </a:ext>
            </a:extLst>
          </p:cNvPr>
          <p:cNvPicPr>
            <a:picLocks noChangeAspect="1"/>
          </p:cNvPicPr>
          <p:nvPr/>
        </p:nvPicPr>
        <p:blipFill>
          <a:blip r:embed="rId13">
            <a:clrChange>
              <a:clrFrom>
                <a:srgbClr val="EEF4F8"/>
              </a:clrFrom>
              <a:clrTo>
                <a:srgbClr val="EEF4F8">
                  <a:alpha val="0"/>
                </a:srgbClr>
              </a:clrTo>
            </a:clrChange>
          </a:blip>
          <a:stretch>
            <a:fillRect/>
          </a:stretch>
        </p:blipFill>
        <p:spPr>
          <a:xfrm>
            <a:off x="560236" y="4723387"/>
            <a:ext cx="2808312" cy="351039"/>
          </a:xfrm>
          <a:prstGeom prst="rect">
            <a:avLst/>
          </a:prstGeom>
        </p:spPr>
      </p:pic>
      <p:pic>
        <p:nvPicPr>
          <p:cNvPr id="14" name="Picture 4" descr="Logo">
            <a:hlinkClick r:id="rId14"/>
            <a:extLst>
              <a:ext uri="{FF2B5EF4-FFF2-40B4-BE49-F238E27FC236}">
                <a16:creationId xmlns:a16="http://schemas.microsoft.com/office/drawing/2014/main" id="{8645A373-1E67-C89B-0E57-1CE08C768584}"/>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751283" y="4631432"/>
            <a:ext cx="1478876" cy="56700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CCCA Data Server">
            <a:hlinkClick r:id="rId16"/>
            <a:extLst>
              <a:ext uri="{FF2B5EF4-FFF2-40B4-BE49-F238E27FC236}">
                <a16:creationId xmlns:a16="http://schemas.microsoft.com/office/drawing/2014/main" id="{034E921C-58B2-AE39-A09C-1EFEF2510910}"/>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389661" y="3182208"/>
            <a:ext cx="1243464" cy="3546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9216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5968708-B6A2-9D50-2569-4CA8E41597A4}"/>
              </a:ext>
            </a:extLst>
          </p:cNvPr>
          <p:cNvSpPr>
            <a:spLocks noGrp="1"/>
          </p:cNvSpPr>
          <p:nvPr>
            <p:ph type="sldNum" sz="quarter" idx="12"/>
          </p:nvPr>
        </p:nvSpPr>
        <p:spPr/>
        <p:txBody>
          <a:bodyPr/>
          <a:lstStyle/>
          <a:p>
            <a:fld id="{D836C0FE-70CA-4950-82D6-CF602CC2B770}" type="slidenum">
              <a:rPr lang="en-GB" smtClean="0"/>
              <a:t>17</a:t>
            </a:fld>
            <a:endParaRPr lang="en-GB" dirty="0"/>
          </a:p>
        </p:txBody>
      </p:sp>
      <p:sp>
        <p:nvSpPr>
          <p:cNvPr id="3" name="Title 2">
            <a:extLst>
              <a:ext uri="{FF2B5EF4-FFF2-40B4-BE49-F238E27FC236}">
                <a16:creationId xmlns:a16="http://schemas.microsoft.com/office/drawing/2014/main" id="{037E2DD2-A549-88F1-1C2B-136BF1027A40}"/>
              </a:ext>
            </a:extLst>
          </p:cNvPr>
          <p:cNvSpPr>
            <a:spLocks noGrp="1"/>
          </p:cNvSpPr>
          <p:nvPr>
            <p:ph type="title"/>
          </p:nvPr>
        </p:nvSpPr>
        <p:spPr/>
        <p:txBody>
          <a:bodyPr/>
          <a:lstStyle/>
          <a:p>
            <a:r>
              <a:rPr lang="en-GB" dirty="0"/>
              <a:t>Selected Repositories</a:t>
            </a:r>
          </a:p>
        </p:txBody>
      </p:sp>
      <p:sp>
        <p:nvSpPr>
          <p:cNvPr id="4" name="Content Placeholder 3">
            <a:extLst>
              <a:ext uri="{FF2B5EF4-FFF2-40B4-BE49-F238E27FC236}">
                <a16:creationId xmlns:a16="http://schemas.microsoft.com/office/drawing/2014/main" id="{983F2E7E-E047-80BC-1191-E7B7CF8BB4D8}"/>
              </a:ext>
            </a:extLst>
          </p:cNvPr>
          <p:cNvSpPr>
            <a:spLocks noGrp="1"/>
          </p:cNvSpPr>
          <p:nvPr>
            <p:ph idx="1"/>
          </p:nvPr>
        </p:nvSpPr>
        <p:spPr/>
        <p:txBody>
          <a:bodyPr>
            <a:normAutofit/>
          </a:bodyPr>
          <a:lstStyle/>
          <a:p>
            <a:r>
              <a:rPr lang="en-GB" sz="2400" dirty="0" err="1"/>
              <a:t>Wikidata</a:t>
            </a:r>
            <a:r>
              <a:rPr lang="en-GB" sz="2400" dirty="0"/>
              <a:t>: </a:t>
            </a:r>
            <a:r>
              <a:rPr lang="en-GB" sz="2400" dirty="0">
                <a:hlinkClick r:id="rId2"/>
              </a:rPr>
              <a:t>https://www.wikidata.org</a:t>
            </a:r>
            <a:endParaRPr lang="en-GB" sz="2400" dirty="0"/>
          </a:p>
          <a:p>
            <a:r>
              <a:rPr lang="en-GB" sz="2400" dirty="0" err="1"/>
              <a:t>gesis</a:t>
            </a:r>
            <a:r>
              <a:rPr lang="en-GB" sz="2400" dirty="0"/>
              <a:t>: </a:t>
            </a:r>
            <a:r>
              <a:rPr lang="en-GB" sz="2400" dirty="0">
                <a:hlinkClick r:id="rId3"/>
              </a:rPr>
              <a:t>https://www.gesis.org</a:t>
            </a:r>
            <a:endParaRPr lang="en-GB" sz="2400" dirty="0"/>
          </a:p>
          <a:p>
            <a:r>
              <a:rPr lang="en-GB" sz="2400" dirty="0"/>
              <a:t>European Data Portal: </a:t>
            </a:r>
            <a:r>
              <a:rPr lang="en-GB" sz="2400" dirty="0">
                <a:hlinkClick r:id="rId4"/>
              </a:rPr>
              <a:t>https://data.europa.eu</a:t>
            </a:r>
            <a:endParaRPr lang="en-GB" sz="2400" dirty="0"/>
          </a:p>
          <a:p>
            <a:r>
              <a:rPr lang="en-GB" sz="2400" dirty="0"/>
              <a:t>OECD Data: </a:t>
            </a:r>
            <a:r>
              <a:rPr lang="en-GB" sz="2400" dirty="0">
                <a:hlinkClick r:id="rId5"/>
              </a:rPr>
              <a:t>https://data.oecd.org/</a:t>
            </a:r>
            <a:endParaRPr lang="en-GB" sz="2400" dirty="0"/>
          </a:p>
          <a:p>
            <a:r>
              <a:rPr lang="en-GB" sz="2400" dirty="0" err="1"/>
              <a:t>UNdata</a:t>
            </a:r>
            <a:r>
              <a:rPr lang="en-GB" sz="2400" dirty="0"/>
              <a:t>: </a:t>
            </a:r>
            <a:r>
              <a:rPr lang="en-GB" sz="2400" dirty="0">
                <a:hlinkClick r:id="rId6"/>
              </a:rPr>
              <a:t>https://data.un.org/</a:t>
            </a:r>
            <a:endParaRPr lang="en-GB" sz="2400" dirty="0"/>
          </a:p>
          <a:p>
            <a:r>
              <a:rPr lang="en-GB" sz="2400" dirty="0"/>
              <a:t>NASA Socioeconomic Data and Application </a:t>
            </a:r>
            <a:r>
              <a:rPr lang="en-GB" sz="2400" dirty="0" err="1"/>
              <a:t>Center</a:t>
            </a:r>
            <a:r>
              <a:rPr lang="en-GB" sz="2400" dirty="0"/>
              <a:t>: </a:t>
            </a:r>
            <a:r>
              <a:rPr lang="en-GB" sz="2400" dirty="0">
                <a:hlinkClick r:id="rId7"/>
              </a:rPr>
              <a:t>https://sedac.ciesin.columbia.edu/</a:t>
            </a:r>
            <a:endParaRPr lang="en-GB" sz="2400" dirty="0"/>
          </a:p>
          <a:p>
            <a:r>
              <a:rPr lang="en-GB" sz="2400" dirty="0"/>
              <a:t>Registry of Research Data Repositories: </a:t>
            </a:r>
            <a:r>
              <a:rPr lang="en-GB" sz="2400" dirty="0">
                <a:hlinkClick r:id="rId8"/>
              </a:rPr>
              <a:t>https://www.re3data.org/</a:t>
            </a:r>
            <a:endParaRPr lang="en-GB" sz="2400" dirty="0"/>
          </a:p>
        </p:txBody>
      </p:sp>
      <p:sp>
        <p:nvSpPr>
          <p:cNvPr id="5" name="Date Placeholder 4">
            <a:extLst>
              <a:ext uri="{FF2B5EF4-FFF2-40B4-BE49-F238E27FC236}">
                <a16:creationId xmlns:a16="http://schemas.microsoft.com/office/drawing/2014/main" id="{ABBF2584-E36E-C64C-825B-D9ED6763B534}"/>
              </a:ext>
            </a:extLst>
          </p:cNvPr>
          <p:cNvSpPr>
            <a:spLocks noGrp="1"/>
          </p:cNvSpPr>
          <p:nvPr>
            <p:ph type="dt" sz="half" idx="10"/>
          </p:nvPr>
        </p:nvSpPr>
        <p:spPr/>
        <p:txBody>
          <a:bodyPr/>
          <a:lstStyle/>
          <a:p>
            <a:endParaRPr lang="en-GB" dirty="0"/>
          </a:p>
        </p:txBody>
      </p:sp>
      <p:sp>
        <p:nvSpPr>
          <p:cNvPr id="6" name="Footer Placeholder 5">
            <a:extLst>
              <a:ext uri="{FF2B5EF4-FFF2-40B4-BE49-F238E27FC236}">
                <a16:creationId xmlns:a16="http://schemas.microsoft.com/office/drawing/2014/main" id="{C6FD80BA-1F0D-D155-5D43-A598A61C736B}"/>
              </a:ext>
            </a:extLst>
          </p:cNvPr>
          <p:cNvSpPr>
            <a:spLocks noGrp="1"/>
          </p:cNvSpPr>
          <p:nvPr>
            <p:ph type="ftr" sz="quarter" idx="11"/>
          </p:nvPr>
        </p:nvSpPr>
        <p:spPr/>
        <p:txBody>
          <a:bodyPr/>
          <a:lstStyle/>
          <a:p>
            <a:r>
              <a:rPr lang="en-GB"/>
              <a:t>KMH</a:t>
            </a:r>
            <a:endParaRPr lang="en-GB" dirty="0"/>
          </a:p>
        </p:txBody>
      </p:sp>
    </p:spTree>
    <p:extLst>
      <p:ext uri="{BB962C8B-B14F-4D97-AF65-F5344CB8AC3E}">
        <p14:creationId xmlns:p14="http://schemas.microsoft.com/office/powerpoint/2010/main" val="23735231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BC37C-646B-CBF2-E863-1D928819AEC6}"/>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4FE8B04C-5944-4265-6466-3EA0B31E38DC}"/>
              </a:ext>
            </a:extLst>
          </p:cNvPr>
          <p:cNvSpPr>
            <a:spLocks noGrp="1"/>
          </p:cNvSpPr>
          <p:nvPr>
            <p:ph type="title"/>
          </p:nvPr>
        </p:nvSpPr>
        <p:spPr/>
        <p:txBody>
          <a:bodyPr/>
          <a:lstStyle/>
          <a:p>
            <a:r>
              <a:rPr lang="en-GB" dirty="0"/>
              <a:t>Validating</a:t>
            </a:r>
            <a:br>
              <a:rPr lang="en-GB" dirty="0"/>
            </a:br>
            <a:r>
              <a:rPr lang="en-GB" dirty="0"/>
              <a:t>Secondary</a:t>
            </a:r>
            <a:br>
              <a:rPr lang="en-GB" dirty="0"/>
            </a:br>
            <a:r>
              <a:rPr lang="en-GB" dirty="0"/>
              <a:t>Data</a:t>
            </a:r>
          </a:p>
        </p:txBody>
      </p:sp>
    </p:spTree>
    <p:extLst>
      <p:ext uri="{BB962C8B-B14F-4D97-AF65-F5344CB8AC3E}">
        <p14:creationId xmlns:p14="http://schemas.microsoft.com/office/powerpoint/2010/main" val="35509283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Quality &amp; Suitability of Secondary Data</a:t>
            </a:r>
            <a:endParaRPr lang="en-GB" dirty="0"/>
          </a:p>
        </p:txBody>
      </p:sp>
      <p:sp>
        <p:nvSpPr>
          <p:cNvPr id="3" name="Inhaltsplatzhalter 2"/>
          <p:cNvSpPr>
            <a:spLocks noGrp="1"/>
          </p:cNvSpPr>
          <p:nvPr>
            <p:ph idx="1"/>
          </p:nvPr>
        </p:nvSpPr>
        <p:spPr/>
        <p:txBody>
          <a:bodyPr>
            <a:normAutofit fontScale="85000" lnSpcReduction="20000"/>
          </a:bodyPr>
          <a:lstStyle/>
          <a:p>
            <a:r>
              <a:rPr lang="en-GB" b="1" dirty="0"/>
              <a:t>Relevance</a:t>
            </a:r>
            <a:r>
              <a:rPr lang="en-GB" dirty="0"/>
              <a:t> </a:t>
            </a:r>
            <a:r>
              <a:rPr lang="en-GB" b="1" dirty="0">
                <a:solidFill>
                  <a:srgbClr val="E37823"/>
                </a:solidFill>
              </a:rPr>
              <a:t>→ Question</a:t>
            </a:r>
          </a:p>
          <a:p>
            <a:r>
              <a:rPr lang="en-GB" dirty="0"/>
              <a:t>Institutional origin</a:t>
            </a:r>
          </a:p>
          <a:p>
            <a:r>
              <a:rPr lang="en-GB" b="1" dirty="0"/>
              <a:t>Traceability</a:t>
            </a:r>
          </a:p>
          <a:p>
            <a:pPr lvl="1"/>
            <a:r>
              <a:rPr lang="en-GB" dirty="0"/>
              <a:t>Survey method</a:t>
            </a:r>
          </a:p>
          <a:p>
            <a:pPr lvl="2"/>
            <a:r>
              <a:rPr lang="en-GB" dirty="0"/>
              <a:t>Objectivity</a:t>
            </a:r>
          </a:p>
          <a:p>
            <a:pPr lvl="2"/>
            <a:r>
              <a:rPr lang="en-GB" dirty="0"/>
              <a:t>Reliability</a:t>
            </a:r>
          </a:p>
          <a:p>
            <a:pPr lvl="2"/>
            <a:r>
              <a:rPr lang="en-GB" dirty="0"/>
              <a:t>Validity</a:t>
            </a:r>
          </a:p>
          <a:p>
            <a:pPr lvl="1"/>
            <a:r>
              <a:rPr lang="en-GB" dirty="0"/>
              <a:t>Processing</a:t>
            </a:r>
          </a:p>
          <a:p>
            <a:pPr lvl="1"/>
            <a:r>
              <a:rPr lang="en-GB" dirty="0"/>
              <a:t>Comprehensibility</a:t>
            </a:r>
          </a:p>
          <a:p>
            <a:r>
              <a:rPr lang="en-GB" b="1" dirty="0"/>
              <a:t>Usability</a:t>
            </a:r>
          </a:p>
          <a:p>
            <a:pPr lvl="1"/>
            <a:r>
              <a:rPr lang="en-GB" dirty="0"/>
              <a:t>Licence</a:t>
            </a:r>
          </a:p>
        </p:txBody>
      </p:sp>
      <p:pic>
        <p:nvPicPr>
          <p:cNvPr id="5" name="Picture 2" descr="wiss qualitaetskriterien00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20000">
            <a:off x="12666872" y="1085004"/>
            <a:ext cx="6055871" cy="4594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Geschweifte Klammer rechts 5"/>
          <p:cNvSpPr/>
          <p:nvPr/>
        </p:nvSpPr>
        <p:spPr>
          <a:xfrm>
            <a:off x="4008000" y="2348880"/>
            <a:ext cx="360040" cy="3672408"/>
          </a:xfrm>
          <a:prstGeom prst="rightBrace">
            <a:avLst>
              <a:gd name="adj1" fmla="val 27381"/>
              <a:gd name="adj2" fmla="val 50000"/>
            </a:avLst>
          </a:prstGeom>
          <a:ln w="38100">
            <a:solidFill>
              <a:srgbClr val="E37823"/>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dirty="0"/>
          </a:p>
        </p:txBody>
      </p:sp>
      <p:sp>
        <p:nvSpPr>
          <p:cNvPr id="7" name="Textfeld 6"/>
          <p:cNvSpPr txBox="1"/>
          <p:nvPr/>
        </p:nvSpPr>
        <p:spPr>
          <a:xfrm>
            <a:off x="4512056" y="3862790"/>
            <a:ext cx="2016224" cy="646331"/>
          </a:xfrm>
          <a:prstGeom prst="rect">
            <a:avLst/>
          </a:prstGeom>
          <a:noFill/>
        </p:spPr>
        <p:txBody>
          <a:bodyPr wrap="square" rtlCol="0">
            <a:spAutoFit/>
          </a:bodyPr>
          <a:lstStyle/>
          <a:p>
            <a:r>
              <a:rPr lang="en-GB" b="1" dirty="0">
                <a:solidFill>
                  <a:srgbClr val="E37823"/>
                </a:solidFill>
                <a:latin typeface="+mj-lt"/>
              </a:rPr>
              <a:t>Documentation</a:t>
            </a:r>
            <a:br>
              <a:rPr lang="en-GB" b="1" dirty="0">
                <a:solidFill>
                  <a:srgbClr val="E37823"/>
                </a:solidFill>
                <a:latin typeface="+mj-lt"/>
              </a:rPr>
            </a:br>
            <a:r>
              <a:rPr lang="en-GB" b="1" dirty="0">
                <a:solidFill>
                  <a:srgbClr val="E37823"/>
                </a:solidFill>
                <a:latin typeface="+mj-lt"/>
              </a:rPr>
              <a:t>Metadata</a:t>
            </a:r>
          </a:p>
        </p:txBody>
      </p:sp>
      <p:graphicFrame>
        <p:nvGraphicFramePr>
          <p:cNvPr id="10" name="Tabelle 9"/>
          <p:cNvGraphicFramePr>
            <a:graphicFrameLocks noGrp="1"/>
          </p:cNvGraphicFramePr>
          <p:nvPr/>
        </p:nvGraphicFramePr>
        <p:xfrm>
          <a:off x="13956704" y="5517232"/>
          <a:ext cx="3180184" cy="2857500"/>
        </p:xfrm>
        <a:graphic>
          <a:graphicData uri="http://schemas.openxmlformats.org/drawingml/2006/table">
            <a:tbl>
              <a:tblPr>
                <a:tableStyleId>{5C22544A-7EE6-4342-B048-85BDC9FD1C3A}</a:tableStyleId>
              </a:tblPr>
              <a:tblGrid>
                <a:gridCol w="795046">
                  <a:extLst>
                    <a:ext uri="{9D8B030D-6E8A-4147-A177-3AD203B41FA5}">
                      <a16:colId xmlns:a16="http://schemas.microsoft.com/office/drawing/2014/main" val="3671946150"/>
                    </a:ext>
                  </a:extLst>
                </a:gridCol>
                <a:gridCol w="795046">
                  <a:extLst>
                    <a:ext uri="{9D8B030D-6E8A-4147-A177-3AD203B41FA5}">
                      <a16:colId xmlns:a16="http://schemas.microsoft.com/office/drawing/2014/main" val="380507116"/>
                    </a:ext>
                  </a:extLst>
                </a:gridCol>
                <a:gridCol w="725996">
                  <a:extLst>
                    <a:ext uri="{9D8B030D-6E8A-4147-A177-3AD203B41FA5}">
                      <a16:colId xmlns:a16="http://schemas.microsoft.com/office/drawing/2014/main" val="3216594887"/>
                    </a:ext>
                  </a:extLst>
                </a:gridCol>
                <a:gridCol w="864096">
                  <a:extLst>
                    <a:ext uri="{9D8B030D-6E8A-4147-A177-3AD203B41FA5}">
                      <a16:colId xmlns:a16="http://schemas.microsoft.com/office/drawing/2014/main" val="2934240388"/>
                    </a:ext>
                  </a:extLst>
                </a:gridCol>
              </a:tblGrid>
              <a:tr h="190500">
                <a:tc>
                  <a:txBody>
                    <a:bodyPr/>
                    <a:lstStyle/>
                    <a:p>
                      <a:pPr algn="l" fontAlgn="b"/>
                      <a:r>
                        <a:rPr lang="de-AT" sz="1100" u="none" strike="noStrike" dirty="0">
                          <a:effectLst/>
                        </a:rPr>
                        <a:t>jahr</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de-AT" sz="1100" u="none" strike="noStrike" dirty="0">
                          <a:effectLst/>
                        </a:rPr>
                        <a:t>brp_mio</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de-AT" sz="1100" u="none" strike="noStrike" dirty="0">
                          <a:effectLst/>
                        </a:rPr>
                        <a:t>anteil_wien</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de-AT" sz="1100" u="none" strike="noStrike" dirty="0">
                          <a:effectLst/>
                        </a:rPr>
                        <a:t>brp_ew_wien</a:t>
                      </a:r>
                      <a:endParaRPr lang="de-AT"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4581003"/>
                  </a:ext>
                </a:extLst>
              </a:tr>
              <a:tr h="190500">
                <a:tc>
                  <a:txBody>
                    <a:bodyPr/>
                    <a:lstStyle/>
                    <a:p>
                      <a:pPr algn="r" fontAlgn="b"/>
                      <a:r>
                        <a:rPr lang="de-AT" sz="1100" u="none" strike="noStrike" dirty="0">
                          <a:effectLst/>
                        </a:rPr>
                        <a:t>2000</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57601</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27</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37100</a:t>
                      </a:r>
                      <a:endParaRPr lang="de-AT"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25154345"/>
                  </a:ext>
                </a:extLst>
              </a:tr>
              <a:tr h="190500">
                <a:tc>
                  <a:txBody>
                    <a:bodyPr/>
                    <a:lstStyle/>
                    <a:p>
                      <a:pPr algn="r" fontAlgn="b"/>
                      <a:r>
                        <a:rPr lang="de-AT" sz="1100" u="none" strike="noStrike" dirty="0">
                          <a:effectLst/>
                        </a:rPr>
                        <a:t>2001</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59780</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27,2</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38300</a:t>
                      </a:r>
                      <a:endParaRPr lang="de-AT"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165100360"/>
                  </a:ext>
                </a:extLst>
              </a:tr>
              <a:tr h="190500">
                <a:tc>
                  <a:txBody>
                    <a:bodyPr/>
                    <a:lstStyle/>
                    <a:p>
                      <a:pPr algn="r" fontAlgn="b"/>
                      <a:r>
                        <a:rPr lang="de-AT" sz="1100" u="none" strike="noStrike" dirty="0">
                          <a:effectLst/>
                        </a:rPr>
                        <a:t>2002</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61955</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27,4</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39100</a:t>
                      </a:r>
                      <a:endParaRPr lang="de-AT"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15441589"/>
                  </a:ext>
                </a:extLst>
              </a:tr>
              <a:tr h="190500">
                <a:tc>
                  <a:txBody>
                    <a:bodyPr/>
                    <a:lstStyle/>
                    <a:p>
                      <a:pPr algn="r" fontAlgn="b"/>
                      <a:r>
                        <a:rPr lang="de-AT" sz="1100" u="none" strike="noStrike" dirty="0">
                          <a:effectLst/>
                        </a:rPr>
                        <a:t>2003</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62284</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27</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38900</a:t>
                      </a:r>
                      <a:endParaRPr lang="de-AT"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500367439"/>
                  </a:ext>
                </a:extLst>
              </a:tr>
              <a:tr h="190500">
                <a:tc>
                  <a:txBody>
                    <a:bodyPr/>
                    <a:lstStyle/>
                    <a:p>
                      <a:pPr algn="r" fontAlgn="b"/>
                      <a:r>
                        <a:rPr lang="de-AT" sz="1100" u="none" strike="noStrike" dirty="0">
                          <a:effectLst/>
                        </a:rPr>
                        <a:t>2004</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64207</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26,6</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39600</a:t>
                      </a:r>
                      <a:endParaRPr lang="de-AT"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92462835"/>
                  </a:ext>
                </a:extLst>
              </a:tr>
              <a:tr h="190500">
                <a:tc>
                  <a:txBody>
                    <a:bodyPr/>
                    <a:lstStyle/>
                    <a:p>
                      <a:pPr algn="r" fontAlgn="b"/>
                      <a:r>
                        <a:rPr lang="de-AT" sz="1100" u="none" strike="noStrike" dirty="0">
                          <a:effectLst/>
                        </a:rPr>
                        <a:t>2005</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67051</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26,5</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40800</a:t>
                      </a:r>
                      <a:endParaRPr lang="de-AT"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67545602"/>
                  </a:ext>
                </a:extLst>
              </a:tr>
              <a:tr h="190500">
                <a:tc>
                  <a:txBody>
                    <a:bodyPr/>
                    <a:lstStyle/>
                    <a:p>
                      <a:pPr algn="r" fontAlgn="b"/>
                      <a:r>
                        <a:rPr lang="de-AT" sz="1100" u="none" strike="noStrike" dirty="0">
                          <a:effectLst/>
                        </a:rPr>
                        <a:t>2006</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70711</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26,5</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42700</a:t>
                      </a:r>
                      <a:endParaRPr lang="de-AT"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01497368"/>
                  </a:ext>
                </a:extLst>
              </a:tr>
              <a:tr h="190500">
                <a:tc>
                  <a:txBody>
                    <a:bodyPr/>
                    <a:lstStyle/>
                    <a:p>
                      <a:pPr algn="r" fontAlgn="b"/>
                      <a:r>
                        <a:rPr lang="de-AT" sz="1100" u="none" strike="noStrike" dirty="0">
                          <a:effectLst/>
                        </a:rPr>
                        <a:t>2007</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73433</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26</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44100</a:t>
                      </a:r>
                      <a:endParaRPr lang="de-AT"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736663403"/>
                  </a:ext>
                </a:extLst>
              </a:tr>
              <a:tr h="190500">
                <a:tc>
                  <a:txBody>
                    <a:bodyPr/>
                    <a:lstStyle/>
                    <a:p>
                      <a:pPr algn="r" fontAlgn="b"/>
                      <a:r>
                        <a:rPr lang="de-AT" sz="1100" u="none" strike="noStrike" dirty="0">
                          <a:effectLst/>
                        </a:rPr>
                        <a:t>2008</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76251</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26,1</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45500</a:t>
                      </a:r>
                      <a:endParaRPr lang="de-AT"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6180179"/>
                  </a:ext>
                </a:extLst>
              </a:tr>
              <a:tr h="190500">
                <a:tc>
                  <a:txBody>
                    <a:bodyPr/>
                    <a:lstStyle/>
                    <a:p>
                      <a:pPr algn="r" fontAlgn="b"/>
                      <a:r>
                        <a:rPr lang="de-AT" sz="1100" u="none" strike="noStrike" dirty="0">
                          <a:effectLst/>
                        </a:rPr>
                        <a:t>2009</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75755</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26,5</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45000</a:t>
                      </a:r>
                      <a:endParaRPr lang="de-AT"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35798225"/>
                  </a:ext>
                </a:extLst>
              </a:tr>
              <a:tr h="190500">
                <a:tc>
                  <a:txBody>
                    <a:bodyPr/>
                    <a:lstStyle/>
                    <a:p>
                      <a:pPr algn="r" fontAlgn="b"/>
                      <a:r>
                        <a:rPr lang="de-AT" sz="1100" u="none" strike="noStrike" dirty="0">
                          <a:effectLst/>
                        </a:rPr>
                        <a:t>2010</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77552</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26,4</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45700</a:t>
                      </a:r>
                      <a:endParaRPr lang="de-AT"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46670882"/>
                  </a:ext>
                </a:extLst>
              </a:tr>
              <a:tr h="190500">
                <a:tc>
                  <a:txBody>
                    <a:bodyPr/>
                    <a:lstStyle/>
                    <a:p>
                      <a:pPr algn="r" fontAlgn="b"/>
                      <a:r>
                        <a:rPr lang="de-AT" sz="1100" u="none" strike="noStrike" dirty="0">
                          <a:effectLst/>
                        </a:rPr>
                        <a:t>2011</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80293</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26</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47000</a:t>
                      </a:r>
                      <a:endParaRPr lang="de-AT"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80280801"/>
                  </a:ext>
                </a:extLst>
              </a:tr>
              <a:tr h="190500">
                <a:tc>
                  <a:txBody>
                    <a:bodyPr/>
                    <a:lstStyle/>
                    <a:p>
                      <a:pPr algn="r" fontAlgn="b"/>
                      <a:r>
                        <a:rPr lang="de-AT" sz="1100" u="none" strike="noStrike" dirty="0">
                          <a:effectLst/>
                        </a:rPr>
                        <a:t>2012</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81772</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25,8</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47300</a:t>
                      </a:r>
                      <a:endParaRPr lang="de-AT"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51181126"/>
                  </a:ext>
                </a:extLst>
              </a:tr>
              <a:tr h="190500">
                <a:tc>
                  <a:txBody>
                    <a:bodyPr/>
                    <a:lstStyle/>
                    <a:p>
                      <a:pPr algn="r" fontAlgn="b"/>
                      <a:r>
                        <a:rPr lang="de-AT" sz="1100" u="none" strike="noStrike" dirty="0">
                          <a:effectLst/>
                        </a:rPr>
                        <a:t>2013</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82833</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25,7</a:t>
                      </a:r>
                      <a:endParaRPr lang="de-AT"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de-AT" sz="1100" u="none" strike="noStrike" dirty="0">
                          <a:effectLst/>
                        </a:rPr>
                        <a:t>47200</a:t>
                      </a:r>
                      <a:endParaRPr lang="de-AT"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996758875"/>
                  </a:ext>
                </a:extLst>
              </a:tr>
            </a:tbl>
          </a:graphicData>
        </a:graphic>
      </p:graphicFrame>
      <p:sp>
        <p:nvSpPr>
          <p:cNvPr id="11" name="Rechteck 10" descr="Statistik Austria, CC BY">
            <a:hlinkClick r:id="rId4"/>
          </p:cNvPr>
          <p:cNvSpPr/>
          <p:nvPr/>
        </p:nvSpPr>
        <p:spPr>
          <a:xfrm>
            <a:off x="7932064" y="2573610"/>
            <a:ext cx="3995936" cy="3231654"/>
          </a:xfrm>
          <a:prstGeom prst="rect">
            <a:avLst/>
          </a:prstGeom>
        </p:spPr>
        <p:txBody>
          <a:bodyPr wrap="square">
            <a:spAutoFit/>
          </a:bodyPr>
          <a:lstStyle/>
          <a:p>
            <a:r>
              <a:rPr lang="en-GB" sz="1200" dirty="0">
                <a:latin typeface="Courier New" panose="02070309020205020404" pitchFamily="49" charset="0"/>
                <a:cs typeface="Courier New" panose="02070309020205020404" pitchFamily="49" charset="0"/>
              </a:rPr>
              <a:t>C-A10-0;C-B00-0;C-C11-0;F-ISIS-568</a:t>
            </a:r>
          </a:p>
          <a:p>
            <a:r>
              <a:rPr lang="en-GB" sz="1200" dirty="0">
                <a:latin typeface="Courier New" panose="02070309020205020404" pitchFamily="49" charset="0"/>
                <a:cs typeface="Courier New" panose="02070309020205020404" pitchFamily="49" charset="0"/>
              </a:rPr>
              <a:t>A10-1982;B00-1;C11-1;129951</a:t>
            </a:r>
          </a:p>
          <a:p>
            <a:r>
              <a:rPr lang="en-GB" sz="1200" dirty="0">
                <a:latin typeface="Courier New" panose="02070309020205020404" pitchFamily="49" charset="0"/>
                <a:cs typeface="Courier New" panose="02070309020205020404" pitchFamily="49" charset="0"/>
              </a:rPr>
              <a:t>A10-1982;B00-1;C11-2;140571</a:t>
            </a:r>
          </a:p>
          <a:p>
            <a:r>
              <a:rPr lang="en-GB" sz="1200" dirty="0">
                <a:latin typeface="Courier New" panose="02070309020205020404" pitchFamily="49" charset="0"/>
                <a:cs typeface="Courier New" panose="02070309020205020404" pitchFamily="49" charset="0"/>
              </a:rPr>
              <a:t>A10-1982;B00-1;Total;270522</a:t>
            </a:r>
          </a:p>
          <a:p>
            <a:r>
              <a:rPr lang="en-GB" sz="1200" dirty="0">
                <a:latin typeface="Courier New" panose="02070309020205020404" pitchFamily="49" charset="0"/>
                <a:cs typeface="Courier New" panose="02070309020205020404" pitchFamily="49" charset="0"/>
              </a:rPr>
              <a:t>A10-1982;B00-2;C11-1;258738</a:t>
            </a:r>
          </a:p>
          <a:p>
            <a:r>
              <a:rPr lang="en-GB" sz="1200" dirty="0">
                <a:latin typeface="Courier New" panose="02070309020205020404" pitchFamily="49" charset="0"/>
                <a:cs typeface="Courier New" panose="02070309020205020404" pitchFamily="49" charset="0"/>
              </a:rPr>
              <a:t>A10-1982;B00-2;C11-2;279179</a:t>
            </a:r>
          </a:p>
          <a:p>
            <a:r>
              <a:rPr lang="en-GB" sz="1200" dirty="0">
                <a:latin typeface="Courier New" panose="02070309020205020404" pitchFamily="49" charset="0"/>
                <a:cs typeface="Courier New" panose="02070309020205020404" pitchFamily="49" charset="0"/>
              </a:rPr>
              <a:t>A10-1982;B00-2;Total;537917</a:t>
            </a:r>
          </a:p>
          <a:p>
            <a:r>
              <a:rPr lang="en-GB" sz="1200" dirty="0">
                <a:latin typeface="Courier New" panose="02070309020205020404" pitchFamily="49" charset="0"/>
                <a:cs typeface="Courier New" panose="02070309020205020404" pitchFamily="49" charset="0"/>
              </a:rPr>
              <a:t>A10-1982;B00-3;C11-1;687036</a:t>
            </a:r>
          </a:p>
          <a:p>
            <a:r>
              <a:rPr lang="en-GB" sz="1200" dirty="0">
                <a:latin typeface="Courier New" panose="02070309020205020404" pitchFamily="49" charset="0"/>
                <a:cs typeface="Courier New" panose="02070309020205020404" pitchFamily="49" charset="0"/>
              </a:rPr>
              <a:t>A10-1982;B00-3;C11-2;749121</a:t>
            </a:r>
          </a:p>
          <a:p>
            <a:r>
              <a:rPr lang="en-GB" sz="1200" dirty="0">
                <a:latin typeface="Courier New" panose="02070309020205020404" pitchFamily="49" charset="0"/>
                <a:cs typeface="Courier New" panose="02070309020205020404" pitchFamily="49" charset="0"/>
              </a:rPr>
              <a:t>A10-1982;B00-3;Total;1436157</a:t>
            </a:r>
          </a:p>
          <a:p>
            <a:r>
              <a:rPr lang="en-GB" sz="1200" dirty="0">
                <a:latin typeface="Courier New" panose="02070309020205020404" pitchFamily="49" charset="0"/>
                <a:cs typeface="Courier New" panose="02070309020205020404" pitchFamily="49" charset="0"/>
              </a:rPr>
              <a:t>A10-1982;B00-4;C11-1;612958</a:t>
            </a:r>
          </a:p>
          <a:p>
            <a:r>
              <a:rPr lang="en-GB" sz="1200" dirty="0">
                <a:latin typeface="Courier New" panose="02070309020205020404" pitchFamily="49" charset="0"/>
                <a:cs typeface="Courier New" panose="02070309020205020404" pitchFamily="49" charset="0"/>
              </a:rPr>
              <a:t>A10-1982;B00-4;C11-2;663793</a:t>
            </a:r>
          </a:p>
          <a:p>
            <a:r>
              <a:rPr lang="en-GB" sz="1200" dirty="0">
                <a:latin typeface="Courier New" panose="02070309020205020404" pitchFamily="49" charset="0"/>
                <a:cs typeface="Courier New" panose="02070309020205020404" pitchFamily="49" charset="0"/>
              </a:rPr>
              <a:t>A10-1982;B00-4;Total;1276751</a:t>
            </a:r>
          </a:p>
          <a:p>
            <a:r>
              <a:rPr lang="en-GB" sz="1200" dirty="0">
                <a:latin typeface="Courier New" panose="02070309020205020404" pitchFamily="49" charset="0"/>
                <a:cs typeface="Courier New" panose="02070309020205020404" pitchFamily="49" charset="0"/>
              </a:rPr>
              <a:t>A10-1982;B00-5;C11-1;212673</a:t>
            </a:r>
          </a:p>
          <a:p>
            <a:r>
              <a:rPr lang="en-GB" sz="1200" dirty="0">
                <a:latin typeface="Courier New" panose="02070309020205020404" pitchFamily="49" charset="0"/>
                <a:cs typeface="Courier New" panose="02070309020205020404" pitchFamily="49" charset="0"/>
              </a:rPr>
              <a:t>A10-1982;B00-5;C11-2;233449</a:t>
            </a:r>
          </a:p>
          <a:p>
            <a:r>
              <a:rPr lang="en-GB" sz="1200" dirty="0">
                <a:latin typeface="Courier New" panose="02070309020205020404" pitchFamily="49" charset="0"/>
                <a:cs typeface="Courier New" panose="02070309020205020404" pitchFamily="49" charset="0"/>
              </a:rPr>
              <a:t>A10-1982;B00-5;Total;446122</a:t>
            </a:r>
          </a:p>
          <a:p>
            <a:r>
              <a:rPr lang="en-GB" sz="1200" dirty="0">
                <a:latin typeface="Courier New" panose="02070309020205020404" pitchFamily="49" charset="0"/>
                <a:cs typeface="Courier New" panose="02070309020205020404" pitchFamily="49" charset="0"/>
              </a:rPr>
              <a:t>A10-1982;B00-6;C11-1;568402</a:t>
            </a:r>
          </a:p>
        </p:txBody>
      </p:sp>
      <p:sp>
        <p:nvSpPr>
          <p:cNvPr id="8" name="NOIMAGES_0001">
            <a:extLst>
              <a:ext uri="{FF2B5EF4-FFF2-40B4-BE49-F238E27FC236}">
                <a16:creationId xmlns:a16="http://schemas.microsoft.com/office/drawing/2014/main" id="{042B020E-D9F5-4995-B774-F733D45E4C89}"/>
              </a:ext>
            </a:extLst>
          </p:cNvPr>
          <p:cNvSpPr/>
          <p:nvPr/>
        </p:nvSpPr>
        <p:spPr>
          <a:xfrm>
            <a:off x="-1333500" y="0"/>
            <a:ext cx="1270000" cy="1270000"/>
          </a:xfrm>
          <a:prstGeom prst="rect">
            <a:avLst/>
          </a:prstGeom>
          <a:solidFill>
            <a:schemeClr val="bg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a:solidFill>
                  <a:srgbClr val="FF0000"/>
                </a:solidFill>
              </a:rPr>
              <a:t>Images excluded</a:t>
            </a:r>
            <a:endParaRPr lang="en-GB" dirty="0">
              <a:solidFill>
                <a:srgbClr val="FF0000"/>
              </a:solidFill>
            </a:endParaRPr>
          </a:p>
        </p:txBody>
      </p:sp>
      <p:sp>
        <p:nvSpPr>
          <p:cNvPr id="9" name="Footer Placeholder 8">
            <a:extLst>
              <a:ext uri="{FF2B5EF4-FFF2-40B4-BE49-F238E27FC236}">
                <a16:creationId xmlns:a16="http://schemas.microsoft.com/office/drawing/2014/main" id="{37C2E2AC-46CA-4D20-7354-EC4591F7F57C}"/>
              </a:ext>
            </a:extLst>
          </p:cNvPr>
          <p:cNvSpPr>
            <a:spLocks noGrp="1"/>
          </p:cNvSpPr>
          <p:nvPr>
            <p:ph type="ftr" sz="quarter" idx="11"/>
          </p:nvPr>
        </p:nvSpPr>
        <p:spPr/>
        <p:txBody>
          <a:bodyPr/>
          <a:lstStyle/>
          <a:p>
            <a:r>
              <a:rPr lang="en-GB"/>
              <a:t>KMH</a:t>
            </a:r>
            <a:endParaRPr lang="en-GB" dirty="0"/>
          </a:p>
        </p:txBody>
      </p:sp>
      <p:sp>
        <p:nvSpPr>
          <p:cNvPr id="12" name="Slide Number Placeholder 11">
            <a:extLst>
              <a:ext uri="{FF2B5EF4-FFF2-40B4-BE49-F238E27FC236}">
                <a16:creationId xmlns:a16="http://schemas.microsoft.com/office/drawing/2014/main" id="{1644F103-6D56-1DFF-7B40-A1075DC72B16}"/>
              </a:ext>
            </a:extLst>
          </p:cNvPr>
          <p:cNvSpPr>
            <a:spLocks noGrp="1"/>
          </p:cNvSpPr>
          <p:nvPr>
            <p:ph type="sldNum" sz="quarter" idx="12"/>
          </p:nvPr>
        </p:nvSpPr>
        <p:spPr/>
        <p:txBody>
          <a:bodyPr/>
          <a:lstStyle/>
          <a:p>
            <a:fld id="{D836C0FE-70CA-4950-82D6-CF602CC2B770}" type="slidenum">
              <a:rPr lang="en-GB" smtClean="0"/>
              <a:t>19</a:t>
            </a:fld>
            <a:endParaRPr lang="en-GB" dirty="0"/>
          </a:p>
        </p:txBody>
      </p:sp>
    </p:spTree>
    <p:extLst>
      <p:ext uri="{BB962C8B-B14F-4D97-AF65-F5344CB8AC3E}">
        <p14:creationId xmlns:p14="http://schemas.microsoft.com/office/powerpoint/2010/main" val="10209201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A77C85-4CDD-491B-AC1A-625337D477F4}"/>
              </a:ext>
            </a:extLst>
          </p:cNvPr>
          <p:cNvSpPr>
            <a:spLocks noGrp="1"/>
          </p:cNvSpPr>
          <p:nvPr>
            <p:ph type="title"/>
          </p:nvPr>
        </p:nvSpPr>
        <p:spPr/>
        <p:txBody>
          <a:bodyPr/>
          <a:lstStyle/>
          <a:p>
            <a:r>
              <a:rPr lang="en-GB" dirty="0"/>
              <a:t>Data Validation Strategies</a:t>
            </a:r>
          </a:p>
        </p:txBody>
      </p:sp>
      <p:sp>
        <p:nvSpPr>
          <p:cNvPr id="5" name="Date Placeholder 4">
            <a:extLst>
              <a:ext uri="{FF2B5EF4-FFF2-40B4-BE49-F238E27FC236}">
                <a16:creationId xmlns:a16="http://schemas.microsoft.com/office/drawing/2014/main" id="{AC4199B1-E828-4369-66C3-087AFBAE718A}"/>
              </a:ext>
            </a:extLst>
          </p:cNvPr>
          <p:cNvSpPr>
            <a:spLocks noGrp="1"/>
          </p:cNvSpPr>
          <p:nvPr>
            <p:ph type="dt" sz="half" idx="10"/>
          </p:nvPr>
        </p:nvSpPr>
        <p:spPr/>
        <p:txBody>
          <a:bodyPr/>
          <a:lstStyle/>
          <a:p>
            <a:r>
              <a:rPr lang="en-GB"/>
              <a:t>(OpenAire, 2025)</a:t>
            </a:r>
            <a:endParaRPr lang="en-GB" dirty="0"/>
          </a:p>
        </p:txBody>
      </p:sp>
      <p:sp>
        <p:nvSpPr>
          <p:cNvPr id="6" name="Footer Placeholder 5">
            <a:extLst>
              <a:ext uri="{FF2B5EF4-FFF2-40B4-BE49-F238E27FC236}">
                <a16:creationId xmlns:a16="http://schemas.microsoft.com/office/drawing/2014/main" id="{D6694DAA-FCE1-BAE1-8A95-D1B7246E19C2}"/>
              </a:ext>
            </a:extLst>
          </p:cNvPr>
          <p:cNvSpPr>
            <a:spLocks noGrp="1"/>
          </p:cNvSpPr>
          <p:nvPr>
            <p:ph type="ftr" sz="quarter" idx="11"/>
          </p:nvPr>
        </p:nvSpPr>
        <p:spPr/>
        <p:txBody>
          <a:bodyPr/>
          <a:lstStyle/>
          <a:p>
            <a:r>
              <a:rPr lang="en-GB"/>
              <a:t>KMH</a:t>
            </a:r>
            <a:endParaRPr lang="en-GB" dirty="0"/>
          </a:p>
        </p:txBody>
      </p:sp>
      <p:sp>
        <p:nvSpPr>
          <p:cNvPr id="7" name="Slide Number Placeholder 6">
            <a:extLst>
              <a:ext uri="{FF2B5EF4-FFF2-40B4-BE49-F238E27FC236}">
                <a16:creationId xmlns:a16="http://schemas.microsoft.com/office/drawing/2014/main" id="{E0124878-5CF9-B915-C0BD-916EBD641831}"/>
              </a:ext>
            </a:extLst>
          </p:cNvPr>
          <p:cNvSpPr>
            <a:spLocks noGrp="1"/>
          </p:cNvSpPr>
          <p:nvPr>
            <p:ph type="sldNum" sz="quarter" idx="12"/>
          </p:nvPr>
        </p:nvSpPr>
        <p:spPr/>
        <p:txBody>
          <a:bodyPr/>
          <a:lstStyle/>
          <a:p>
            <a:fld id="{D836C0FE-70CA-4950-82D6-CF602CC2B770}" type="slidenum">
              <a:rPr lang="en-GB" smtClean="0"/>
              <a:t>20</a:t>
            </a:fld>
            <a:endParaRPr lang="en-GB" dirty="0"/>
          </a:p>
        </p:txBody>
      </p:sp>
      <p:pic>
        <p:nvPicPr>
          <p:cNvPr id="10" name="Picture 2">
            <a:hlinkClick r:id="rId2"/>
            <a:extLst>
              <a:ext uri="{FF2B5EF4-FFF2-40B4-BE49-F238E27FC236}">
                <a16:creationId xmlns:a16="http://schemas.microsoft.com/office/drawing/2014/main" id="{A3782115-B17F-0C2F-9D0F-AA1B25848C0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856000" y="1341000"/>
            <a:ext cx="6970187" cy="48994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28090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8D084-574C-2EF1-060E-945B0BA6063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B8C7BAC-242B-C7BD-5378-DD8BD356EE98}"/>
              </a:ext>
            </a:extLst>
          </p:cNvPr>
          <p:cNvSpPr>
            <a:spLocks noGrp="1"/>
          </p:cNvSpPr>
          <p:nvPr>
            <p:ph type="title"/>
          </p:nvPr>
        </p:nvSpPr>
        <p:spPr/>
        <p:txBody>
          <a:bodyPr/>
          <a:lstStyle/>
          <a:p>
            <a:r>
              <a:rPr lang="en-GB" dirty="0"/>
              <a:t>Data Validation Strategies</a:t>
            </a:r>
          </a:p>
        </p:txBody>
      </p:sp>
      <p:sp>
        <p:nvSpPr>
          <p:cNvPr id="3" name="Inhaltsplatzhalter 2">
            <a:extLst>
              <a:ext uri="{FF2B5EF4-FFF2-40B4-BE49-F238E27FC236}">
                <a16:creationId xmlns:a16="http://schemas.microsoft.com/office/drawing/2014/main" id="{DDDB2B6D-5451-B61C-745F-4DB7066BDA87}"/>
              </a:ext>
            </a:extLst>
          </p:cNvPr>
          <p:cNvSpPr>
            <a:spLocks noGrp="1"/>
          </p:cNvSpPr>
          <p:nvPr>
            <p:ph idx="1"/>
          </p:nvPr>
        </p:nvSpPr>
        <p:spPr/>
        <p:txBody>
          <a:bodyPr>
            <a:normAutofit fontScale="70000" lnSpcReduction="20000"/>
          </a:bodyPr>
          <a:lstStyle/>
          <a:p>
            <a:r>
              <a:rPr lang="en-GB" dirty="0"/>
              <a:t>Data type-related checks:</a:t>
            </a:r>
          </a:p>
          <a:p>
            <a:pPr lvl="1"/>
            <a:r>
              <a:rPr lang="en-GB" dirty="0"/>
              <a:t>Consistency</a:t>
            </a:r>
          </a:p>
          <a:p>
            <a:pPr lvl="1"/>
            <a:r>
              <a:rPr lang="en-GB" dirty="0"/>
              <a:t>Special characters, etc.</a:t>
            </a:r>
          </a:p>
          <a:p>
            <a:pPr lvl="1"/>
            <a:r>
              <a:rPr lang="en-GB" dirty="0"/>
              <a:t>Decimal point etc.</a:t>
            </a:r>
          </a:p>
          <a:p>
            <a:r>
              <a:rPr lang="en-US" dirty="0"/>
              <a:t>Verification of spans, totals, etc.</a:t>
            </a:r>
            <a:endParaRPr lang="en-GB" dirty="0"/>
          </a:p>
          <a:p>
            <a:pPr lvl="1"/>
            <a:r>
              <a:rPr lang="en-GB" dirty="0"/>
              <a:t>e.g. at %</a:t>
            </a:r>
          </a:p>
          <a:p>
            <a:r>
              <a:rPr lang="en-GB" dirty="0"/>
              <a:t>Cross-reference check of validity</a:t>
            </a:r>
          </a:p>
          <a:p>
            <a:pPr lvl="1"/>
            <a:r>
              <a:rPr lang="en-US" dirty="0"/>
              <a:t>What do other data sources say?</a:t>
            </a:r>
            <a:endParaRPr lang="en-GB" dirty="0"/>
          </a:p>
          <a:p>
            <a:r>
              <a:rPr lang="en-GB" dirty="0"/>
              <a:t>Consistency check</a:t>
            </a:r>
          </a:p>
          <a:p>
            <a:pPr lvl="1"/>
            <a:r>
              <a:rPr lang="en-GB" dirty="0"/>
              <a:t>Gaps etc.</a:t>
            </a:r>
          </a:p>
          <a:p>
            <a:r>
              <a:rPr lang="en-GB" dirty="0"/>
              <a:t>Verification of references</a:t>
            </a:r>
          </a:p>
          <a:p>
            <a:r>
              <a:rPr lang="en-GB" dirty="0"/>
              <a:t>…</a:t>
            </a:r>
          </a:p>
        </p:txBody>
      </p:sp>
      <p:sp>
        <p:nvSpPr>
          <p:cNvPr id="5" name="Date Placeholder 4">
            <a:extLst>
              <a:ext uri="{FF2B5EF4-FFF2-40B4-BE49-F238E27FC236}">
                <a16:creationId xmlns:a16="http://schemas.microsoft.com/office/drawing/2014/main" id="{DD27E50D-2541-BE41-53C4-30595BB7AFEE}"/>
              </a:ext>
            </a:extLst>
          </p:cNvPr>
          <p:cNvSpPr>
            <a:spLocks noGrp="1"/>
          </p:cNvSpPr>
          <p:nvPr>
            <p:ph type="dt" sz="half" idx="10"/>
          </p:nvPr>
        </p:nvSpPr>
        <p:spPr/>
        <p:txBody>
          <a:bodyPr/>
          <a:lstStyle/>
          <a:p>
            <a:endParaRPr lang="en-GB" dirty="0"/>
          </a:p>
        </p:txBody>
      </p:sp>
      <p:sp>
        <p:nvSpPr>
          <p:cNvPr id="6" name="Footer Placeholder 5">
            <a:extLst>
              <a:ext uri="{FF2B5EF4-FFF2-40B4-BE49-F238E27FC236}">
                <a16:creationId xmlns:a16="http://schemas.microsoft.com/office/drawing/2014/main" id="{E73A8E48-EA65-1C13-2795-5FF632F46CCD}"/>
              </a:ext>
            </a:extLst>
          </p:cNvPr>
          <p:cNvSpPr>
            <a:spLocks noGrp="1"/>
          </p:cNvSpPr>
          <p:nvPr>
            <p:ph type="ftr" sz="quarter" idx="11"/>
          </p:nvPr>
        </p:nvSpPr>
        <p:spPr/>
        <p:txBody>
          <a:bodyPr/>
          <a:lstStyle/>
          <a:p>
            <a:r>
              <a:rPr lang="en-GB"/>
              <a:t>KMH</a:t>
            </a:r>
            <a:endParaRPr lang="en-GB" dirty="0"/>
          </a:p>
        </p:txBody>
      </p:sp>
      <p:sp>
        <p:nvSpPr>
          <p:cNvPr id="7" name="Slide Number Placeholder 6">
            <a:extLst>
              <a:ext uri="{FF2B5EF4-FFF2-40B4-BE49-F238E27FC236}">
                <a16:creationId xmlns:a16="http://schemas.microsoft.com/office/drawing/2014/main" id="{79A40185-236B-0F84-3AC4-1049B1E0F8A1}"/>
              </a:ext>
            </a:extLst>
          </p:cNvPr>
          <p:cNvSpPr>
            <a:spLocks noGrp="1"/>
          </p:cNvSpPr>
          <p:nvPr>
            <p:ph type="sldNum" sz="quarter" idx="12"/>
          </p:nvPr>
        </p:nvSpPr>
        <p:spPr/>
        <p:txBody>
          <a:bodyPr/>
          <a:lstStyle/>
          <a:p>
            <a:fld id="{D836C0FE-70CA-4950-82D6-CF602CC2B770}" type="slidenum">
              <a:rPr lang="en-GB" smtClean="0"/>
              <a:t>21</a:t>
            </a:fld>
            <a:endParaRPr lang="en-GB" dirty="0"/>
          </a:p>
        </p:txBody>
      </p:sp>
      <p:pic>
        <p:nvPicPr>
          <p:cNvPr id="1026" name="Picture 2">
            <a:extLst>
              <a:ext uri="{FF2B5EF4-FFF2-40B4-BE49-F238E27FC236}">
                <a16:creationId xmlns:a16="http://schemas.microsoft.com/office/drawing/2014/main" id="{7EFF2417-DC8F-D1D6-C2EF-426B6F2449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50223" y="1772998"/>
            <a:ext cx="6042522" cy="4247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37014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496CE73D-F621-EDF0-F809-20D70E57B7A2}"/>
              </a:ext>
            </a:extLst>
          </p:cNvPr>
          <p:cNvSpPr>
            <a:spLocks noGrp="1"/>
          </p:cNvSpPr>
          <p:nvPr>
            <p:ph type="sldNum" sz="quarter" idx="12"/>
          </p:nvPr>
        </p:nvSpPr>
        <p:spPr/>
        <p:txBody>
          <a:bodyPr/>
          <a:lstStyle/>
          <a:p>
            <a:fld id="{D836C0FE-70CA-4950-82D6-CF602CC2B770}" type="slidenum">
              <a:rPr lang="en-GB" smtClean="0"/>
              <a:t>22</a:t>
            </a:fld>
            <a:endParaRPr lang="en-GB" dirty="0"/>
          </a:p>
        </p:txBody>
      </p:sp>
      <p:sp>
        <p:nvSpPr>
          <p:cNvPr id="3" name="Titel 2">
            <a:extLst>
              <a:ext uri="{FF2B5EF4-FFF2-40B4-BE49-F238E27FC236}">
                <a16:creationId xmlns:a16="http://schemas.microsoft.com/office/drawing/2014/main" id="{360683C1-B017-4798-02B1-B47108C49D4D}"/>
              </a:ext>
            </a:extLst>
          </p:cNvPr>
          <p:cNvSpPr>
            <a:spLocks noGrp="1"/>
          </p:cNvSpPr>
          <p:nvPr>
            <p:ph type="title"/>
          </p:nvPr>
        </p:nvSpPr>
        <p:spPr/>
        <p:txBody>
          <a:bodyPr/>
          <a:lstStyle/>
          <a:p>
            <a:r>
              <a:rPr lang="en-GB" dirty="0"/>
              <a:t>On the Importance of FAIR Data</a:t>
            </a:r>
          </a:p>
        </p:txBody>
      </p:sp>
      <p:sp>
        <p:nvSpPr>
          <p:cNvPr id="4" name="Inhaltsplatzhalter 3">
            <a:extLst>
              <a:ext uri="{FF2B5EF4-FFF2-40B4-BE49-F238E27FC236}">
                <a16:creationId xmlns:a16="http://schemas.microsoft.com/office/drawing/2014/main" id="{1B7CB921-3B72-E6C4-9714-E21DB372D911}"/>
              </a:ext>
            </a:extLst>
          </p:cNvPr>
          <p:cNvSpPr>
            <a:spLocks noGrp="1"/>
          </p:cNvSpPr>
          <p:nvPr>
            <p:ph idx="1"/>
          </p:nvPr>
        </p:nvSpPr>
        <p:spPr/>
        <p:txBody>
          <a:bodyPr>
            <a:normAutofit/>
          </a:bodyPr>
          <a:lstStyle/>
          <a:p>
            <a:pPr marL="0" indent="0">
              <a:spcAft>
                <a:spcPts val="1400"/>
              </a:spcAft>
              <a:buNone/>
            </a:pPr>
            <a:r>
              <a:rPr lang="en-GB" sz="2400" b="1" dirty="0"/>
              <a:t>How can data be FAIR?</a:t>
            </a:r>
          </a:p>
          <a:p>
            <a:pPr>
              <a:spcAft>
                <a:spcPts val="1400"/>
              </a:spcAft>
            </a:pPr>
            <a:r>
              <a:rPr lang="en-GB" sz="2400" b="1"/>
              <a:t>Findable: </a:t>
            </a:r>
            <a:r>
              <a:rPr lang="en-GB" sz="2400"/>
              <a:t>Data and metadata are easy to find by humans and machines</a:t>
            </a:r>
          </a:p>
          <a:p>
            <a:pPr>
              <a:spcAft>
                <a:spcPts val="1400"/>
              </a:spcAft>
            </a:pPr>
            <a:r>
              <a:rPr lang="en-GB" sz="2400" b="1"/>
              <a:t>Accessible</a:t>
            </a:r>
            <a:r>
              <a:rPr lang="en-GB" sz="2400"/>
              <a:t>: Data can be retrieved using standardised, open protocols</a:t>
            </a:r>
          </a:p>
          <a:p>
            <a:pPr>
              <a:spcAft>
                <a:spcPts val="1400"/>
              </a:spcAft>
            </a:pPr>
            <a:r>
              <a:rPr lang="en-GB" sz="2400" b="1"/>
              <a:t>Interoperable</a:t>
            </a:r>
            <a:r>
              <a:rPr lang="en-GB" sz="2400"/>
              <a:t>: Data use shared standards, formats, and vocabularies</a:t>
            </a:r>
          </a:p>
          <a:p>
            <a:pPr>
              <a:spcAft>
                <a:spcPts val="1400"/>
              </a:spcAft>
            </a:pPr>
            <a:r>
              <a:rPr lang="en-GB" sz="2400" b="1"/>
              <a:t>Reusable</a:t>
            </a:r>
            <a:r>
              <a:rPr lang="en-GB" sz="2400"/>
              <a:t>: Data are well-described, licensed, and suitable for future use</a:t>
            </a:r>
            <a:endParaRPr lang="en-GB" sz="2400" dirty="0"/>
          </a:p>
        </p:txBody>
      </p:sp>
      <p:sp>
        <p:nvSpPr>
          <p:cNvPr id="5" name="Datumsplatzhalter 4">
            <a:extLst>
              <a:ext uri="{FF2B5EF4-FFF2-40B4-BE49-F238E27FC236}">
                <a16:creationId xmlns:a16="http://schemas.microsoft.com/office/drawing/2014/main" id="{B2EA16CE-47DE-31CF-C3C7-6250FF97F48F}"/>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E6987FAE-F60C-1B1B-523B-3DE8EE959126}"/>
              </a:ext>
            </a:extLst>
          </p:cNvPr>
          <p:cNvSpPr>
            <a:spLocks noGrp="1"/>
          </p:cNvSpPr>
          <p:nvPr>
            <p:ph type="ftr" sz="quarter" idx="11"/>
          </p:nvPr>
        </p:nvSpPr>
        <p:spPr/>
        <p:txBody>
          <a:bodyPr/>
          <a:lstStyle/>
          <a:p>
            <a:r>
              <a:rPr lang="en-GB"/>
              <a:t>KMH</a:t>
            </a:r>
            <a:endParaRPr lang="en-GB" dirty="0"/>
          </a:p>
        </p:txBody>
      </p:sp>
    </p:spTree>
    <p:extLst>
      <p:ext uri="{BB962C8B-B14F-4D97-AF65-F5344CB8AC3E}">
        <p14:creationId xmlns:p14="http://schemas.microsoft.com/office/powerpoint/2010/main" val="6898990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92921DA-CEA1-9AEE-1804-15BAEC61F644}"/>
              </a:ext>
            </a:extLst>
          </p:cNvPr>
          <p:cNvSpPr>
            <a:spLocks noGrp="1"/>
          </p:cNvSpPr>
          <p:nvPr>
            <p:ph type="sldNum" sz="quarter" idx="12"/>
          </p:nvPr>
        </p:nvSpPr>
        <p:spPr/>
        <p:txBody>
          <a:bodyPr/>
          <a:lstStyle/>
          <a:p>
            <a:fld id="{D836C0FE-70CA-4950-82D6-CF602CC2B770}" type="slidenum">
              <a:rPr lang="en-GB" smtClean="0"/>
              <a:t>23</a:t>
            </a:fld>
            <a:endParaRPr lang="en-GB" dirty="0"/>
          </a:p>
        </p:txBody>
      </p:sp>
      <p:sp>
        <p:nvSpPr>
          <p:cNvPr id="3" name="Title 2">
            <a:extLst>
              <a:ext uri="{FF2B5EF4-FFF2-40B4-BE49-F238E27FC236}">
                <a16:creationId xmlns:a16="http://schemas.microsoft.com/office/drawing/2014/main" id="{466FB46A-9673-CCDA-59F5-F972C2085AFE}"/>
              </a:ext>
            </a:extLst>
          </p:cNvPr>
          <p:cNvSpPr>
            <a:spLocks noGrp="1"/>
          </p:cNvSpPr>
          <p:nvPr>
            <p:ph type="title"/>
          </p:nvPr>
        </p:nvSpPr>
        <p:spPr>
          <a:xfrm>
            <a:off x="695326" y="549000"/>
            <a:ext cx="10008674" cy="792000"/>
          </a:xfrm>
        </p:spPr>
        <p:txBody>
          <a:bodyPr/>
          <a:lstStyle/>
          <a:p>
            <a:r>
              <a:rPr lang="en-GB" dirty="0"/>
              <a:t>FAIR needs Licences: The </a:t>
            </a:r>
            <a:r>
              <a:rPr lang="en-GB" dirty="0" err="1"/>
              <a:t>Creatice</a:t>
            </a:r>
            <a:r>
              <a:rPr lang="en-GB" dirty="0"/>
              <a:t> Commons Licence Family</a:t>
            </a:r>
          </a:p>
        </p:txBody>
      </p:sp>
      <p:sp>
        <p:nvSpPr>
          <p:cNvPr id="5" name="Date Placeholder 4">
            <a:extLst>
              <a:ext uri="{FF2B5EF4-FFF2-40B4-BE49-F238E27FC236}">
                <a16:creationId xmlns:a16="http://schemas.microsoft.com/office/drawing/2014/main" id="{49B73EFE-75F4-0A69-4C96-DB803766D1FE}"/>
              </a:ext>
            </a:extLst>
          </p:cNvPr>
          <p:cNvSpPr>
            <a:spLocks noGrp="1"/>
          </p:cNvSpPr>
          <p:nvPr>
            <p:ph type="dt" sz="half" idx="10"/>
          </p:nvPr>
        </p:nvSpPr>
        <p:spPr/>
        <p:txBody>
          <a:bodyPr/>
          <a:lstStyle/>
          <a:p>
            <a:r>
              <a:rPr lang="en-GB"/>
              <a:t>(Shaddim, CC BY)</a:t>
            </a:r>
            <a:endParaRPr lang="en-GB" dirty="0"/>
          </a:p>
        </p:txBody>
      </p:sp>
      <p:sp>
        <p:nvSpPr>
          <p:cNvPr id="6" name="Footer Placeholder 5">
            <a:extLst>
              <a:ext uri="{FF2B5EF4-FFF2-40B4-BE49-F238E27FC236}">
                <a16:creationId xmlns:a16="http://schemas.microsoft.com/office/drawing/2014/main" id="{EC40F165-AB5B-305E-8A63-3C30909F3991}"/>
              </a:ext>
            </a:extLst>
          </p:cNvPr>
          <p:cNvSpPr>
            <a:spLocks noGrp="1"/>
          </p:cNvSpPr>
          <p:nvPr>
            <p:ph type="ftr" sz="quarter" idx="11"/>
          </p:nvPr>
        </p:nvSpPr>
        <p:spPr/>
        <p:txBody>
          <a:bodyPr/>
          <a:lstStyle/>
          <a:p>
            <a:r>
              <a:rPr lang="en-GB"/>
              <a:t>KMH</a:t>
            </a:r>
            <a:endParaRPr lang="en-GB" dirty="0"/>
          </a:p>
        </p:txBody>
      </p:sp>
      <p:pic>
        <p:nvPicPr>
          <p:cNvPr id="7" name="Picture 2" descr="Shaddim, CC BY">
            <a:hlinkClick r:id="rId2"/>
            <a:extLst>
              <a:ext uri="{FF2B5EF4-FFF2-40B4-BE49-F238E27FC236}">
                <a16:creationId xmlns:a16="http://schemas.microsoft.com/office/drawing/2014/main" id="{AD726D66-9890-29D3-CF78-E04CAB20AD5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847999" y="1413000"/>
            <a:ext cx="2801553" cy="4535488"/>
          </a:xfrm>
          <a:prstGeom prst="rect">
            <a:avLst/>
          </a:prstGeom>
          <a:noFill/>
          <a:ln w="6350">
            <a:solidFill>
              <a:schemeClr val="tx1"/>
            </a:solidFill>
          </a:ln>
          <a:effectLst>
            <a:outerShdw blurRad="254000" dist="107763" dir="2699994" algn="tl">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098" name="Picture 2" descr="Creative Commons - Open Educational Resources - LibGuides at Bergen  Community College">
            <a:extLst>
              <a:ext uri="{FF2B5EF4-FFF2-40B4-BE49-F238E27FC236}">
                <a16:creationId xmlns:a16="http://schemas.microsoft.com/office/drawing/2014/main" id="{200CD0C8-C54D-8583-CD9E-9148FEFAC1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1501" y="1413000"/>
            <a:ext cx="47625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75703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0C75A9B-AD0D-3127-379C-9A5C63DA3613}"/>
              </a:ext>
            </a:extLst>
          </p:cNvPr>
          <p:cNvSpPr>
            <a:spLocks noGrp="1"/>
          </p:cNvSpPr>
          <p:nvPr>
            <p:ph type="sldNum" sz="quarter" idx="12"/>
          </p:nvPr>
        </p:nvSpPr>
        <p:spPr/>
        <p:txBody>
          <a:bodyPr/>
          <a:lstStyle/>
          <a:p>
            <a:fld id="{D836C0FE-70CA-4950-82D6-CF602CC2B770}" type="slidenum">
              <a:rPr lang="en-GB" smtClean="0"/>
              <a:t>24</a:t>
            </a:fld>
            <a:endParaRPr lang="en-GB" dirty="0"/>
          </a:p>
        </p:txBody>
      </p:sp>
      <p:sp>
        <p:nvSpPr>
          <p:cNvPr id="3" name="Title 2">
            <a:extLst>
              <a:ext uri="{FF2B5EF4-FFF2-40B4-BE49-F238E27FC236}">
                <a16:creationId xmlns:a16="http://schemas.microsoft.com/office/drawing/2014/main" id="{BFB6011F-CDEE-004A-0896-FC25B13E2A5B}"/>
              </a:ext>
            </a:extLst>
          </p:cNvPr>
          <p:cNvSpPr>
            <a:spLocks noGrp="1"/>
          </p:cNvSpPr>
          <p:nvPr>
            <p:ph type="title"/>
          </p:nvPr>
        </p:nvSpPr>
        <p:spPr/>
        <p:txBody>
          <a:bodyPr/>
          <a:lstStyle/>
          <a:p>
            <a:r>
              <a:rPr lang="en-GB" dirty="0"/>
              <a:t>By the Way: Who “owns” the Data?</a:t>
            </a:r>
          </a:p>
        </p:txBody>
      </p:sp>
      <p:sp>
        <p:nvSpPr>
          <p:cNvPr id="4" name="Content Placeholder 3">
            <a:extLst>
              <a:ext uri="{FF2B5EF4-FFF2-40B4-BE49-F238E27FC236}">
                <a16:creationId xmlns:a16="http://schemas.microsoft.com/office/drawing/2014/main" id="{95711853-5EA5-98A6-642A-DECDCECF03E8}"/>
              </a:ext>
            </a:extLst>
          </p:cNvPr>
          <p:cNvSpPr>
            <a:spLocks noGrp="1"/>
          </p:cNvSpPr>
          <p:nvPr>
            <p:ph idx="1"/>
          </p:nvPr>
        </p:nvSpPr>
        <p:spPr/>
        <p:txBody>
          <a:bodyPr/>
          <a:lstStyle/>
          <a:p>
            <a:endParaRPr lang="en-GB" dirty="0"/>
          </a:p>
        </p:txBody>
      </p:sp>
      <p:sp>
        <p:nvSpPr>
          <p:cNvPr id="5" name="Date Placeholder 4">
            <a:extLst>
              <a:ext uri="{FF2B5EF4-FFF2-40B4-BE49-F238E27FC236}">
                <a16:creationId xmlns:a16="http://schemas.microsoft.com/office/drawing/2014/main" id="{796FD03F-FDE6-989B-8673-C2F88EADC3FB}"/>
              </a:ext>
            </a:extLst>
          </p:cNvPr>
          <p:cNvSpPr>
            <a:spLocks noGrp="1"/>
          </p:cNvSpPr>
          <p:nvPr>
            <p:ph type="dt" sz="half" idx="10"/>
          </p:nvPr>
        </p:nvSpPr>
        <p:spPr/>
        <p:txBody>
          <a:bodyPr/>
          <a:lstStyle/>
          <a:p>
            <a:endParaRPr lang="en-GB" dirty="0"/>
          </a:p>
        </p:txBody>
      </p:sp>
      <p:sp>
        <p:nvSpPr>
          <p:cNvPr id="6" name="Footer Placeholder 5">
            <a:extLst>
              <a:ext uri="{FF2B5EF4-FFF2-40B4-BE49-F238E27FC236}">
                <a16:creationId xmlns:a16="http://schemas.microsoft.com/office/drawing/2014/main" id="{73D4C058-4A02-183E-F251-3687B4B18FA0}"/>
              </a:ext>
            </a:extLst>
          </p:cNvPr>
          <p:cNvSpPr>
            <a:spLocks noGrp="1"/>
          </p:cNvSpPr>
          <p:nvPr>
            <p:ph type="ftr" sz="quarter" idx="11"/>
          </p:nvPr>
        </p:nvSpPr>
        <p:spPr/>
        <p:txBody>
          <a:bodyPr/>
          <a:lstStyle/>
          <a:p>
            <a:r>
              <a:rPr lang="en-GB"/>
              <a:t>KMH</a:t>
            </a:r>
            <a:endParaRPr lang="en-GB" dirty="0"/>
          </a:p>
        </p:txBody>
      </p:sp>
      <p:pic>
        <p:nvPicPr>
          <p:cNvPr id="7" name="Grafik 4">
            <a:hlinkClick r:id="rId3"/>
            <a:extLst>
              <a:ext uri="{FF2B5EF4-FFF2-40B4-BE49-F238E27FC236}">
                <a16:creationId xmlns:a16="http://schemas.microsoft.com/office/drawing/2014/main" id="{345460F9-67D7-4402-17F9-AA9ABDF72357}"/>
              </a:ext>
            </a:extLst>
          </p:cNvPr>
          <p:cNvPicPr>
            <a:picLocks noChangeAspect="1"/>
          </p:cNvPicPr>
          <p:nvPr/>
        </p:nvPicPr>
        <p:blipFill>
          <a:blip r:embed="rId4"/>
          <a:stretch>
            <a:fillRect/>
          </a:stretch>
        </p:blipFill>
        <p:spPr>
          <a:xfrm>
            <a:off x="3992572" y="1789558"/>
            <a:ext cx="5271428" cy="4132722"/>
          </a:xfrm>
          <a:prstGeom prst="rect">
            <a:avLst/>
          </a:prstGeom>
          <a:ln w="6350">
            <a:solidFill>
              <a:srgbClr val="000000"/>
            </a:solidFill>
          </a:ln>
          <a:effectLst>
            <a:outerShdw blurRad="254000" dist="107763" dir="2699994" algn="tl">
              <a:prstClr val="black">
                <a:alpha val="40000"/>
              </a:prstClr>
            </a:outerShdw>
          </a:effectLst>
        </p:spPr>
      </p:pic>
      <p:pic>
        <p:nvPicPr>
          <p:cNvPr id="8" name="Picture 4" descr="https://assets.manz.at/api/products/cover?url=https%3A%2F%2Fapi.vlb.de%2Fapi%2Fv1%2Fcover%2F9783214012731%2Fm&amp;height=600&amp;isbn=9783214012731">
            <a:hlinkClick r:id="rId5"/>
            <a:extLst>
              <a:ext uri="{FF2B5EF4-FFF2-40B4-BE49-F238E27FC236}">
                <a16:creationId xmlns:a16="http://schemas.microsoft.com/office/drawing/2014/main" id="{5C3C0FCB-F3E9-2613-C31D-9804F873149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6000" y="1773000"/>
            <a:ext cx="2808312" cy="4149280"/>
          </a:xfrm>
          <a:prstGeom prst="rect">
            <a:avLst/>
          </a:prstGeom>
          <a:noFill/>
          <a:ln w="6350">
            <a:solidFill>
              <a:schemeClr val="tx1"/>
            </a:solidFill>
          </a:ln>
          <a:effectLst>
            <a:outerShdw blurRad="254000" dist="107763" dir="2699994" algn="tl">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46378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A697CF-8DED-FDE6-56AF-F9E062E71DEA}"/>
              </a:ext>
            </a:extLst>
          </p:cNvPr>
          <p:cNvSpPr>
            <a:spLocks noGrp="1"/>
          </p:cNvSpPr>
          <p:nvPr>
            <p:ph type="sldNum" sz="quarter" idx="12"/>
          </p:nvPr>
        </p:nvSpPr>
        <p:spPr/>
        <p:txBody>
          <a:bodyPr/>
          <a:lstStyle/>
          <a:p>
            <a:fld id="{D836C0FE-70CA-4950-82D6-CF602CC2B770}" type="slidenum">
              <a:rPr lang="en-GB" smtClean="0"/>
              <a:t>25</a:t>
            </a:fld>
            <a:endParaRPr lang="en-GB" dirty="0"/>
          </a:p>
        </p:txBody>
      </p:sp>
      <p:sp>
        <p:nvSpPr>
          <p:cNvPr id="3" name="Title 2">
            <a:extLst>
              <a:ext uri="{FF2B5EF4-FFF2-40B4-BE49-F238E27FC236}">
                <a16:creationId xmlns:a16="http://schemas.microsoft.com/office/drawing/2014/main" id="{7A837EF2-FD44-7DD4-6253-51E9B721AB4A}"/>
              </a:ext>
            </a:extLst>
          </p:cNvPr>
          <p:cNvSpPr>
            <a:spLocks noGrp="1"/>
          </p:cNvSpPr>
          <p:nvPr>
            <p:ph type="title"/>
          </p:nvPr>
        </p:nvSpPr>
        <p:spPr/>
        <p:txBody>
          <a:bodyPr/>
          <a:lstStyle/>
          <a:p>
            <a:r>
              <a:rPr lang="en-GB" dirty="0"/>
              <a:t>From FAIR to Open Data</a:t>
            </a:r>
          </a:p>
        </p:txBody>
      </p:sp>
      <p:sp>
        <p:nvSpPr>
          <p:cNvPr id="4" name="Content Placeholder 3">
            <a:extLst>
              <a:ext uri="{FF2B5EF4-FFF2-40B4-BE49-F238E27FC236}">
                <a16:creationId xmlns:a16="http://schemas.microsoft.com/office/drawing/2014/main" id="{ABBB6353-75DA-7C63-BE81-08DA880A8A92}"/>
              </a:ext>
            </a:extLst>
          </p:cNvPr>
          <p:cNvSpPr>
            <a:spLocks noGrp="1"/>
          </p:cNvSpPr>
          <p:nvPr>
            <p:ph idx="1"/>
          </p:nvPr>
        </p:nvSpPr>
        <p:spPr/>
        <p:txBody>
          <a:bodyPr>
            <a:normAutofit/>
          </a:bodyPr>
          <a:lstStyle/>
          <a:p>
            <a:r>
              <a:rPr lang="en-US" i="1" dirty="0"/>
              <a:t>"All data sets that are made freely accessible in the public interest [...] without any restrictions on their free use, dissemination and reuse." </a:t>
            </a:r>
            <a:br>
              <a:rPr lang="en-GB" i="1" dirty="0"/>
            </a:br>
            <a:r>
              <a:rPr lang="en-GB" sz="1200" dirty="0">
                <a:hlinkClick r:id="rId2"/>
              </a:rPr>
              <a:t>(Lucke &amp; Geiger 2010:4)</a:t>
            </a:r>
            <a:endParaRPr lang="en-GB" sz="1200" dirty="0"/>
          </a:p>
          <a:p>
            <a:pPr marL="0" indent="0">
              <a:buNone/>
            </a:pPr>
            <a:br>
              <a:rPr lang="en-GB" sz="1200" dirty="0"/>
            </a:br>
            <a:endParaRPr lang="en-GB" sz="1200" dirty="0"/>
          </a:p>
          <a:p>
            <a:pPr lvl="1"/>
            <a:r>
              <a:rPr lang="en-GB" dirty="0"/>
              <a:t>Access</a:t>
            </a:r>
          </a:p>
          <a:p>
            <a:pPr lvl="1"/>
            <a:r>
              <a:rPr lang="en-GB" dirty="0"/>
              <a:t>Redistribution</a:t>
            </a:r>
          </a:p>
          <a:p>
            <a:pPr lvl="1"/>
            <a:r>
              <a:rPr lang="en-GB" dirty="0"/>
              <a:t>Subsequent use</a:t>
            </a:r>
          </a:p>
          <a:p>
            <a:pPr lvl="1"/>
            <a:r>
              <a:rPr lang="en-GB" dirty="0"/>
              <a:t>Absence of technological restrictions (SIC!)</a:t>
            </a:r>
          </a:p>
          <a:p>
            <a:pPr lvl="1"/>
            <a:r>
              <a:rPr lang="en-GB" dirty="0"/>
              <a:t>No restrictions on use</a:t>
            </a:r>
            <a:endParaRPr lang="en-GB" sz="1100" dirty="0"/>
          </a:p>
        </p:txBody>
      </p:sp>
      <p:sp>
        <p:nvSpPr>
          <p:cNvPr id="5" name="Date Placeholder 4">
            <a:extLst>
              <a:ext uri="{FF2B5EF4-FFF2-40B4-BE49-F238E27FC236}">
                <a16:creationId xmlns:a16="http://schemas.microsoft.com/office/drawing/2014/main" id="{9EC07A4E-8021-E1B1-204C-590FF79CBD38}"/>
              </a:ext>
            </a:extLst>
          </p:cNvPr>
          <p:cNvSpPr>
            <a:spLocks noGrp="1"/>
          </p:cNvSpPr>
          <p:nvPr>
            <p:ph type="dt" sz="half" idx="10"/>
          </p:nvPr>
        </p:nvSpPr>
        <p:spPr/>
        <p:txBody>
          <a:bodyPr/>
          <a:lstStyle/>
          <a:p>
            <a:endParaRPr lang="en-GB" dirty="0"/>
          </a:p>
        </p:txBody>
      </p:sp>
      <p:sp>
        <p:nvSpPr>
          <p:cNvPr id="6" name="Footer Placeholder 5">
            <a:extLst>
              <a:ext uri="{FF2B5EF4-FFF2-40B4-BE49-F238E27FC236}">
                <a16:creationId xmlns:a16="http://schemas.microsoft.com/office/drawing/2014/main" id="{48B7ADAA-26CF-7BA8-0FB1-58C6FE5BD303}"/>
              </a:ext>
            </a:extLst>
          </p:cNvPr>
          <p:cNvSpPr>
            <a:spLocks noGrp="1"/>
          </p:cNvSpPr>
          <p:nvPr>
            <p:ph type="ftr" sz="quarter" idx="11"/>
          </p:nvPr>
        </p:nvSpPr>
        <p:spPr/>
        <p:txBody>
          <a:bodyPr/>
          <a:lstStyle/>
          <a:p>
            <a:r>
              <a:rPr lang="en-GB"/>
              <a:t>KMH</a:t>
            </a:r>
            <a:endParaRPr lang="en-GB" dirty="0"/>
          </a:p>
        </p:txBody>
      </p:sp>
      <p:pic>
        <p:nvPicPr>
          <p:cNvPr id="7" name="Picture 2" descr="Bildergebnis für open data austria logo">
            <a:hlinkClick r:id="rId3"/>
            <a:extLst>
              <a:ext uri="{FF2B5EF4-FFF2-40B4-BE49-F238E27FC236}">
                <a16:creationId xmlns:a16="http://schemas.microsoft.com/office/drawing/2014/main" id="{02C44FBD-22A0-3843-CB60-5993FD5EB9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00000" y="3502464"/>
            <a:ext cx="1524788" cy="146379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Bildergebnis für data gv at">
            <a:hlinkClick r:id="rId5"/>
            <a:extLst>
              <a:ext uri="{FF2B5EF4-FFF2-40B4-BE49-F238E27FC236}">
                <a16:creationId xmlns:a16="http://schemas.microsoft.com/office/drawing/2014/main" id="{97660735-92CB-20FF-925F-231A31B971F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20584" y="3434276"/>
            <a:ext cx="3007416" cy="16360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32125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9FEE3E-DF2E-0ECA-B41D-0DC2E545D68C}"/>
              </a:ext>
            </a:extLst>
          </p:cNvPr>
          <p:cNvSpPr>
            <a:spLocks noGrp="1"/>
          </p:cNvSpPr>
          <p:nvPr>
            <p:ph type="sldNum" sz="quarter" idx="12"/>
          </p:nvPr>
        </p:nvSpPr>
        <p:spPr/>
        <p:txBody>
          <a:bodyPr/>
          <a:lstStyle/>
          <a:p>
            <a:fld id="{D836C0FE-70CA-4950-82D6-CF602CC2B770}" type="slidenum">
              <a:rPr lang="en-GB" smtClean="0"/>
              <a:t>26</a:t>
            </a:fld>
            <a:endParaRPr lang="en-GB" dirty="0"/>
          </a:p>
        </p:txBody>
      </p:sp>
      <p:sp>
        <p:nvSpPr>
          <p:cNvPr id="3" name="Title 2">
            <a:extLst>
              <a:ext uri="{FF2B5EF4-FFF2-40B4-BE49-F238E27FC236}">
                <a16:creationId xmlns:a16="http://schemas.microsoft.com/office/drawing/2014/main" id="{6876846C-F87E-8B87-F7A6-547746CE37EA}"/>
              </a:ext>
            </a:extLst>
          </p:cNvPr>
          <p:cNvSpPr>
            <a:spLocks noGrp="1"/>
          </p:cNvSpPr>
          <p:nvPr>
            <p:ph type="title"/>
          </p:nvPr>
        </p:nvSpPr>
        <p:spPr/>
        <p:txBody>
          <a:bodyPr/>
          <a:lstStyle/>
          <a:p>
            <a:r>
              <a:rPr lang="en-GB" dirty="0"/>
              <a:t>From FAIR to Open Data</a:t>
            </a:r>
          </a:p>
        </p:txBody>
      </p:sp>
      <p:sp>
        <p:nvSpPr>
          <p:cNvPr id="4" name="Content Placeholder 3">
            <a:extLst>
              <a:ext uri="{FF2B5EF4-FFF2-40B4-BE49-F238E27FC236}">
                <a16:creationId xmlns:a16="http://schemas.microsoft.com/office/drawing/2014/main" id="{6A00814D-6C4B-B400-0F32-BA9B1C1820CE}"/>
              </a:ext>
            </a:extLst>
          </p:cNvPr>
          <p:cNvSpPr>
            <a:spLocks noGrp="1"/>
          </p:cNvSpPr>
          <p:nvPr>
            <p:ph idx="1"/>
          </p:nvPr>
        </p:nvSpPr>
        <p:spPr/>
        <p:txBody>
          <a:bodyPr/>
          <a:lstStyle/>
          <a:p>
            <a:endParaRPr lang="en-GB" dirty="0"/>
          </a:p>
        </p:txBody>
      </p:sp>
      <p:sp>
        <p:nvSpPr>
          <p:cNvPr id="5" name="Date Placeholder 4">
            <a:extLst>
              <a:ext uri="{FF2B5EF4-FFF2-40B4-BE49-F238E27FC236}">
                <a16:creationId xmlns:a16="http://schemas.microsoft.com/office/drawing/2014/main" id="{CB35434D-2290-7DF8-0C10-4A1134602E9B}"/>
              </a:ext>
            </a:extLst>
          </p:cNvPr>
          <p:cNvSpPr>
            <a:spLocks noGrp="1"/>
          </p:cNvSpPr>
          <p:nvPr>
            <p:ph type="dt" sz="half" idx="10"/>
          </p:nvPr>
        </p:nvSpPr>
        <p:spPr/>
        <p:txBody>
          <a:bodyPr/>
          <a:lstStyle/>
          <a:p>
            <a:endParaRPr lang="en-GB" dirty="0"/>
          </a:p>
        </p:txBody>
      </p:sp>
      <p:sp>
        <p:nvSpPr>
          <p:cNvPr id="6" name="Footer Placeholder 5">
            <a:extLst>
              <a:ext uri="{FF2B5EF4-FFF2-40B4-BE49-F238E27FC236}">
                <a16:creationId xmlns:a16="http://schemas.microsoft.com/office/drawing/2014/main" id="{E62BF5F0-30BA-226F-DC16-095DEDE97876}"/>
              </a:ext>
            </a:extLst>
          </p:cNvPr>
          <p:cNvSpPr>
            <a:spLocks noGrp="1"/>
          </p:cNvSpPr>
          <p:nvPr>
            <p:ph type="ftr" sz="quarter" idx="11"/>
          </p:nvPr>
        </p:nvSpPr>
        <p:spPr/>
        <p:txBody>
          <a:bodyPr/>
          <a:lstStyle/>
          <a:p>
            <a:r>
              <a:rPr lang="en-GB"/>
              <a:t>KMH</a:t>
            </a:r>
            <a:endParaRPr lang="en-GB" dirty="0"/>
          </a:p>
        </p:txBody>
      </p:sp>
      <p:pic>
        <p:nvPicPr>
          <p:cNvPr id="7" name="Grafik 8">
            <a:hlinkClick r:id="rId2"/>
            <a:extLst>
              <a:ext uri="{FF2B5EF4-FFF2-40B4-BE49-F238E27FC236}">
                <a16:creationId xmlns:a16="http://schemas.microsoft.com/office/drawing/2014/main" id="{E941DD96-D61A-C6D4-9736-2A0BD898D106}"/>
              </a:ext>
            </a:extLst>
          </p:cNvPr>
          <p:cNvPicPr>
            <a:picLocks noChangeAspect="1"/>
          </p:cNvPicPr>
          <p:nvPr/>
        </p:nvPicPr>
        <p:blipFill>
          <a:blip r:embed="rId3"/>
          <a:stretch>
            <a:fillRect/>
          </a:stretch>
        </p:blipFill>
        <p:spPr>
          <a:xfrm rot="21411972">
            <a:off x="2743231" y="1508944"/>
            <a:ext cx="6600694" cy="16689966"/>
          </a:xfrm>
          <a:prstGeom prst="rect">
            <a:avLst/>
          </a:prstGeom>
          <a:ln w="6350">
            <a:solidFill>
              <a:schemeClr val="tx1"/>
            </a:solidFill>
          </a:ln>
          <a:effectLst>
            <a:outerShdw blurRad="254000" dist="107763" dir="2699994" algn="tl">
              <a:prstClr val="black">
                <a:alpha val="40000"/>
              </a:prstClr>
            </a:outerShdw>
          </a:effectLst>
        </p:spPr>
      </p:pic>
    </p:spTree>
    <p:extLst>
      <p:ext uri="{BB962C8B-B14F-4D97-AF65-F5344CB8AC3E}">
        <p14:creationId xmlns:p14="http://schemas.microsoft.com/office/powerpoint/2010/main" val="37634060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2896C-C638-4331-98EE-436EA3091885}"/>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0E4DE633-A50C-0A76-10C7-2AB35DBB7CD1}"/>
              </a:ext>
            </a:extLst>
          </p:cNvPr>
          <p:cNvSpPr>
            <a:spLocks noGrp="1"/>
          </p:cNvSpPr>
          <p:nvPr>
            <p:ph type="title"/>
          </p:nvPr>
        </p:nvSpPr>
        <p:spPr/>
        <p:txBody>
          <a:bodyPr/>
          <a:lstStyle/>
          <a:p>
            <a:r>
              <a:rPr lang="en-GB" dirty="0"/>
              <a:t>Time 4</a:t>
            </a:r>
            <a:br>
              <a:rPr lang="en-GB" dirty="0"/>
            </a:br>
            <a:r>
              <a:rPr lang="en-GB" dirty="0"/>
              <a:t>some</a:t>
            </a:r>
            <a:br>
              <a:rPr lang="en-GB" dirty="0"/>
            </a:br>
            <a:r>
              <a:rPr lang="en-GB" dirty="0"/>
              <a:t>Action</a:t>
            </a:r>
          </a:p>
        </p:txBody>
      </p:sp>
      <p:sp>
        <p:nvSpPr>
          <p:cNvPr id="2" name="Foliennummernplatzhalter 1">
            <a:extLst>
              <a:ext uri="{FF2B5EF4-FFF2-40B4-BE49-F238E27FC236}">
                <a16:creationId xmlns:a16="http://schemas.microsoft.com/office/drawing/2014/main" id="{C6E14780-1A5F-7E4F-70A0-9CA352048923}"/>
              </a:ext>
            </a:extLst>
          </p:cNvPr>
          <p:cNvSpPr>
            <a:spLocks noGrp="1"/>
          </p:cNvSpPr>
          <p:nvPr>
            <p:ph type="sldNum" sz="quarter" idx="4294967295"/>
          </p:nvPr>
        </p:nvSpPr>
        <p:spPr>
          <a:xfrm>
            <a:off x="11687175" y="6438900"/>
            <a:ext cx="504825" cy="144463"/>
          </a:xfrm>
        </p:spPr>
        <p:txBody>
          <a:bodyPr/>
          <a:lstStyle/>
          <a:p>
            <a:fld id="{D836C0FE-70CA-4950-82D6-CF602CC2B770}" type="slidenum">
              <a:rPr lang="en-GB" smtClean="0"/>
              <a:t>27</a:t>
            </a:fld>
            <a:endParaRPr lang="en-GB" dirty="0"/>
          </a:p>
        </p:txBody>
      </p:sp>
    </p:spTree>
    <p:extLst>
      <p:ext uri="{BB962C8B-B14F-4D97-AF65-F5344CB8AC3E}">
        <p14:creationId xmlns:p14="http://schemas.microsoft.com/office/powerpoint/2010/main" val="13694604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3B3962F-B7FF-A2B0-ECFC-1989778C567F}"/>
              </a:ext>
            </a:extLst>
          </p:cNvPr>
          <p:cNvSpPr>
            <a:spLocks noGrp="1"/>
          </p:cNvSpPr>
          <p:nvPr>
            <p:ph type="title"/>
          </p:nvPr>
        </p:nvSpPr>
        <p:spPr/>
        <p:txBody>
          <a:bodyPr/>
          <a:lstStyle/>
          <a:p>
            <a:r>
              <a:rPr lang="en-GB" dirty="0"/>
              <a:t>A little Experiment:</a:t>
            </a:r>
          </a:p>
        </p:txBody>
      </p:sp>
      <p:sp>
        <p:nvSpPr>
          <p:cNvPr id="4" name="Content Placeholder 3">
            <a:extLst>
              <a:ext uri="{FF2B5EF4-FFF2-40B4-BE49-F238E27FC236}">
                <a16:creationId xmlns:a16="http://schemas.microsoft.com/office/drawing/2014/main" id="{89A525E5-4FF6-DCFB-6C7D-D921E2FCD883}"/>
              </a:ext>
            </a:extLst>
          </p:cNvPr>
          <p:cNvSpPr>
            <a:spLocks noGrp="1"/>
          </p:cNvSpPr>
          <p:nvPr>
            <p:ph sz="half" idx="1"/>
          </p:nvPr>
        </p:nvSpPr>
        <p:spPr/>
        <p:txBody>
          <a:bodyPr>
            <a:normAutofit/>
          </a:bodyPr>
          <a:lstStyle/>
          <a:p>
            <a:pPr marL="0" indent="0">
              <a:spcAft>
                <a:spcPts val="1600"/>
              </a:spcAft>
              <a:buNone/>
            </a:pPr>
            <a:r>
              <a:rPr lang="en-GB" sz="2800" b="1"/>
              <a:t>Tyrol … Idyllic in the Alps …</a:t>
            </a:r>
          </a:p>
          <a:p>
            <a:pPr>
              <a:spcAft>
                <a:spcPts val="1600"/>
              </a:spcAft>
            </a:pPr>
            <a:r>
              <a:rPr lang="en-GB" sz="2800"/>
              <a:t>How many municipalities are there in Tyrol?</a:t>
            </a:r>
          </a:p>
          <a:p>
            <a:pPr>
              <a:spcAft>
                <a:spcPts val="1600"/>
              </a:spcAft>
            </a:pPr>
            <a:r>
              <a:rPr lang="en-GB" sz="2800"/>
              <a:t>How many men and women live in each of these Tyrolean municipalities</a:t>
            </a:r>
            <a:endParaRPr lang="en-GB" sz="2800" dirty="0"/>
          </a:p>
        </p:txBody>
      </p:sp>
      <p:pic>
        <p:nvPicPr>
          <p:cNvPr id="8" name="Picture 4" descr="Seefeld in Tirol">
            <a:hlinkClick r:id="rId2"/>
            <a:extLst>
              <a:ext uri="{FF2B5EF4-FFF2-40B4-BE49-F238E27FC236}">
                <a16:creationId xmlns:a16="http://schemas.microsoft.com/office/drawing/2014/main" id="{C4FA53C8-4039-6AF4-DE58-7EF8B91EF3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5843" r="25843"/>
          <a:stretch>
            <a:fillRect/>
          </a:stretch>
        </p:blipFill>
        <p:spPr bwMode="auto">
          <a:xfrm>
            <a:off x="8032039" y="1629000"/>
            <a:ext cx="3130298" cy="4320001"/>
          </a:xfrm>
          <a:prstGeom prst="rect">
            <a:avLst/>
          </a:prstGeom>
          <a:noFill/>
          <a:ln w="6350">
            <a:solidFill>
              <a:schemeClr val="tx1"/>
            </a:solidFill>
          </a:ln>
          <a:effectLst>
            <a:outerShdw blurRad="254000" dist="107763" dir="2699994" algn="tl">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9" name="Date Placeholder 8">
            <a:extLst>
              <a:ext uri="{FF2B5EF4-FFF2-40B4-BE49-F238E27FC236}">
                <a16:creationId xmlns:a16="http://schemas.microsoft.com/office/drawing/2014/main" id="{455B7508-EDFE-7F31-C6B3-622C485DBB15}"/>
              </a:ext>
            </a:extLst>
          </p:cNvPr>
          <p:cNvSpPr>
            <a:spLocks noGrp="1"/>
          </p:cNvSpPr>
          <p:nvPr>
            <p:ph type="dt" sz="half" idx="10"/>
          </p:nvPr>
        </p:nvSpPr>
        <p:spPr/>
        <p:txBody>
          <a:bodyPr/>
          <a:lstStyle/>
          <a:p>
            <a:r>
              <a:rPr lang="en-GB"/>
              <a:t>(barnyz, Flickr, CC BY-NC-ND 2.0)</a:t>
            </a:r>
            <a:endParaRPr lang="en-GB" dirty="0"/>
          </a:p>
        </p:txBody>
      </p:sp>
      <p:sp>
        <p:nvSpPr>
          <p:cNvPr id="10" name="Footer Placeholder 9">
            <a:extLst>
              <a:ext uri="{FF2B5EF4-FFF2-40B4-BE49-F238E27FC236}">
                <a16:creationId xmlns:a16="http://schemas.microsoft.com/office/drawing/2014/main" id="{679F136C-598F-FE96-9222-67716AC490A8}"/>
              </a:ext>
            </a:extLst>
          </p:cNvPr>
          <p:cNvSpPr>
            <a:spLocks noGrp="1"/>
          </p:cNvSpPr>
          <p:nvPr>
            <p:ph type="ftr" sz="quarter" idx="11"/>
          </p:nvPr>
        </p:nvSpPr>
        <p:spPr/>
        <p:txBody>
          <a:bodyPr/>
          <a:lstStyle/>
          <a:p>
            <a:r>
              <a:rPr lang="en-GB"/>
              <a:t>KMH</a:t>
            </a:r>
            <a:endParaRPr lang="en-GB" dirty="0"/>
          </a:p>
        </p:txBody>
      </p:sp>
      <p:sp>
        <p:nvSpPr>
          <p:cNvPr id="11" name="Slide Number Placeholder 10">
            <a:extLst>
              <a:ext uri="{FF2B5EF4-FFF2-40B4-BE49-F238E27FC236}">
                <a16:creationId xmlns:a16="http://schemas.microsoft.com/office/drawing/2014/main" id="{96090C3B-D00F-F8B3-2043-0FC341F85092}"/>
              </a:ext>
            </a:extLst>
          </p:cNvPr>
          <p:cNvSpPr>
            <a:spLocks noGrp="1"/>
          </p:cNvSpPr>
          <p:nvPr>
            <p:ph type="sldNum" sz="quarter" idx="12"/>
          </p:nvPr>
        </p:nvSpPr>
        <p:spPr/>
        <p:txBody>
          <a:bodyPr/>
          <a:lstStyle/>
          <a:p>
            <a:fld id="{D836C0FE-70CA-4950-82D6-CF602CC2B770}" type="slidenum">
              <a:rPr lang="en-GB" smtClean="0"/>
              <a:t>28</a:t>
            </a:fld>
            <a:endParaRPr lang="en-GB" dirty="0"/>
          </a:p>
        </p:txBody>
      </p:sp>
    </p:spTree>
    <p:extLst>
      <p:ext uri="{BB962C8B-B14F-4D97-AF65-F5344CB8AC3E}">
        <p14:creationId xmlns:p14="http://schemas.microsoft.com/office/powerpoint/2010/main" val="8245026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DD65B-B3AB-A3B0-74A0-74DBC8427660}"/>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B90C51D7-54DA-8A27-6A72-A7EC2F6FE83A}"/>
              </a:ext>
            </a:extLst>
          </p:cNvPr>
          <p:cNvSpPr>
            <a:spLocks noGrp="1"/>
          </p:cNvSpPr>
          <p:nvPr>
            <p:ph type="title"/>
          </p:nvPr>
        </p:nvSpPr>
        <p:spPr/>
        <p:txBody>
          <a:bodyPr/>
          <a:lstStyle/>
          <a:p>
            <a:r>
              <a:rPr lang="en-GB" dirty="0"/>
              <a:t>ODF, CSV, TXT …</a:t>
            </a:r>
          </a:p>
        </p:txBody>
      </p:sp>
      <p:sp>
        <p:nvSpPr>
          <p:cNvPr id="2" name="Foliennummernplatzhalter 1">
            <a:extLst>
              <a:ext uri="{FF2B5EF4-FFF2-40B4-BE49-F238E27FC236}">
                <a16:creationId xmlns:a16="http://schemas.microsoft.com/office/drawing/2014/main" id="{C2875192-74BB-BAA9-6163-0D68307D0478}"/>
              </a:ext>
            </a:extLst>
          </p:cNvPr>
          <p:cNvSpPr>
            <a:spLocks noGrp="1"/>
          </p:cNvSpPr>
          <p:nvPr>
            <p:ph type="sldNum" sz="quarter" idx="4294967295"/>
          </p:nvPr>
        </p:nvSpPr>
        <p:spPr>
          <a:xfrm>
            <a:off x="11687175" y="6438900"/>
            <a:ext cx="504825" cy="144463"/>
          </a:xfrm>
        </p:spPr>
        <p:txBody>
          <a:bodyPr/>
          <a:lstStyle/>
          <a:p>
            <a:fld id="{D836C0FE-70CA-4950-82D6-CF602CC2B770}" type="slidenum">
              <a:rPr lang="en-GB" smtClean="0"/>
              <a:t>29</a:t>
            </a:fld>
            <a:endParaRPr lang="en-GB" dirty="0"/>
          </a:p>
        </p:txBody>
      </p:sp>
    </p:spTree>
    <p:extLst>
      <p:ext uri="{BB962C8B-B14F-4D97-AF65-F5344CB8AC3E}">
        <p14:creationId xmlns:p14="http://schemas.microsoft.com/office/powerpoint/2010/main" val="35208578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10A6B7-E82B-9D1A-B950-EDB61E4E92F8}"/>
              </a:ext>
            </a:extLst>
          </p:cNvPr>
          <p:cNvSpPr>
            <a:spLocks noGrp="1"/>
          </p:cNvSpPr>
          <p:nvPr>
            <p:ph type="title"/>
          </p:nvPr>
        </p:nvSpPr>
        <p:spPr/>
        <p:txBody>
          <a:bodyPr/>
          <a:lstStyle/>
          <a:p>
            <a:r>
              <a:rPr lang="en-GB" dirty="0"/>
              <a:t>A typical Workflow</a:t>
            </a:r>
          </a:p>
        </p:txBody>
      </p:sp>
      <p:grpSp>
        <p:nvGrpSpPr>
          <p:cNvPr id="23" name="Group 22">
            <a:extLst>
              <a:ext uri="{FF2B5EF4-FFF2-40B4-BE49-F238E27FC236}">
                <a16:creationId xmlns:a16="http://schemas.microsoft.com/office/drawing/2014/main" id="{E5D36125-7940-3D91-7711-78305E2CA778}"/>
              </a:ext>
            </a:extLst>
          </p:cNvPr>
          <p:cNvGrpSpPr/>
          <p:nvPr/>
        </p:nvGrpSpPr>
        <p:grpSpPr>
          <a:xfrm>
            <a:off x="1577990" y="765000"/>
            <a:ext cx="8766010" cy="5511615"/>
            <a:chOff x="1200000" y="980382"/>
            <a:chExt cx="8766010" cy="5511615"/>
          </a:xfrm>
        </p:grpSpPr>
        <p:graphicFrame>
          <p:nvGraphicFramePr>
            <p:cNvPr id="7" name="Inhaltsplatzhalter 4">
              <a:extLst>
                <a:ext uri="{FF2B5EF4-FFF2-40B4-BE49-F238E27FC236}">
                  <a16:creationId xmlns:a16="http://schemas.microsoft.com/office/drawing/2014/main" id="{5764C9C2-020A-AF27-4EC8-E180A3B51B7D}"/>
                </a:ext>
              </a:extLst>
            </p:cNvPr>
            <p:cNvGraphicFramePr>
              <a:graphicFrameLocks/>
            </p:cNvGraphicFramePr>
            <p:nvPr/>
          </p:nvGraphicFramePr>
          <p:xfrm>
            <a:off x="1200000" y="4366219"/>
            <a:ext cx="8732713" cy="16718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Pfeil: gebogen 8">
              <a:extLst>
                <a:ext uri="{FF2B5EF4-FFF2-40B4-BE49-F238E27FC236}">
                  <a16:creationId xmlns:a16="http://schemas.microsoft.com/office/drawing/2014/main" id="{84B7352B-E6B9-6986-1DAB-E30A346766A9}"/>
                </a:ext>
              </a:extLst>
            </p:cNvPr>
            <p:cNvSpPr/>
            <p:nvPr/>
          </p:nvSpPr>
          <p:spPr>
            <a:xfrm rot="5400000" flipV="1">
              <a:off x="3007257" y="2249551"/>
              <a:ext cx="1100043" cy="3997398"/>
            </a:xfrm>
            <a:prstGeom prst="bentArrow">
              <a:avLst/>
            </a:prstGeom>
            <a:solidFill>
              <a:srgbClr val="4F81BD">
                <a:tint val="60000"/>
                <a:hueOff val="0"/>
                <a:satOff val="0"/>
                <a:lumOff val="0"/>
                <a:alphaOff val="0"/>
              </a:srgbClr>
            </a:solidFill>
            <a:ln>
              <a:noFill/>
            </a:ln>
            <a:effectLst>
              <a:outerShdw blurRad="40000" dist="20000" dir="5400000" rotWithShape="0">
                <a:srgbClr val="000000">
                  <a:alpha val="38000"/>
                </a:srgbClr>
              </a:outerShdw>
            </a:effectLst>
          </p:spPr>
          <p:txBody>
            <a:bodyPr spcFirstLastPara="0" vert="horz" wrap="square" lIns="0" tIns="0" rIns="0" bIns="0" numCol="1" spcCol="1270" anchor="ctr" anchorCtr="0">
              <a:noAutofit/>
            </a:bodyPr>
            <a:lstStyle/>
            <a:p>
              <a:pPr defTabSz="457200" fontAlgn="base">
                <a:spcBef>
                  <a:spcPct val="0"/>
                </a:spcBef>
                <a:spcAft>
                  <a:spcPct val="0"/>
                </a:spcAft>
              </a:pPr>
              <a:endParaRPr lang="de-AT" sz="1400" dirty="0">
                <a:solidFill>
                  <a:prstClr val="black"/>
                </a:solidFill>
                <a:latin typeface="Arial" charset="0"/>
                <a:ea typeface="ＭＳ Ｐゴシック" pitchFamily="-104" charset="-128"/>
              </a:endParaRPr>
            </a:p>
          </p:txBody>
        </p:sp>
        <p:sp>
          <p:nvSpPr>
            <p:cNvPr id="9" name="Pfeil: gebogen 7">
              <a:extLst>
                <a:ext uri="{FF2B5EF4-FFF2-40B4-BE49-F238E27FC236}">
                  <a16:creationId xmlns:a16="http://schemas.microsoft.com/office/drawing/2014/main" id="{97E1282E-B62F-30B2-22A9-F130659CA012}"/>
                </a:ext>
              </a:extLst>
            </p:cNvPr>
            <p:cNvSpPr/>
            <p:nvPr/>
          </p:nvSpPr>
          <p:spPr>
            <a:xfrm rot="10800000">
              <a:off x="5338016" y="2957876"/>
              <a:ext cx="4176464" cy="1147029"/>
            </a:xfrm>
            <a:prstGeom prst="bentArrow">
              <a:avLst>
                <a:gd name="adj1" fmla="val 25000"/>
                <a:gd name="adj2" fmla="val 22939"/>
                <a:gd name="adj3" fmla="val 25000"/>
                <a:gd name="adj4" fmla="val 47213"/>
              </a:avLst>
            </a:prstGeom>
            <a:solidFill>
              <a:srgbClr val="4F81BD">
                <a:tint val="60000"/>
                <a:hueOff val="0"/>
                <a:satOff val="0"/>
                <a:lumOff val="0"/>
                <a:alphaOff val="0"/>
              </a:srgbClr>
            </a:solidFill>
            <a:ln>
              <a:noFill/>
            </a:ln>
            <a:effectLst>
              <a:outerShdw blurRad="40000" dist="20000" dir="5400000" rotWithShape="0">
                <a:srgbClr val="000000">
                  <a:alpha val="38000"/>
                </a:srgbClr>
              </a:outerShdw>
            </a:effectLst>
          </p:spPr>
          <p:txBody>
            <a:bodyPr spcFirstLastPara="0" vert="horz" wrap="square" lIns="0" tIns="0" rIns="0" bIns="0" numCol="1" spcCol="1270" anchor="ctr" anchorCtr="0">
              <a:noAutofit/>
            </a:bodyPr>
            <a:lstStyle/>
            <a:p>
              <a:pPr defTabSz="457200" fontAlgn="base">
                <a:spcBef>
                  <a:spcPct val="0"/>
                </a:spcBef>
                <a:spcAft>
                  <a:spcPct val="0"/>
                </a:spcAft>
              </a:pPr>
              <a:endParaRPr lang="de-AT" sz="1400" dirty="0">
                <a:solidFill>
                  <a:prstClr val="black"/>
                </a:solidFill>
                <a:latin typeface="Arial" charset="0"/>
                <a:ea typeface="ＭＳ Ｐゴシック" pitchFamily="-104" charset="-128"/>
              </a:endParaRPr>
            </a:p>
          </p:txBody>
        </p:sp>
        <p:graphicFrame>
          <p:nvGraphicFramePr>
            <p:cNvPr id="10" name="Inhaltsplatzhalter 4">
              <a:extLst>
                <a:ext uri="{FF2B5EF4-FFF2-40B4-BE49-F238E27FC236}">
                  <a16:creationId xmlns:a16="http://schemas.microsoft.com/office/drawing/2014/main" id="{73106FFD-60A8-EF26-90BE-FD235415C964}"/>
                </a:ext>
              </a:extLst>
            </p:cNvPr>
            <p:cNvGraphicFramePr>
              <a:graphicFrameLocks/>
            </p:cNvGraphicFramePr>
            <p:nvPr/>
          </p:nvGraphicFramePr>
          <p:xfrm>
            <a:off x="1200000" y="1882372"/>
            <a:ext cx="8732713" cy="167183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1" name="Textfeld 2">
              <a:extLst>
                <a:ext uri="{FF2B5EF4-FFF2-40B4-BE49-F238E27FC236}">
                  <a16:creationId xmlns:a16="http://schemas.microsoft.com/office/drawing/2014/main" id="{D5E6D71A-498C-0EA2-2439-75932AA5A808}"/>
                </a:ext>
              </a:extLst>
            </p:cNvPr>
            <p:cNvSpPr txBox="1"/>
            <p:nvPr/>
          </p:nvSpPr>
          <p:spPr>
            <a:xfrm>
              <a:off x="3611759" y="1719046"/>
              <a:ext cx="1152128" cy="461665"/>
            </a:xfrm>
            <a:prstGeom prst="rect">
              <a:avLst/>
            </a:prstGeom>
            <a:noFill/>
          </p:spPr>
          <p:txBody>
            <a:bodyPr wrap="square" rtlCol="0" anchor="b">
              <a:spAutoFit/>
            </a:bodyPr>
            <a:lstStyle/>
            <a:p>
              <a:pPr marL="88900" indent="-88900" defTabSz="457200" fontAlgn="base">
                <a:spcBef>
                  <a:spcPct val="0"/>
                </a:spcBef>
                <a:spcAft>
                  <a:spcPct val="0"/>
                </a:spcAft>
                <a:buFont typeface="Wingdings" panose="05000000000000000000" pitchFamily="2" charset="2"/>
                <a:buChar char="§"/>
              </a:pPr>
              <a:r>
                <a:rPr lang="de-AT" sz="1200" dirty="0" err="1">
                  <a:solidFill>
                    <a:prstClr val="black"/>
                  </a:solidFill>
                  <a:latin typeface="Calibri"/>
                  <a:ea typeface="ＭＳ Ｐゴシック" pitchFamily="-104" charset="-128"/>
                </a:rPr>
                <a:t>Collect</a:t>
              </a:r>
              <a:endParaRPr lang="de-AT" sz="1200" dirty="0">
                <a:solidFill>
                  <a:prstClr val="black"/>
                </a:solidFill>
                <a:latin typeface="Calibri"/>
                <a:ea typeface="ＭＳ Ｐゴシック" pitchFamily="-104" charset="-128"/>
              </a:endParaRPr>
            </a:p>
            <a:p>
              <a:pPr marL="88900" indent="-88900" defTabSz="457200" fontAlgn="base">
                <a:spcBef>
                  <a:spcPct val="0"/>
                </a:spcBef>
                <a:spcAft>
                  <a:spcPct val="0"/>
                </a:spcAft>
                <a:buFont typeface="Wingdings" panose="05000000000000000000" pitchFamily="2" charset="2"/>
                <a:buChar char="§"/>
              </a:pPr>
              <a:r>
                <a:rPr lang="de-AT" sz="1200" dirty="0" err="1">
                  <a:solidFill>
                    <a:prstClr val="black"/>
                  </a:solidFill>
                  <a:latin typeface="Calibri"/>
                  <a:ea typeface="ＭＳ Ｐゴシック" pitchFamily="-104" charset="-128"/>
                </a:rPr>
                <a:t>Repositories</a:t>
              </a:r>
              <a:endParaRPr lang="de-AT" sz="1200" dirty="0">
                <a:solidFill>
                  <a:prstClr val="black"/>
                </a:solidFill>
                <a:latin typeface="Calibri"/>
                <a:ea typeface="ＭＳ Ｐゴシック" pitchFamily="-104" charset="-128"/>
              </a:endParaRPr>
            </a:p>
          </p:txBody>
        </p:sp>
        <p:sp>
          <p:nvSpPr>
            <p:cNvPr id="12" name="Textfeld 9">
              <a:extLst>
                <a:ext uri="{FF2B5EF4-FFF2-40B4-BE49-F238E27FC236}">
                  <a16:creationId xmlns:a16="http://schemas.microsoft.com/office/drawing/2014/main" id="{E19157B1-F2EE-054D-DDDB-F1CB93949535}"/>
                </a:ext>
              </a:extLst>
            </p:cNvPr>
            <p:cNvSpPr txBox="1"/>
            <p:nvPr/>
          </p:nvSpPr>
          <p:spPr>
            <a:xfrm>
              <a:off x="5225448" y="1349714"/>
              <a:ext cx="1152128" cy="830997"/>
            </a:xfrm>
            <a:prstGeom prst="rect">
              <a:avLst/>
            </a:prstGeom>
            <a:noFill/>
          </p:spPr>
          <p:txBody>
            <a:bodyPr wrap="square" rtlCol="0" anchor="b">
              <a:spAutoFit/>
            </a:bodyPr>
            <a:lstStyle>
              <a:defPPr>
                <a:defRPr lang="de-DE"/>
              </a:defPPr>
              <a:lvl1pPr marL="88900" indent="-88900">
                <a:buFont typeface="Wingdings" panose="05000000000000000000" pitchFamily="2" charset="2"/>
                <a:buChar char="§"/>
                <a:defRPr sz="1200">
                  <a:latin typeface="+mj-lt"/>
                </a:defRPr>
              </a:lvl1pPr>
            </a:lstStyle>
            <a:p>
              <a:pPr defTabSz="457200" fontAlgn="base">
                <a:spcBef>
                  <a:spcPct val="0"/>
                </a:spcBef>
                <a:spcAft>
                  <a:spcPct val="0"/>
                </a:spcAft>
              </a:pPr>
              <a:r>
                <a:rPr lang="de-AT" dirty="0">
                  <a:solidFill>
                    <a:prstClr val="black"/>
                  </a:solidFill>
                  <a:latin typeface="Calibri"/>
                  <a:ea typeface="ＭＳ Ｐゴシック" pitchFamily="-104" charset="-128"/>
                </a:rPr>
                <a:t>Encoding </a:t>
              </a:r>
              <a:r>
                <a:rPr lang="de-AT" dirty="0" err="1">
                  <a:solidFill>
                    <a:prstClr val="black"/>
                  </a:solidFill>
                  <a:latin typeface="Calibri"/>
                  <a:ea typeface="ＭＳ Ｐゴシック" pitchFamily="-104" charset="-128"/>
                </a:rPr>
                <a:t>problems</a:t>
              </a:r>
              <a:endParaRPr lang="de-AT" dirty="0">
                <a:solidFill>
                  <a:prstClr val="black"/>
                </a:solidFill>
                <a:latin typeface="Calibri"/>
                <a:ea typeface="ＭＳ Ｐゴシック" pitchFamily="-104" charset="-128"/>
              </a:endParaRPr>
            </a:p>
            <a:p>
              <a:pPr defTabSz="457200" fontAlgn="base">
                <a:spcBef>
                  <a:spcPct val="0"/>
                </a:spcBef>
                <a:spcAft>
                  <a:spcPct val="0"/>
                </a:spcAft>
              </a:pPr>
              <a:r>
                <a:rPr lang="de-AT" dirty="0">
                  <a:solidFill>
                    <a:prstClr val="black"/>
                  </a:solidFill>
                  <a:latin typeface="Calibri"/>
                  <a:ea typeface="ＭＳ Ｐゴシック" pitchFamily="-104" charset="-128"/>
                </a:rPr>
                <a:t>Data </a:t>
              </a:r>
              <a:r>
                <a:rPr lang="de-AT" dirty="0" err="1">
                  <a:solidFill>
                    <a:prstClr val="black"/>
                  </a:solidFill>
                  <a:latin typeface="Calibri"/>
                  <a:ea typeface="ＭＳ Ｐゴシック" pitchFamily="-104" charset="-128"/>
                </a:rPr>
                <a:t>types</a:t>
              </a:r>
              <a:endParaRPr lang="de-AT" dirty="0">
                <a:solidFill>
                  <a:prstClr val="black"/>
                </a:solidFill>
                <a:latin typeface="Calibri"/>
                <a:ea typeface="ＭＳ Ｐゴシック" pitchFamily="-104" charset="-128"/>
              </a:endParaRPr>
            </a:p>
            <a:p>
              <a:pPr defTabSz="457200" fontAlgn="base">
                <a:spcBef>
                  <a:spcPct val="0"/>
                </a:spcBef>
                <a:spcAft>
                  <a:spcPct val="0"/>
                </a:spcAft>
              </a:pPr>
              <a:r>
                <a:rPr lang="de-AT" dirty="0">
                  <a:solidFill>
                    <a:prstClr val="black"/>
                  </a:solidFill>
                  <a:latin typeface="Calibri"/>
                  <a:ea typeface="ＭＳ Ｐゴシック" pitchFamily="-104" charset="-128"/>
                </a:rPr>
                <a:t>Labels</a:t>
              </a:r>
            </a:p>
          </p:txBody>
        </p:sp>
        <p:sp>
          <p:nvSpPr>
            <p:cNvPr id="13" name="Textfeld 10">
              <a:extLst>
                <a:ext uri="{FF2B5EF4-FFF2-40B4-BE49-F238E27FC236}">
                  <a16:creationId xmlns:a16="http://schemas.microsoft.com/office/drawing/2014/main" id="{6A6A7246-262F-E641-F417-A995A96B92AC}"/>
                </a:ext>
              </a:extLst>
            </p:cNvPr>
            <p:cNvSpPr txBox="1"/>
            <p:nvPr/>
          </p:nvSpPr>
          <p:spPr>
            <a:xfrm>
              <a:off x="6911145" y="1534380"/>
              <a:ext cx="1260648" cy="646331"/>
            </a:xfrm>
            <a:prstGeom prst="rect">
              <a:avLst/>
            </a:prstGeom>
            <a:noFill/>
          </p:spPr>
          <p:txBody>
            <a:bodyPr wrap="square" rtlCol="0" anchor="b">
              <a:spAutoFit/>
            </a:bodyPr>
            <a:lstStyle>
              <a:defPPr>
                <a:defRPr lang="de-DE"/>
              </a:defPPr>
              <a:lvl1pPr marL="88900" indent="-88900">
                <a:buFont typeface="Wingdings" panose="05000000000000000000" pitchFamily="2" charset="2"/>
                <a:buChar char="§"/>
                <a:defRPr sz="1200">
                  <a:latin typeface="+mj-lt"/>
                </a:defRPr>
              </a:lvl1pPr>
            </a:lstStyle>
            <a:p>
              <a:pPr defTabSz="457200" fontAlgn="base">
                <a:spcBef>
                  <a:spcPct val="0"/>
                </a:spcBef>
                <a:spcAft>
                  <a:spcPct val="0"/>
                </a:spcAft>
              </a:pPr>
              <a:r>
                <a:rPr lang="de-AT" dirty="0" err="1">
                  <a:solidFill>
                    <a:prstClr val="black"/>
                  </a:solidFill>
                  <a:latin typeface="Calibri"/>
                  <a:ea typeface="ＭＳ Ｐゴシック" pitchFamily="-104" charset="-128"/>
                </a:rPr>
                <a:t>Completeness</a:t>
              </a:r>
              <a:endParaRPr lang="de-AT" dirty="0">
                <a:solidFill>
                  <a:prstClr val="black"/>
                </a:solidFill>
                <a:latin typeface="Calibri"/>
                <a:ea typeface="ＭＳ Ｐゴシック" pitchFamily="-104" charset="-128"/>
              </a:endParaRPr>
            </a:p>
            <a:p>
              <a:pPr defTabSz="457200" fontAlgn="base">
                <a:spcBef>
                  <a:spcPct val="0"/>
                </a:spcBef>
                <a:spcAft>
                  <a:spcPct val="0"/>
                </a:spcAft>
              </a:pPr>
              <a:r>
                <a:rPr lang="de-AT" dirty="0" err="1">
                  <a:solidFill>
                    <a:prstClr val="black"/>
                  </a:solidFill>
                  <a:latin typeface="Calibri"/>
                  <a:ea typeface="ＭＳ Ｐゴシック" pitchFamily="-104" charset="-128"/>
                </a:rPr>
                <a:t>Missing</a:t>
              </a:r>
              <a:r>
                <a:rPr lang="de-AT" dirty="0">
                  <a:solidFill>
                    <a:prstClr val="black"/>
                  </a:solidFill>
                  <a:latin typeface="Calibri"/>
                  <a:ea typeface="ＭＳ Ｐゴシック" pitchFamily="-104" charset="-128"/>
                </a:rPr>
                <a:t> Values</a:t>
              </a:r>
            </a:p>
            <a:p>
              <a:pPr defTabSz="457200" fontAlgn="base">
                <a:spcBef>
                  <a:spcPct val="0"/>
                </a:spcBef>
                <a:spcAft>
                  <a:spcPct val="0"/>
                </a:spcAft>
              </a:pPr>
              <a:r>
                <a:rPr lang="de-AT" dirty="0" err="1">
                  <a:solidFill>
                    <a:prstClr val="black"/>
                  </a:solidFill>
                  <a:latin typeface="Calibri"/>
                  <a:ea typeface="ＭＳ Ｐゴシック" pitchFamily="-104" charset="-128"/>
                </a:rPr>
                <a:t>Plausibility</a:t>
              </a:r>
              <a:endParaRPr lang="de-AT" dirty="0">
                <a:solidFill>
                  <a:prstClr val="black"/>
                </a:solidFill>
                <a:latin typeface="Calibri"/>
                <a:ea typeface="ＭＳ Ｐゴシック" pitchFamily="-104" charset="-128"/>
              </a:endParaRPr>
            </a:p>
          </p:txBody>
        </p:sp>
        <p:sp>
          <p:nvSpPr>
            <p:cNvPr id="14" name="Textfeld 11">
              <a:extLst>
                <a:ext uri="{FF2B5EF4-FFF2-40B4-BE49-F238E27FC236}">
                  <a16:creationId xmlns:a16="http://schemas.microsoft.com/office/drawing/2014/main" id="{8B1318B4-196D-B972-5479-4EF229CED4F2}"/>
                </a:ext>
              </a:extLst>
            </p:cNvPr>
            <p:cNvSpPr txBox="1"/>
            <p:nvPr/>
          </p:nvSpPr>
          <p:spPr>
            <a:xfrm>
              <a:off x="8705362" y="980382"/>
              <a:ext cx="1260648" cy="1200329"/>
            </a:xfrm>
            <a:prstGeom prst="rect">
              <a:avLst/>
            </a:prstGeom>
            <a:noFill/>
          </p:spPr>
          <p:txBody>
            <a:bodyPr wrap="square" rtlCol="0" anchor="b">
              <a:spAutoFit/>
            </a:bodyPr>
            <a:lstStyle>
              <a:defPPr>
                <a:defRPr lang="de-DE"/>
              </a:defPPr>
              <a:lvl1pPr marL="88900" indent="-88900">
                <a:buFont typeface="Wingdings" panose="05000000000000000000" pitchFamily="2" charset="2"/>
                <a:buChar char="§"/>
                <a:defRPr sz="1200">
                  <a:latin typeface="+mj-lt"/>
                </a:defRPr>
              </a:lvl1pPr>
            </a:lstStyle>
            <a:p>
              <a:pPr defTabSz="457200" fontAlgn="base">
                <a:spcBef>
                  <a:spcPct val="0"/>
                </a:spcBef>
                <a:spcAft>
                  <a:spcPct val="0"/>
                </a:spcAft>
              </a:pPr>
              <a:r>
                <a:rPr lang="de-AT" dirty="0" err="1">
                  <a:solidFill>
                    <a:prstClr val="black"/>
                  </a:solidFill>
                  <a:latin typeface="Calibri"/>
                  <a:ea typeface="ＭＳ Ｐゴシック" pitchFamily="-104" charset="-128"/>
                </a:rPr>
                <a:t>Reduction</a:t>
              </a:r>
              <a:endParaRPr lang="de-AT" dirty="0">
                <a:solidFill>
                  <a:prstClr val="black"/>
                </a:solidFill>
                <a:latin typeface="Calibri"/>
                <a:ea typeface="ＭＳ Ｐゴシック" pitchFamily="-104" charset="-128"/>
              </a:endParaRPr>
            </a:p>
            <a:p>
              <a:pPr defTabSz="457200" fontAlgn="base">
                <a:spcBef>
                  <a:spcPct val="0"/>
                </a:spcBef>
                <a:spcAft>
                  <a:spcPct val="0"/>
                </a:spcAft>
              </a:pPr>
              <a:r>
                <a:rPr lang="de-AT" dirty="0">
                  <a:solidFill>
                    <a:prstClr val="black"/>
                  </a:solidFill>
                  <a:latin typeface="Calibri"/>
                  <a:ea typeface="ＭＳ Ｐゴシック" pitchFamily="-104" charset="-128"/>
                </a:rPr>
                <a:t>Imputation</a:t>
              </a:r>
            </a:p>
            <a:p>
              <a:pPr defTabSz="457200" fontAlgn="base">
                <a:spcBef>
                  <a:spcPct val="0"/>
                </a:spcBef>
                <a:spcAft>
                  <a:spcPct val="0"/>
                </a:spcAft>
              </a:pPr>
              <a:r>
                <a:rPr lang="de-AT" dirty="0">
                  <a:solidFill>
                    <a:prstClr val="black"/>
                  </a:solidFill>
                  <a:latin typeface="Calibri"/>
                  <a:ea typeface="ＭＳ Ｐゴシック" pitchFamily="-104" charset="-128"/>
                </a:rPr>
                <a:t>Aggregation</a:t>
              </a:r>
            </a:p>
            <a:p>
              <a:pPr defTabSz="457200" fontAlgn="base">
                <a:spcBef>
                  <a:spcPct val="0"/>
                </a:spcBef>
                <a:spcAft>
                  <a:spcPct val="0"/>
                </a:spcAft>
              </a:pPr>
              <a:r>
                <a:rPr lang="de-AT" dirty="0">
                  <a:solidFill>
                    <a:prstClr val="black"/>
                  </a:solidFill>
                  <a:latin typeface="Calibri"/>
                  <a:ea typeface="ＭＳ Ｐゴシック" pitchFamily="-104" charset="-128"/>
                </a:rPr>
                <a:t>Classification</a:t>
              </a:r>
            </a:p>
            <a:p>
              <a:pPr defTabSz="457200" fontAlgn="base">
                <a:spcBef>
                  <a:spcPct val="0"/>
                </a:spcBef>
                <a:spcAft>
                  <a:spcPct val="0"/>
                </a:spcAft>
              </a:pPr>
              <a:r>
                <a:rPr lang="de-AT" dirty="0">
                  <a:solidFill>
                    <a:prstClr val="black"/>
                  </a:solidFill>
                  <a:latin typeface="Calibri"/>
                  <a:ea typeface="ＭＳ Ｐゴシック" pitchFamily="-104" charset="-128"/>
                </a:rPr>
                <a:t>Generalisation</a:t>
              </a:r>
            </a:p>
            <a:p>
              <a:pPr defTabSz="457200" fontAlgn="base">
                <a:spcBef>
                  <a:spcPct val="0"/>
                </a:spcBef>
                <a:spcAft>
                  <a:spcPct val="0"/>
                </a:spcAft>
              </a:pPr>
              <a:r>
                <a:rPr lang="de-AT" dirty="0" err="1">
                  <a:solidFill>
                    <a:prstClr val="black"/>
                  </a:solidFill>
                  <a:latin typeface="Calibri"/>
                  <a:ea typeface="ＭＳ Ｐゴシック" pitchFamily="-104" charset="-128"/>
                </a:rPr>
                <a:t>Documentation</a:t>
              </a:r>
              <a:endParaRPr lang="de-AT" dirty="0">
                <a:solidFill>
                  <a:prstClr val="black"/>
                </a:solidFill>
                <a:latin typeface="Calibri"/>
                <a:ea typeface="ＭＳ Ｐゴシック" pitchFamily="-104" charset="-128"/>
              </a:endParaRPr>
            </a:p>
          </p:txBody>
        </p:sp>
        <p:sp>
          <p:nvSpPr>
            <p:cNvPr id="15" name="Textfeld 12">
              <a:extLst>
                <a:ext uri="{FF2B5EF4-FFF2-40B4-BE49-F238E27FC236}">
                  <a16:creationId xmlns:a16="http://schemas.microsoft.com/office/drawing/2014/main" id="{7B751D66-68AF-5C8A-6DF0-DF11B330680B}"/>
                </a:ext>
              </a:extLst>
            </p:cNvPr>
            <p:cNvSpPr txBox="1"/>
            <p:nvPr/>
          </p:nvSpPr>
          <p:spPr>
            <a:xfrm>
              <a:off x="1342999" y="5661000"/>
              <a:ext cx="1260648" cy="646331"/>
            </a:xfrm>
            <a:prstGeom prst="rect">
              <a:avLst/>
            </a:prstGeom>
            <a:noFill/>
          </p:spPr>
          <p:txBody>
            <a:bodyPr wrap="square" rtlCol="0">
              <a:spAutoFit/>
            </a:bodyPr>
            <a:lstStyle>
              <a:defPPr>
                <a:defRPr lang="de-DE"/>
              </a:defPPr>
              <a:lvl1pPr marL="88900" indent="-88900">
                <a:buFont typeface="Wingdings" panose="05000000000000000000" pitchFamily="2" charset="2"/>
                <a:buChar char="§"/>
                <a:defRPr sz="1200">
                  <a:latin typeface="+mj-lt"/>
                </a:defRPr>
              </a:lvl1pPr>
            </a:lstStyle>
            <a:p>
              <a:pPr defTabSz="457200" fontAlgn="base">
                <a:spcBef>
                  <a:spcPct val="0"/>
                </a:spcBef>
                <a:spcAft>
                  <a:spcPct val="0"/>
                </a:spcAft>
              </a:pPr>
              <a:r>
                <a:rPr lang="de-AT" dirty="0">
                  <a:solidFill>
                    <a:prstClr val="black"/>
                  </a:solidFill>
                  <a:latin typeface="Calibri"/>
                  <a:ea typeface="ＭＳ Ｐゴシック" pitchFamily="-104" charset="-128"/>
                </a:rPr>
                <a:t>Univariate</a:t>
              </a:r>
            </a:p>
            <a:p>
              <a:pPr defTabSz="457200" fontAlgn="base">
                <a:spcBef>
                  <a:spcPct val="0"/>
                </a:spcBef>
                <a:spcAft>
                  <a:spcPct val="0"/>
                </a:spcAft>
              </a:pPr>
              <a:r>
                <a:rPr lang="de-AT" dirty="0">
                  <a:solidFill>
                    <a:prstClr val="black"/>
                  </a:solidFill>
                  <a:latin typeface="Calibri"/>
                  <a:ea typeface="ＭＳ Ｐゴシック" pitchFamily="-104" charset="-128"/>
                </a:rPr>
                <a:t>Bivariate</a:t>
              </a:r>
            </a:p>
            <a:p>
              <a:pPr defTabSz="457200" fontAlgn="base">
                <a:spcBef>
                  <a:spcPct val="0"/>
                </a:spcBef>
                <a:spcAft>
                  <a:spcPct val="0"/>
                </a:spcAft>
              </a:pPr>
              <a:r>
                <a:rPr lang="de-AT" dirty="0">
                  <a:solidFill>
                    <a:prstClr val="black"/>
                  </a:solidFill>
                  <a:latin typeface="Calibri"/>
                  <a:ea typeface="ＭＳ Ｐゴシック" pitchFamily="-104" charset="-128"/>
                </a:rPr>
                <a:t>Multivariat</a:t>
              </a:r>
            </a:p>
          </p:txBody>
        </p:sp>
        <p:sp>
          <p:nvSpPr>
            <p:cNvPr id="16" name="Textfeld 13">
              <a:extLst>
                <a:ext uri="{FF2B5EF4-FFF2-40B4-BE49-F238E27FC236}">
                  <a16:creationId xmlns:a16="http://schemas.microsoft.com/office/drawing/2014/main" id="{EF32CB2C-748A-ECBA-CC2E-675518A19A03}"/>
                </a:ext>
              </a:extLst>
            </p:cNvPr>
            <p:cNvSpPr txBox="1"/>
            <p:nvPr/>
          </p:nvSpPr>
          <p:spPr>
            <a:xfrm>
              <a:off x="3073697" y="5661000"/>
              <a:ext cx="1260648" cy="830997"/>
            </a:xfrm>
            <a:prstGeom prst="rect">
              <a:avLst/>
            </a:prstGeom>
            <a:noFill/>
          </p:spPr>
          <p:txBody>
            <a:bodyPr wrap="square" rtlCol="0">
              <a:spAutoFit/>
            </a:bodyPr>
            <a:lstStyle>
              <a:defPPr>
                <a:defRPr lang="de-DE"/>
              </a:defPPr>
              <a:lvl1pPr marL="88900" indent="-88900">
                <a:buFont typeface="Wingdings" panose="05000000000000000000" pitchFamily="2" charset="2"/>
                <a:buChar char="§"/>
                <a:defRPr sz="1200">
                  <a:latin typeface="+mj-lt"/>
                </a:defRPr>
              </a:lvl1pPr>
            </a:lstStyle>
            <a:p>
              <a:pPr defTabSz="457200" fontAlgn="base">
                <a:spcBef>
                  <a:spcPct val="0"/>
                </a:spcBef>
                <a:spcAft>
                  <a:spcPct val="0"/>
                </a:spcAft>
              </a:pPr>
              <a:r>
                <a:rPr lang="de-AT" dirty="0">
                  <a:solidFill>
                    <a:prstClr val="black"/>
                  </a:solidFill>
                  <a:latin typeface="Calibri"/>
                  <a:ea typeface="ＭＳ Ｐゴシック" pitchFamily="-104" charset="-128"/>
                </a:rPr>
                <a:t>Segment </a:t>
              </a:r>
              <a:r>
                <a:rPr lang="de-AT" dirty="0" err="1">
                  <a:solidFill>
                    <a:prstClr val="black"/>
                  </a:solidFill>
                  <a:latin typeface="Calibri"/>
                  <a:ea typeface="ＭＳ Ｐゴシック" pitchFamily="-104" charset="-128"/>
                </a:rPr>
                <a:t>data</a:t>
              </a:r>
              <a:r>
                <a:rPr lang="de-AT" dirty="0">
                  <a:solidFill>
                    <a:prstClr val="black"/>
                  </a:solidFill>
                  <a:latin typeface="Calibri"/>
                  <a:ea typeface="ＭＳ Ｐゴシック" pitchFamily="-104" charset="-128"/>
                </a:rPr>
                <a:t> </a:t>
              </a:r>
              <a:r>
                <a:rPr lang="de-AT" dirty="0" err="1">
                  <a:solidFill>
                    <a:prstClr val="black"/>
                  </a:solidFill>
                  <a:latin typeface="Calibri"/>
                  <a:ea typeface="ＭＳ Ｐゴシック" pitchFamily="-104" charset="-128"/>
                </a:rPr>
                <a:t>record</a:t>
              </a:r>
              <a:endParaRPr lang="de-AT" dirty="0">
                <a:solidFill>
                  <a:prstClr val="black"/>
                </a:solidFill>
                <a:latin typeface="Calibri"/>
                <a:ea typeface="ＭＳ Ｐゴシック" pitchFamily="-104" charset="-128"/>
              </a:endParaRPr>
            </a:p>
            <a:p>
              <a:pPr defTabSz="457200" fontAlgn="base">
                <a:spcBef>
                  <a:spcPct val="0"/>
                </a:spcBef>
                <a:spcAft>
                  <a:spcPct val="0"/>
                </a:spcAft>
              </a:pPr>
              <a:r>
                <a:rPr lang="de-AT" dirty="0" err="1">
                  <a:solidFill>
                    <a:prstClr val="black"/>
                  </a:solidFill>
                  <a:latin typeface="Calibri"/>
                  <a:ea typeface="ＭＳ Ｐゴシック" pitchFamily="-104" charset="-128"/>
                </a:rPr>
                <a:t>Sensitivity</a:t>
              </a:r>
              <a:r>
                <a:rPr lang="de-AT" dirty="0">
                  <a:solidFill>
                    <a:prstClr val="black"/>
                  </a:solidFill>
                  <a:latin typeface="Calibri"/>
                  <a:ea typeface="ＭＳ Ｐゴシック" pitchFamily="-104" charset="-128"/>
                </a:rPr>
                <a:t> </a:t>
              </a:r>
              <a:r>
                <a:rPr lang="de-AT" dirty="0" err="1">
                  <a:solidFill>
                    <a:prstClr val="black"/>
                  </a:solidFill>
                  <a:latin typeface="Calibri"/>
                  <a:ea typeface="ＭＳ Ｐゴシック" pitchFamily="-104" charset="-128"/>
                </a:rPr>
                <a:t>analysis</a:t>
              </a:r>
              <a:endParaRPr lang="de-AT" dirty="0">
                <a:solidFill>
                  <a:prstClr val="black"/>
                </a:solidFill>
                <a:latin typeface="Calibri"/>
                <a:ea typeface="ＭＳ Ｐゴシック" pitchFamily="-104" charset="-128"/>
              </a:endParaRPr>
            </a:p>
          </p:txBody>
        </p:sp>
        <p:sp>
          <p:nvSpPr>
            <p:cNvPr id="17" name="Textfeld 14">
              <a:extLst>
                <a:ext uri="{FF2B5EF4-FFF2-40B4-BE49-F238E27FC236}">
                  <a16:creationId xmlns:a16="http://schemas.microsoft.com/office/drawing/2014/main" id="{947DEB83-6B5D-0D7E-5EC0-551534DD2D66}"/>
                </a:ext>
              </a:extLst>
            </p:cNvPr>
            <p:cNvSpPr txBox="1"/>
            <p:nvPr/>
          </p:nvSpPr>
          <p:spPr>
            <a:xfrm>
              <a:off x="4781635" y="5661000"/>
              <a:ext cx="1494420" cy="830997"/>
            </a:xfrm>
            <a:prstGeom prst="rect">
              <a:avLst/>
            </a:prstGeom>
            <a:noFill/>
          </p:spPr>
          <p:txBody>
            <a:bodyPr wrap="square" rtlCol="0">
              <a:spAutoFit/>
            </a:bodyPr>
            <a:lstStyle>
              <a:defPPr>
                <a:defRPr lang="de-DE"/>
              </a:defPPr>
              <a:lvl1pPr marL="88900" indent="-88900">
                <a:buFont typeface="Wingdings" panose="05000000000000000000" pitchFamily="2" charset="2"/>
                <a:buChar char="§"/>
                <a:defRPr sz="1200">
                  <a:latin typeface="+mj-lt"/>
                </a:defRPr>
              </a:lvl1pPr>
            </a:lstStyle>
            <a:p>
              <a:pPr defTabSz="457200" fontAlgn="base">
                <a:spcBef>
                  <a:spcPct val="0"/>
                </a:spcBef>
                <a:spcAft>
                  <a:spcPct val="0"/>
                </a:spcAft>
              </a:pPr>
              <a:r>
                <a:rPr lang="de-AT" dirty="0" err="1">
                  <a:solidFill>
                    <a:prstClr val="black"/>
                  </a:solidFill>
                  <a:latin typeface="Calibri"/>
                  <a:ea typeface="ＭＳ Ｐゴシック" pitchFamily="-104" charset="-128"/>
                </a:rPr>
                <a:t>Explanatory</a:t>
              </a:r>
              <a:r>
                <a:rPr lang="de-AT" dirty="0">
                  <a:solidFill>
                    <a:prstClr val="black"/>
                  </a:solidFill>
                  <a:latin typeface="Calibri"/>
                  <a:ea typeface="ＭＳ Ｐゴシック" pitchFamily="-104" charset="-128"/>
                </a:rPr>
                <a:t> power</a:t>
              </a:r>
            </a:p>
            <a:p>
              <a:pPr defTabSz="457200" fontAlgn="base">
                <a:spcBef>
                  <a:spcPct val="0"/>
                </a:spcBef>
                <a:spcAft>
                  <a:spcPct val="0"/>
                </a:spcAft>
              </a:pPr>
              <a:r>
                <a:rPr lang="de-AT" dirty="0" err="1">
                  <a:solidFill>
                    <a:prstClr val="black"/>
                  </a:solidFill>
                  <a:latin typeface="Calibri"/>
                  <a:ea typeface="ＭＳ Ｐゴシック" pitchFamily="-104" charset="-128"/>
                </a:rPr>
                <a:t>Number</a:t>
              </a:r>
              <a:r>
                <a:rPr lang="de-AT" dirty="0">
                  <a:solidFill>
                    <a:prstClr val="black"/>
                  </a:solidFill>
                  <a:latin typeface="Calibri"/>
                  <a:ea typeface="ＭＳ Ｐゴシック" pitchFamily="-104" charset="-128"/>
                </a:rPr>
                <a:t> </a:t>
              </a:r>
              <a:r>
                <a:rPr lang="de-AT" dirty="0" err="1">
                  <a:solidFill>
                    <a:prstClr val="black"/>
                  </a:solidFill>
                  <a:latin typeface="Calibri"/>
                  <a:ea typeface="ＭＳ Ｐゴシック" pitchFamily="-104" charset="-128"/>
                </a:rPr>
                <a:t>of</a:t>
              </a:r>
              <a:r>
                <a:rPr lang="de-AT" dirty="0">
                  <a:solidFill>
                    <a:prstClr val="black"/>
                  </a:solidFill>
                  <a:latin typeface="Calibri"/>
                  <a:ea typeface="ＭＳ Ｐゴシック" pitchFamily="-104" charset="-128"/>
                </a:rPr>
                <a:t> variables</a:t>
              </a:r>
            </a:p>
            <a:p>
              <a:pPr defTabSz="457200" fontAlgn="base">
                <a:spcBef>
                  <a:spcPct val="0"/>
                </a:spcBef>
                <a:spcAft>
                  <a:spcPct val="0"/>
                </a:spcAft>
              </a:pPr>
              <a:r>
                <a:rPr lang="de-AT" dirty="0" err="1">
                  <a:solidFill>
                    <a:prstClr val="black"/>
                  </a:solidFill>
                  <a:latin typeface="Calibri"/>
                  <a:ea typeface="ＭＳ Ｐゴシック" pitchFamily="-104" charset="-128"/>
                </a:rPr>
                <a:t>Effect</a:t>
              </a:r>
              <a:r>
                <a:rPr lang="de-AT" dirty="0">
                  <a:solidFill>
                    <a:prstClr val="black"/>
                  </a:solidFill>
                  <a:latin typeface="Calibri"/>
                  <a:ea typeface="ＭＳ Ｐゴシック" pitchFamily="-104" charset="-128"/>
                </a:rPr>
                <a:t> </a:t>
              </a:r>
              <a:r>
                <a:rPr lang="de-AT" dirty="0" err="1">
                  <a:solidFill>
                    <a:prstClr val="black"/>
                  </a:solidFill>
                  <a:latin typeface="Calibri"/>
                  <a:ea typeface="ＭＳ Ｐゴシック" pitchFamily="-104" charset="-128"/>
                </a:rPr>
                <a:t>strength</a:t>
              </a:r>
              <a:endParaRPr lang="de-AT" dirty="0">
                <a:solidFill>
                  <a:prstClr val="black"/>
                </a:solidFill>
                <a:latin typeface="Calibri"/>
                <a:ea typeface="ＭＳ Ｐゴシック" pitchFamily="-104" charset="-128"/>
              </a:endParaRPr>
            </a:p>
          </p:txBody>
        </p:sp>
      </p:grpSp>
      <p:sp>
        <p:nvSpPr>
          <p:cNvPr id="20" name="Date Placeholder 19">
            <a:extLst>
              <a:ext uri="{FF2B5EF4-FFF2-40B4-BE49-F238E27FC236}">
                <a16:creationId xmlns:a16="http://schemas.microsoft.com/office/drawing/2014/main" id="{C95878FD-1556-EA0B-6B3C-235F96D2E561}"/>
              </a:ext>
            </a:extLst>
          </p:cNvPr>
          <p:cNvSpPr>
            <a:spLocks noGrp="1"/>
          </p:cNvSpPr>
          <p:nvPr>
            <p:ph type="dt" sz="half" idx="10"/>
          </p:nvPr>
        </p:nvSpPr>
        <p:spPr/>
        <p:txBody>
          <a:bodyPr/>
          <a:lstStyle/>
          <a:p>
            <a:endParaRPr lang="en-GB" dirty="0"/>
          </a:p>
        </p:txBody>
      </p:sp>
      <p:sp>
        <p:nvSpPr>
          <p:cNvPr id="21" name="Footer Placeholder 20">
            <a:extLst>
              <a:ext uri="{FF2B5EF4-FFF2-40B4-BE49-F238E27FC236}">
                <a16:creationId xmlns:a16="http://schemas.microsoft.com/office/drawing/2014/main" id="{5CE02DE5-6CBB-1A35-36C6-7B465361CC5B}"/>
              </a:ext>
            </a:extLst>
          </p:cNvPr>
          <p:cNvSpPr>
            <a:spLocks noGrp="1"/>
          </p:cNvSpPr>
          <p:nvPr>
            <p:ph type="ftr" sz="quarter" idx="11"/>
          </p:nvPr>
        </p:nvSpPr>
        <p:spPr/>
        <p:txBody>
          <a:bodyPr/>
          <a:lstStyle/>
          <a:p>
            <a:r>
              <a:rPr lang="en-GB"/>
              <a:t>KMH</a:t>
            </a:r>
            <a:endParaRPr lang="en-GB" dirty="0"/>
          </a:p>
        </p:txBody>
      </p:sp>
      <p:sp>
        <p:nvSpPr>
          <p:cNvPr id="22" name="Slide Number Placeholder 21">
            <a:extLst>
              <a:ext uri="{FF2B5EF4-FFF2-40B4-BE49-F238E27FC236}">
                <a16:creationId xmlns:a16="http://schemas.microsoft.com/office/drawing/2014/main" id="{98C02D29-FD4E-0BCF-7EE2-A37B35E329AE}"/>
              </a:ext>
            </a:extLst>
          </p:cNvPr>
          <p:cNvSpPr>
            <a:spLocks noGrp="1"/>
          </p:cNvSpPr>
          <p:nvPr>
            <p:ph type="sldNum" sz="quarter" idx="12"/>
          </p:nvPr>
        </p:nvSpPr>
        <p:spPr/>
        <p:txBody>
          <a:bodyPr/>
          <a:lstStyle/>
          <a:p>
            <a:fld id="{D836C0FE-70CA-4950-82D6-CF602CC2B770}" type="slidenum">
              <a:rPr lang="en-GB" smtClean="0"/>
              <a:t>30</a:t>
            </a:fld>
            <a:endParaRPr lang="en-GB" dirty="0"/>
          </a:p>
        </p:txBody>
      </p:sp>
    </p:spTree>
    <p:extLst>
      <p:ext uri="{BB962C8B-B14F-4D97-AF65-F5344CB8AC3E}">
        <p14:creationId xmlns:p14="http://schemas.microsoft.com/office/powerpoint/2010/main" val="12315865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9290E56-D263-0231-3AF5-98542D706A3C}"/>
              </a:ext>
            </a:extLst>
          </p:cNvPr>
          <p:cNvSpPr>
            <a:spLocks noGrp="1"/>
          </p:cNvSpPr>
          <p:nvPr>
            <p:ph type="sldNum" sz="quarter" idx="12"/>
          </p:nvPr>
        </p:nvSpPr>
        <p:spPr/>
        <p:txBody>
          <a:bodyPr/>
          <a:lstStyle/>
          <a:p>
            <a:fld id="{D836C0FE-70CA-4950-82D6-CF602CC2B770}" type="slidenum">
              <a:rPr lang="en-GB" smtClean="0"/>
              <a:t>31</a:t>
            </a:fld>
            <a:endParaRPr lang="en-GB" dirty="0"/>
          </a:p>
        </p:txBody>
      </p:sp>
      <p:sp>
        <p:nvSpPr>
          <p:cNvPr id="3" name="Title 2">
            <a:extLst>
              <a:ext uri="{FF2B5EF4-FFF2-40B4-BE49-F238E27FC236}">
                <a16:creationId xmlns:a16="http://schemas.microsoft.com/office/drawing/2014/main" id="{3B99BDAE-0D7F-4923-E4B3-09D4263C4435}"/>
              </a:ext>
            </a:extLst>
          </p:cNvPr>
          <p:cNvSpPr>
            <a:spLocks noGrp="1"/>
          </p:cNvSpPr>
          <p:nvPr>
            <p:ph type="title"/>
          </p:nvPr>
        </p:nvSpPr>
        <p:spPr/>
        <p:txBody>
          <a:bodyPr/>
          <a:lstStyle/>
          <a:p>
            <a:r>
              <a:rPr lang="en-GB" dirty="0"/>
              <a:t>Data Formats, or: Welcome to the World of Pain 😉</a:t>
            </a:r>
          </a:p>
        </p:txBody>
      </p:sp>
      <p:sp>
        <p:nvSpPr>
          <p:cNvPr id="4" name="Content Placeholder 3">
            <a:extLst>
              <a:ext uri="{FF2B5EF4-FFF2-40B4-BE49-F238E27FC236}">
                <a16:creationId xmlns:a16="http://schemas.microsoft.com/office/drawing/2014/main" id="{451FD891-0E58-13DA-E295-CFBDBD5E88A2}"/>
              </a:ext>
            </a:extLst>
          </p:cNvPr>
          <p:cNvSpPr>
            <a:spLocks noGrp="1"/>
          </p:cNvSpPr>
          <p:nvPr>
            <p:ph idx="1"/>
          </p:nvPr>
        </p:nvSpPr>
        <p:spPr/>
        <p:txBody>
          <a:bodyPr/>
          <a:lstStyle/>
          <a:p>
            <a:endParaRPr lang="en-GB" dirty="0"/>
          </a:p>
        </p:txBody>
      </p:sp>
      <p:sp>
        <p:nvSpPr>
          <p:cNvPr id="5" name="Date Placeholder 4">
            <a:extLst>
              <a:ext uri="{FF2B5EF4-FFF2-40B4-BE49-F238E27FC236}">
                <a16:creationId xmlns:a16="http://schemas.microsoft.com/office/drawing/2014/main" id="{1ECC47E2-3763-FFCD-470E-DDBB949439BE}"/>
              </a:ext>
            </a:extLst>
          </p:cNvPr>
          <p:cNvSpPr>
            <a:spLocks noGrp="1"/>
          </p:cNvSpPr>
          <p:nvPr>
            <p:ph type="dt" sz="half" idx="10"/>
          </p:nvPr>
        </p:nvSpPr>
        <p:spPr/>
        <p:txBody>
          <a:bodyPr/>
          <a:lstStyle/>
          <a:p>
            <a:endParaRPr lang="en-GB" dirty="0"/>
          </a:p>
        </p:txBody>
      </p:sp>
      <p:sp>
        <p:nvSpPr>
          <p:cNvPr id="6" name="Footer Placeholder 5">
            <a:extLst>
              <a:ext uri="{FF2B5EF4-FFF2-40B4-BE49-F238E27FC236}">
                <a16:creationId xmlns:a16="http://schemas.microsoft.com/office/drawing/2014/main" id="{0CBF5DF1-ACC4-FDDE-E989-F7DF85DF91F5}"/>
              </a:ext>
            </a:extLst>
          </p:cNvPr>
          <p:cNvSpPr>
            <a:spLocks noGrp="1"/>
          </p:cNvSpPr>
          <p:nvPr>
            <p:ph type="ftr" sz="quarter" idx="11"/>
          </p:nvPr>
        </p:nvSpPr>
        <p:spPr/>
        <p:txBody>
          <a:bodyPr/>
          <a:lstStyle/>
          <a:p>
            <a:r>
              <a:rPr lang="en-GB"/>
              <a:t>KMH</a:t>
            </a:r>
            <a:endParaRPr lang="en-GB" dirty="0"/>
          </a:p>
        </p:txBody>
      </p:sp>
      <p:pic>
        <p:nvPicPr>
          <p:cNvPr id="7" name="Picture 3">
            <a:extLst>
              <a:ext uri="{FF2B5EF4-FFF2-40B4-BE49-F238E27FC236}">
                <a16:creationId xmlns:a16="http://schemas.microsoft.com/office/drawing/2014/main" id="{0C7D8B4B-FDD5-BFEF-FF2E-FEE189C2B41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335647" y="1195389"/>
            <a:ext cx="7039239" cy="496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a:extLst>
              <a:ext uri="{FF2B5EF4-FFF2-40B4-BE49-F238E27FC236}">
                <a16:creationId xmlns:a16="http://schemas.microsoft.com/office/drawing/2014/main" id="{9EB6B3F5-028C-C843-9F54-D72E90F6C5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8308" y="2077980"/>
            <a:ext cx="4476750" cy="81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4">
            <a:extLst>
              <a:ext uri="{FF2B5EF4-FFF2-40B4-BE49-F238E27FC236}">
                <a16:creationId xmlns:a16="http://schemas.microsoft.com/office/drawing/2014/main" id="{FBE5DF67-7F44-FC6A-E228-1DBC41907A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7002" y="2077980"/>
            <a:ext cx="3059427" cy="4317637"/>
          </a:xfrm>
          <a:prstGeom prst="rect">
            <a:avLst/>
          </a:prstGeom>
          <a:ln w="9525">
            <a:solidFill>
              <a:schemeClr val="tx1"/>
            </a:solidFill>
            <a:miter lim="800000"/>
            <a:headEnd/>
            <a:tailEnd/>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6777987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5A1F8E4-A834-90C0-57D7-26D5F2E4EDE4}"/>
              </a:ext>
            </a:extLst>
          </p:cNvPr>
          <p:cNvSpPr>
            <a:spLocks noGrp="1"/>
          </p:cNvSpPr>
          <p:nvPr>
            <p:ph type="sldNum" sz="quarter" idx="12"/>
          </p:nvPr>
        </p:nvSpPr>
        <p:spPr/>
        <p:txBody>
          <a:bodyPr/>
          <a:lstStyle/>
          <a:p>
            <a:fld id="{D836C0FE-70CA-4950-82D6-CF602CC2B770}" type="slidenum">
              <a:rPr lang="en-GB" smtClean="0"/>
              <a:t>32</a:t>
            </a:fld>
            <a:endParaRPr lang="en-GB" dirty="0"/>
          </a:p>
        </p:txBody>
      </p:sp>
      <p:sp>
        <p:nvSpPr>
          <p:cNvPr id="8" name="Title 7">
            <a:extLst>
              <a:ext uri="{FF2B5EF4-FFF2-40B4-BE49-F238E27FC236}">
                <a16:creationId xmlns:a16="http://schemas.microsoft.com/office/drawing/2014/main" id="{DF45B94B-A9CC-644C-2DC1-9DF78F0EF22E}"/>
              </a:ext>
            </a:extLst>
          </p:cNvPr>
          <p:cNvSpPr>
            <a:spLocks noGrp="1"/>
          </p:cNvSpPr>
          <p:nvPr>
            <p:ph type="title"/>
          </p:nvPr>
        </p:nvSpPr>
        <p:spPr/>
        <p:txBody>
          <a:bodyPr/>
          <a:lstStyle/>
          <a:p>
            <a:r>
              <a:rPr lang="en-GB" dirty="0"/>
              <a:t>Encoding?</a:t>
            </a:r>
          </a:p>
        </p:txBody>
      </p:sp>
      <p:sp>
        <p:nvSpPr>
          <p:cNvPr id="9" name="Content Placeholder 8">
            <a:extLst>
              <a:ext uri="{FF2B5EF4-FFF2-40B4-BE49-F238E27FC236}">
                <a16:creationId xmlns:a16="http://schemas.microsoft.com/office/drawing/2014/main" id="{3797BDA4-E0E4-2541-18AE-2A3A4D5D6C2D}"/>
              </a:ext>
            </a:extLst>
          </p:cNvPr>
          <p:cNvSpPr>
            <a:spLocks noGrp="1"/>
          </p:cNvSpPr>
          <p:nvPr>
            <p:ph idx="1"/>
          </p:nvPr>
        </p:nvSpPr>
        <p:spPr/>
        <p:txBody>
          <a:bodyPr>
            <a:normAutofit/>
          </a:bodyPr>
          <a:lstStyle/>
          <a:p>
            <a:pPr>
              <a:spcAft>
                <a:spcPts val="1000"/>
              </a:spcAft>
            </a:pPr>
            <a:r>
              <a:rPr lang="en-GB" b="1"/>
              <a:t>different diacritical characters </a:t>
            </a:r>
            <a:r>
              <a:rPr lang="en-GB"/>
              <a:t>per language 👉 different character encodings of text</a:t>
            </a:r>
          </a:p>
          <a:p>
            <a:pPr lvl="1">
              <a:spcAft>
                <a:spcPts val="1000"/>
              </a:spcAft>
            </a:pPr>
            <a:r>
              <a:rPr lang="en-GB"/>
              <a:t>ASCII: American Standards Association - 1963</a:t>
            </a:r>
          </a:p>
          <a:p>
            <a:pPr lvl="1">
              <a:spcAft>
                <a:spcPts val="1000"/>
              </a:spcAft>
            </a:pPr>
            <a:r>
              <a:rPr lang="en-GB"/>
              <a:t>ISO standard: ISO 8859 for European languages</a:t>
            </a:r>
          </a:p>
          <a:p>
            <a:pPr lvl="2">
              <a:spcAft>
                <a:spcPts val="1000"/>
              </a:spcAft>
            </a:pPr>
            <a:r>
              <a:rPr lang="en-GB"/>
              <a:t>ISO 8859-1 (aka. Latin-1), extended ISO 8859-15</a:t>
            </a:r>
          </a:p>
          <a:p>
            <a:pPr lvl="2">
              <a:spcAft>
                <a:spcPts val="1000"/>
              </a:spcAft>
            </a:pPr>
            <a:r>
              <a:rPr lang="en-GB"/>
              <a:t>Windows: Windows-1252 Western European (= fusion of ISO 8859-1 and -15)</a:t>
            </a:r>
          </a:p>
          <a:p>
            <a:pPr lvl="1">
              <a:spcAft>
                <a:spcPts val="1000"/>
              </a:spcAft>
            </a:pPr>
            <a:r>
              <a:rPr lang="en-GB"/>
              <a:t>Unicode = ISO 10646 international standard</a:t>
            </a:r>
          </a:p>
          <a:p>
            <a:pPr lvl="1">
              <a:spcAft>
                <a:spcPts val="1000"/>
              </a:spcAft>
            </a:pPr>
            <a:r>
              <a:rPr lang="en-GB" b="1">
                <a:solidFill>
                  <a:schemeClr val="accent6">
                    <a:lumMod val="75000"/>
                  </a:schemeClr>
                </a:solidFill>
              </a:rPr>
              <a:t>UTF-8: </a:t>
            </a:r>
            <a:r>
              <a:rPr lang="en-GB"/>
              <a:t>Universal Character Set Transformation Format  </a:t>
            </a:r>
            <a:br>
              <a:rPr lang="en-GB"/>
            </a:br>
            <a:r>
              <a:rPr lang="en-GB"/>
              <a:t>👉 De facto standard on the internet, but optimised for EN</a:t>
            </a:r>
            <a:endParaRPr lang="en-GB" dirty="0"/>
          </a:p>
        </p:txBody>
      </p:sp>
      <p:sp>
        <p:nvSpPr>
          <p:cNvPr id="6" name="Date Placeholder 5">
            <a:extLst>
              <a:ext uri="{FF2B5EF4-FFF2-40B4-BE49-F238E27FC236}">
                <a16:creationId xmlns:a16="http://schemas.microsoft.com/office/drawing/2014/main" id="{19FD0460-CE32-3F60-4E47-A32B393C075D}"/>
              </a:ext>
            </a:extLst>
          </p:cNvPr>
          <p:cNvSpPr>
            <a:spLocks noGrp="1"/>
          </p:cNvSpPr>
          <p:nvPr>
            <p:ph type="dt" sz="half" idx="10"/>
          </p:nvPr>
        </p:nvSpPr>
        <p:spPr/>
        <p:txBody>
          <a:bodyPr/>
          <a:lstStyle/>
          <a:p>
            <a:endParaRPr lang="en-GB" dirty="0"/>
          </a:p>
        </p:txBody>
      </p:sp>
      <p:sp>
        <p:nvSpPr>
          <p:cNvPr id="7" name="Footer Placeholder 6">
            <a:extLst>
              <a:ext uri="{FF2B5EF4-FFF2-40B4-BE49-F238E27FC236}">
                <a16:creationId xmlns:a16="http://schemas.microsoft.com/office/drawing/2014/main" id="{56A9F665-105F-5273-1AE8-10B479DBFB3D}"/>
              </a:ext>
            </a:extLst>
          </p:cNvPr>
          <p:cNvSpPr>
            <a:spLocks noGrp="1"/>
          </p:cNvSpPr>
          <p:nvPr>
            <p:ph type="ftr" sz="quarter" idx="11"/>
          </p:nvPr>
        </p:nvSpPr>
        <p:spPr/>
        <p:txBody>
          <a:bodyPr/>
          <a:lstStyle/>
          <a:p>
            <a:r>
              <a:rPr lang="en-GB"/>
              <a:t>KMH</a:t>
            </a:r>
            <a:endParaRPr lang="en-GB" dirty="0"/>
          </a:p>
        </p:txBody>
      </p:sp>
    </p:spTree>
    <p:extLst>
      <p:ext uri="{BB962C8B-B14F-4D97-AF65-F5344CB8AC3E}">
        <p14:creationId xmlns:p14="http://schemas.microsoft.com/office/powerpoint/2010/main" val="41268407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64A2E06-15BB-60AB-2F5F-CC5FAFFB2FE9}"/>
              </a:ext>
            </a:extLst>
          </p:cNvPr>
          <p:cNvSpPr>
            <a:spLocks noGrp="1"/>
          </p:cNvSpPr>
          <p:nvPr>
            <p:ph type="sldNum" sz="quarter" idx="12"/>
          </p:nvPr>
        </p:nvSpPr>
        <p:spPr/>
        <p:txBody>
          <a:bodyPr/>
          <a:lstStyle/>
          <a:p>
            <a:fld id="{D836C0FE-70CA-4950-82D6-CF602CC2B770}" type="slidenum">
              <a:rPr lang="en-GB" smtClean="0"/>
              <a:t>33</a:t>
            </a:fld>
            <a:endParaRPr lang="en-GB" dirty="0"/>
          </a:p>
        </p:txBody>
      </p:sp>
      <p:sp>
        <p:nvSpPr>
          <p:cNvPr id="3" name="Title 2">
            <a:extLst>
              <a:ext uri="{FF2B5EF4-FFF2-40B4-BE49-F238E27FC236}">
                <a16:creationId xmlns:a16="http://schemas.microsoft.com/office/drawing/2014/main" id="{019CE483-78AB-5071-DEDA-C5A08E8AE89D}"/>
              </a:ext>
            </a:extLst>
          </p:cNvPr>
          <p:cNvSpPr>
            <a:spLocks noGrp="1"/>
          </p:cNvSpPr>
          <p:nvPr>
            <p:ph type="title"/>
          </p:nvPr>
        </p:nvSpPr>
        <p:spPr>
          <a:xfrm>
            <a:off x="695326" y="549000"/>
            <a:ext cx="9504674" cy="792000"/>
          </a:xfrm>
        </p:spPr>
        <p:txBody>
          <a:bodyPr/>
          <a:lstStyle/>
          <a:p>
            <a:r>
              <a:rPr lang="en-GB" dirty="0"/>
              <a:t>An Intergalactic Experiment: May the Force be With Us!</a:t>
            </a:r>
          </a:p>
        </p:txBody>
      </p:sp>
      <p:pic>
        <p:nvPicPr>
          <p:cNvPr id="8" name="Content Placeholder 7" descr="A screenshot of a computer&#10;&#10;AI-generated content may be incorrect.">
            <a:hlinkClick r:id="rId2"/>
            <a:extLst>
              <a:ext uri="{FF2B5EF4-FFF2-40B4-BE49-F238E27FC236}">
                <a16:creationId xmlns:a16="http://schemas.microsoft.com/office/drawing/2014/main" id="{9B9D0A43-CA27-F3CE-6346-419A9B093C53}"/>
              </a:ext>
            </a:extLst>
          </p:cNvPr>
          <p:cNvPicPr>
            <a:picLocks noGrp="1" noChangeAspect="1"/>
          </p:cNvPicPr>
          <p:nvPr>
            <p:ph idx="1"/>
          </p:nvPr>
        </p:nvPicPr>
        <p:blipFill>
          <a:blip r:embed="rId3"/>
          <a:stretch>
            <a:fillRect/>
          </a:stretch>
        </p:blipFill>
        <p:spPr bwMode="gray">
          <a:xfrm>
            <a:off x="4099551" y="1125000"/>
            <a:ext cx="3992898" cy="4535488"/>
          </a:xfrm>
          <a:prstGeom prst="rect">
            <a:avLst/>
          </a:prstGeom>
          <a:ln w="6350">
            <a:solidFill>
              <a:schemeClr val="tx1"/>
            </a:solidFill>
          </a:ln>
          <a:effectLst>
            <a:outerShdw blurRad="254000" dist="107763" dir="2699994" algn="tl">
              <a:prstClr val="black">
                <a:alpha val="40000"/>
              </a:prstClr>
            </a:outerShdw>
          </a:effectLst>
        </p:spPr>
      </p:pic>
      <p:sp>
        <p:nvSpPr>
          <p:cNvPr id="5" name="Date Placeholder 4">
            <a:extLst>
              <a:ext uri="{FF2B5EF4-FFF2-40B4-BE49-F238E27FC236}">
                <a16:creationId xmlns:a16="http://schemas.microsoft.com/office/drawing/2014/main" id="{7F6B6261-CFB1-70C6-9FAE-26CA86BD64D9}"/>
              </a:ext>
            </a:extLst>
          </p:cNvPr>
          <p:cNvSpPr>
            <a:spLocks noGrp="1"/>
          </p:cNvSpPr>
          <p:nvPr>
            <p:ph type="dt" sz="half" idx="10"/>
          </p:nvPr>
        </p:nvSpPr>
        <p:spPr/>
        <p:txBody>
          <a:bodyPr/>
          <a:lstStyle/>
          <a:p>
            <a:endParaRPr lang="en-GB" dirty="0"/>
          </a:p>
        </p:txBody>
      </p:sp>
      <p:sp>
        <p:nvSpPr>
          <p:cNvPr id="6" name="Footer Placeholder 5">
            <a:extLst>
              <a:ext uri="{FF2B5EF4-FFF2-40B4-BE49-F238E27FC236}">
                <a16:creationId xmlns:a16="http://schemas.microsoft.com/office/drawing/2014/main" id="{E284CBA3-EEBA-6CA9-7558-9949E56564AE}"/>
              </a:ext>
            </a:extLst>
          </p:cNvPr>
          <p:cNvSpPr>
            <a:spLocks noGrp="1"/>
          </p:cNvSpPr>
          <p:nvPr>
            <p:ph type="ftr" sz="quarter" idx="11"/>
          </p:nvPr>
        </p:nvSpPr>
        <p:spPr/>
        <p:txBody>
          <a:bodyPr/>
          <a:lstStyle/>
          <a:p>
            <a:r>
              <a:rPr lang="en-GB"/>
              <a:t>KMH</a:t>
            </a:r>
            <a:endParaRPr lang="en-GB" dirty="0"/>
          </a:p>
        </p:txBody>
      </p:sp>
      <p:sp>
        <p:nvSpPr>
          <p:cNvPr id="10" name="TextBox 9">
            <a:extLst>
              <a:ext uri="{FF2B5EF4-FFF2-40B4-BE49-F238E27FC236}">
                <a16:creationId xmlns:a16="http://schemas.microsoft.com/office/drawing/2014/main" id="{38972B8D-27DA-2629-9FE2-F27698324543}"/>
              </a:ext>
            </a:extLst>
          </p:cNvPr>
          <p:cNvSpPr txBox="1"/>
          <p:nvPr/>
        </p:nvSpPr>
        <p:spPr>
          <a:xfrm>
            <a:off x="984000" y="5805000"/>
            <a:ext cx="10152000" cy="461665"/>
          </a:xfrm>
          <a:prstGeom prst="rect">
            <a:avLst/>
          </a:prstGeom>
          <a:noFill/>
        </p:spPr>
        <p:txBody>
          <a:bodyPr wrap="square">
            <a:spAutoFit/>
          </a:bodyPr>
          <a:lstStyle/>
          <a:p>
            <a:pPr algn="ctr"/>
            <a:r>
              <a:rPr lang="en-GB" sz="2400" dirty="0"/>
              <a:t>https://github.com/tidyverse/dplyr/blob/main/data-raw/starwars.csv</a:t>
            </a:r>
          </a:p>
        </p:txBody>
      </p:sp>
    </p:spTree>
    <p:extLst>
      <p:ext uri="{BB962C8B-B14F-4D97-AF65-F5344CB8AC3E}">
        <p14:creationId xmlns:p14="http://schemas.microsoft.com/office/powerpoint/2010/main" val="6939449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29DEA6A-173E-47F2-11EC-BD979DECE638}"/>
              </a:ext>
            </a:extLst>
          </p:cNvPr>
          <p:cNvSpPr>
            <a:spLocks noGrp="1"/>
          </p:cNvSpPr>
          <p:nvPr>
            <p:ph type="sldNum" sz="quarter" idx="12"/>
          </p:nvPr>
        </p:nvSpPr>
        <p:spPr/>
        <p:txBody>
          <a:bodyPr/>
          <a:lstStyle/>
          <a:p>
            <a:fld id="{D836C0FE-70CA-4950-82D6-CF602CC2B770}" type="slidenum">
              <a:rPr lang="en-GB" smtClean="0"/>
              <a:t>34</a:t>
            </a:fld>
            <a:endParaRPr lang="en-GB" dirty="0"/>
          </a:p>
        </p:txBody>
      </p:sp>
      <p:sp>
        <p:nvSpPr>
          <p:cNvPr id="3" name="Title 2">
            <a:extLst>
              <a:ext uri="{FF2B5EF4-FFF2-40B4-BE49-F238E27FC236}">
                <a16:creationId xmlns:a16="http://schemas.microsoft.com/office/drawing/2014/main" id="{C7B25640-D5C8-3D99-5221-E6A1C5257D76}"/>
              </a:ext>
            </a:extLst>
          </p:cNvPr>
          <p:cNvSpPr>
            <a:spLocks noGrp="1"/>
          </p:cNvSpPr>
          <p:nvPr>
            <p:ph type="title"/>
          </p:nvPr>
        </p:nvSpPr>
        <p:spPr/>
        <p:txBody>
          <a:bodyPr/>
          <a:lstStyle/>
          <a:p>
            <a:r>
              <a:rPr lang="en-GB" dirty="0"/>
              <a:t>A Recommendation: </a:t>
            </a:r>
            <a:r>
              <a:rPr lang="en-GB" dirty="0" err="1"/>
              <a:t>Texteditors</a:t>
            </a:r>
            <a:r>
              <a:rPr lang="en-GB" dirty="0"/>
              <a:t> (still) Matter</a:t>
            </a:r>
          </a:p>
        </p:txBody>
      </p:sp>
      <p:pic>
        <p:nvPicPr>
          <p:cNvPr id="8" name="Content Placeholder 7" descr="A screenshot of a computer&#10;&#10;AI-generated content may be incorrect.">
            <a:hlinkClick r:id="rId2"/>
            <a:extLst>
              <a:ext uri="{FF2B5EF4-FFF2-40B4-BE49-F238E27FC236}">
                <a16:creationId xmlns:a16="http://schemas.microsoft.com/office/drawing/2014/main" id="{50520071-8A5B-174D-60C9-AB84834258D9}"/>
              </a:ext>
            </a:extLst>
          </p:cNvPr>
          <p:cNvPicPr>
            <a:picLocks noGrp="1" noChangeAspect="1"/>
          </p:cNvPicPr>
          <p:nvPr>
            <p:ph idx="1"/>
          </p:nvPr>
        </p:nvPicPr>
        <p:blipFill>
          <a:blip r:embed="rId3"/>
          <a:stretch>
            <a:fillRect/>
          </a:stretch>
        </p:blipFill>
        <p:spPr bwMode="gray">
          <a:xfrm>
            <a:off x="5376000" y="1628775"/>
            <a:ext cx="5676316" cy="4535488"/>
          </a:xfrm>
          <a:prstGeom prst="rect">
            <a:avLst/>
          </a:prstGeom>
          <a:ln w="6350">
            <a:solidFill>
              <a:schemeClr val="tx1"/>
            </a:solidFill>
          </a:ln>
          <a:effectLst>
            <a:outerShdw blurRad="254000" dist="107763" dir="2699994" algn="tl">
              <a:prstClr val="black">
                <a:alpha val="40000"/>
              </a:prstClr>
            </a:outerShdw>
          </a:effectLst>
        </p:spPr>
      </p:pic>
      <p:sp>
        <p:nvSpPr>
          <p:cNvPr id="5" name="Date Placeholder 4">
            <a:extLst>
              <a:ext uri="{FF2B5EF4-FFF2-40B4-BE49-F238E27FC236}">
                <a16:creationId xmlns:a16="http://schemas.microsoft.com/office/drawing/2014/main" id="{42E17606-F7BC-10F0-4222-0BF50BDA21B3}"/>
              </a:ext>
            </a:extLst>
          </p:cNvPr>
          <p:cNvSpPr>
            <a:spLocks noGrp="1"/>
          </p:cNvSpPr>
          <p:nvPr>
            <p:ph type="dt" sz="half" idx="10"/>
          </p:nvPr>
        </p:nvSpPr>
        <p:spPr/>
        <p:txBody>
          <a:bodyPr/>
          <a:lstStyle/>
          <a:p>
            <a:endParaRPr lang="en-GB" dirty="0"/>
          </a:p>
        </p:txBody>
      </p:sp>
      <p:sp>
        <p:nvSpPr>
          <p:cNvPr id="6" name="Footer Placeholder 5">
            <a:extLst>
              <a:ext uri="{FF2B5EF4-FFF2-40B4-BE49-F238E27FC236}">
                <a16:creationId xmlns:a16="http://schemas.microsoft.com/office/drawing/2014/main" id="{08B18268-40B1-5FF2-87AA-52CC53948E82}"/>
              </a:ext>
            </a:extLst>
          </p:cNvPr>
          <p:cNvSpPr>
            <a:spLocks noGrp="1"/>
          </p:cNvSpPr>
          <p:nvPr>
            <p:ph type="ftr" sz="quarter" idx="11"/>
          </p:nvPr>
        </p:nvSpPr>
        <p:spPr/>
        <p:txBody>
          <a:bodyPr/>
          <a:lstStyle/>
          <a:p>
            <a:r>
              <a:rPr lang="en-GB"/>
              <a:t>KMH</a:t>
            </a:r>
            <a:endParaRPr lang="en-GB" dirty="0"/>
          </a:p>
        </p:txBody>
      </p:sp>
      <p:pic>
        <p:nvPicPr>
          <p:cNvPr id="12" name="Picture 11" descr="A screenshot of a computer&#10;&#10;AI-generated content may be incorrect.">
            <a:extLst>
              <a:ext uri="{FF2B5EF4-FFF2-40B4-BE49-F238E27FC236}">
                <a16:creationId xmlns:a16="http://schemas.microsoft.com/office/drawing/2014/main" id="{67F5963A-FD31-7AA4-DEF7-BCF30A22F236}"/>
              </a:ext>
            </a:extLst>
          </p:cNvPr>
          <p:cNvPicPr>
            <a:picLocks noChangeAspect="1"/>
          </p:cNvPicPr>
          <p:nvPr/>
        </p:nvPicPr>
        <p:blipFill>
          <a:blip r:embed="rId4"/>
          <a:stretch>
            <a:fillRect/>
          </a:stretch>
        </p:blipFill>
        <p:spPr>
          <a:xfrm>
            <a:off x="709340" y="1628775"/>
            <a:ext cx="3986387" cy="4535488"/>
          </a:xfrm>
          <a:prstGeom prst="rect">
            <a:avLst/>
          </a:prstGeom>
          <a:ln w="6350">
            <a:solidFill>
              <a:schemeClr val="tx1"/>
            </a:solidFill>
          </a:ln>
          <a:effectLst>
            <a:outerShdw blurRad="254000" dist="107763" dir="2699994" algn="tl">
              <a:prstClr val="black">
                <a:alpha val="40000"/>
              </a:prstClr>
            </a:outerShdw>
          </a:effectLst>
        </p:spPr>
      </p:pic>
    </p:spTree>
    <p:extLst>
      <p:ext uri="{BB962C8B-B14F-4D97-AF65-F5344CB8AC3E}">
        <p14:creationId xmlns:p14="http://schemas.microsoft.com/office/powerpoint/2010/main" val="2803384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rafik 7" descr="Ein Bild, das Text, Menschliches Gesicht, Screenshot, Mann enthält.&#10;&#10;KI-generierte Inhalte können fehlerhaft sein.">
            <a:extLst>
              <a:ext uri="{FF2B5EF4-FFF2-40B4-BE49-F238E27FC236}">
                <a16:creationId xmlns:a16="http://schemas.microsoft.com/office/drawing/2014/main" id="{11086DBD-CF10-D2C6-5817-2C5B7F6F7D73}"/>
              </a:ext>
            </a:extLst>
          </p:cNvPr>
          <p:cNvPicPr>
            <a:picLocks noChangeAspect="1"/>
          </p:cNvPicPr>
          <p:nvPr/>
        </p:nvPicPr>
        <p:blipFill>
          <a:blip r:embed="rId2"/>
          <a:stretch>
            <a:fillRect/>
          </a:stretch>
        </p:blipFill>
        <p:spPr>
          <a:xfrm>
            <a:off x="434848" y="1713053"/>
            <a:ext cx="2976245" cy="2383928"/>
          </a:xfrm>
          <a:prstGeom prst="rect">
            <a:avLst/>
          </a:prstGeom>
        </p:spPr>
      </p:pic>
      <p:sp>
        <p:nvSpPr>
          <p:cNvPr id="2" name="Foliennummernplatzhalter 1">
            <a:extLst>
              <a:ext uri="{FF2B5EF4-FFF2-40B4-BE49-F238E27FC236}">
                <a16:creationId xmlns:a16="http://schemas.microsoft.com/office/drawing/2014/main" id="{C1EA860F-2385-EA09-3DF5-2F61B10F5C74}"/>
              </a:ext>
            </a:extLst>
          </p:cNvPr>
          <p:cNvSpPr>
            <a:spLocks noGrp="1"/>
          </p:cNvSpPr>
          <p:nvPr>
            <p:ph type="sldNum" sz="quarter" idx="12"/>
          </p:nvPr>
        </p:nvSpPr>
        <p:spPr/>
        <p:txBody>
          <a:bodyPr/>
          <a:lstStyle/>
          <a:p>
            <a:fld id="{D836C0FE-70CA-4950-82D6-CF602CC2B770}" type="slidenum">
              <a:rPr lang="en-GB" smtClean="0"/>
              <a:t>35</a:t>
            </a:fld>
            <a:endParaRPr lang="en-GB" dirty="0"/>
          </a:p>
        </p:txBody>
      </p:sp>
      <p:sp>
        <p:nvSpPr>
          <p:cNvPr id="3" name="Titel 2">
            <a:extLst>
              <a:ext uri="{FF2B5EF4-FFF2-40B4-BE49-F238E27FC236}">
                <a16:creationId xmlns:a16="http://schemas.microsoft.com/office/drawing/2014/main" id="{8C5D59B7-0826-6AEF-85F8-25029E52CE22}"/>
              </a:ext>
            </a:extLst>
          </p:cNvPr>
          <p:cNvSpPr>
            <a:spLocks noGrp="1"/>
          </p:cNvSpPr>
          <p:nvPr>
            <p:ph type="title"/>
          </p:nvPr>
        </p:nvSpPr>
        <p:spPr>
          <a:xfrm>
            <a:off x="695326" y="549000"/>
            <a:ext cx="2789279" cy="792000"/>
          </a:xfrm>
        </p:spPr>
        <p:txBody>
          <a:bodyPr/>
          <a:lstStyle/>
          <a:p>
            <a:r>
              <a:rPr lang="en-GB"/>
              <a:t>Please: Stay Calm …</a:t>
            </a:r>
            <a:endParaRPr lang="en-GB" dirty="0"/>
          </a:p>
        </p:txBody>
      </p:sp>
      <p:sp>
        <p:nvSpPr>
          <p:cNvPr id="5" name="Datumsplatzhalter 4">
            <a:extLst>
              <a:ext uri="{FF2B5EF4-FFF2-40B4-BE49-F238E27FC236}">
                <a16:creationId xmlns:a16="http://schemas.microsoft.com/office/drawing/2014/main" id="{66FBDF4B-2B6E-0C5D-7823-C3E723BD5DF5}"/>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6A4398B0-DF5A-535F-6E2B-5D6AC20BDFD2}"/>
              </a:ext>
            </a:extLst>
          </p:cNvPr>
          <p:cNvSpPr>
            <a:spLocks noGrp="1"/>
          </p:cNvSpPr>
          <p:nvPr>
            <p:ph type="ftr" sz="quarter" idx="11"/>
          </p:nvPr>
        </p:nvSpPr>
        <p:spPr/>
        <p:txBody>
          <a:bodyPr/>
          <a:lstStyle/>
          <a:p>
            <a:r>
              <a:rPr lang="en-GB"/>
              <a:t>KMH / IMC-Mehrwerttag Jänner 2026</a:t>
            </a:r>
            <a:endParaRPr lang="en-GB" dirty="0"/>
          </a:p>
        </p:txBody>
      </p:sp>
      <p:pic>
        <p:nvPicPr>
          <p:cNvPr id="14340" name="Picture 4" descr="Can we please move beyond just “What's better; SPSS or R ...">
            <a:extLst>
              <a:ext uri="{FF2B5EF4-FFF2-40B4-BE49-F238E27FC236}">
                <a16:creationId xmlns:a16="http://schemas.microsoft.com/office/drawing/2014/main" id="{E396495F-0037-1C48-6010-C1F94E3E65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6589" y="274500"/>
            <a:ext cx="4904653" cy="2758867"/>
          </a:xfrm>
          <a:prstGeom prst="rect">
            <a:avLst/>
          </a:prstGeom>
          <a:noFill/>
          <a:ln w="6350">
            <a:solidFill>
              <a:schemeClr val="tx1"/>
            </a:solidFill>
          </a:ln>
          <a:effectLst>
            <a:outerShdw blurRad="254000" dist="107763" dir="2699994" algn="tl">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4342" name="Picture 6" descr="Had to describe how SPSS was not the same as Stata and I can't believe I  forgot this">
            <a:extLst>
              <a:ext uri="{FF2B5EF4-FFF2-40B4-BE49-F238E27FC236}">
                <a16:creationId xmlns:a16="http://schemas.microsoft.com/office/drawing/2014/main" id="{4D1EE8A0-7E5B-25D9-167E-05D831AA44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4004" y="3291054"/>
            <a:ext cx="5473846" cy="3220446"/>
          </a:xfrm>
          <a:prstGeom prst="rect">
            <a:avLst/>
          </a:prstGeom>
          <a:noFill/>
          <a:ln w="6350">
            <a:solidFill>
              <a:schemeClr val="tx1"/>
            </a:solidFill>
          </a:ln>
          <a:effectLst>
            <a:outerShdw blurRad="254000" dist="107763" dir="2699994" algn="tl">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4338" name="Picture 2" descr="Anyone else hate SPSS? : r/psychologymemes">
            <a:extLst>
              <a:ext uri="{FF2B5EF4-FFF2-40B4-BE49-F238E27FC236}">
                <a16:creationId xmlns:a16="http://schemas.microsoft.com/office/drawing/2014/main" id="{7A7C110E-CA6E-9905-0C7B-81AFB9D473C9}"/>
              </a:ext>
            </a:extLst>
          </p:cNvPr>
          <p:cNvPicPr>
            <a:picLocks noGrp="1"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bwMode="auto">
          <a:xfrm>
            <a:off x="9687496" y="272334"/>
            <a:ext cx="2170354" cy="2758867"/>
          </a:xfrm>
          <a:prstGeom prst="rect">
            <a:avLst/>
          </a:prstGeom>
          <a:noFill/>
          <a:ln w="6350">
            <a:solidFill>
              <a:schemeClr val="tx1"/>
            </a:solidFill>
          </a:ln>
          <a:effectLst>
            <a:outerShdw blurRad="254000" dist="107763" dir="2699994" algn="tl">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 name="Grafik 9" descr="Ein Bild, das Menschliches Gesicht, Frucht, Lächeln, Person enthält.&#10;&#10;KI-generierte Inhalte können fehlerhaft sein.">
            <a:extLst>
              <a:ext uri="{FF2B5EF4-FFF2-40B4-BE49-F238E27FC236}">
                <a16:creationId xmlns:a16="http://schemas.microsoft.com/office/drawing/2014/main" id="{3CF3173E-D323-1A0B-AD6E-F31AADAC5B9B}"/>
              </a:ext>
            </a:extLst>
          </p:cNvPr>
          <p:cNvPicPr>
            <a:picLocks noChangeAspect="1"/>
          </p:cNvPicPr>
          <p:nvPr/>
        </p:nvPicPr>
        <p:blipFill>
          <a:blip r:embed="rId6"/>
          <a:stretch>
            <a:fillRect/>
          </a:stretch>
        </p:blipFill>
        <p:spPr>
          <a:xfrm>
            <a:off x="2785163" y="3291054"/>
            <a:ext cx="3324625" cy="3220446"/>
          </a:xfrm>
          <a:prstGeom prst="rect">
            <a:avLst/>
          </a:prstGeom>
          <a:ln w="6350">
            <a:solidFill>
              <a:schemeClr val="tx1"/>
            </a:solidFill>
          </a:ln>
          <a:effectLst>
            <a:outerShdw blurRad="254000" dist="107763" dir="2699994" algn="tl">
              <a:prstClr val="black">
                <a:alpha val="40000"/>
              </a:prstClr>
            </a:outerShdw>
          </a:effectLst>
        </p:spPr>
      </p:pic>
    </p:spTree>
    <p:extLst>
      <p:ext uri="{BB962C8B-B14F-4D97-AF65-F5344CB8AC3E}">
        <p14:creationId xmlns:p14="http://schemas.microsoft.com/office/powerpoint/2010/main" val="30445750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2A37A-86BB-92FB-36AF-37A0DC822472}"/>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D1E9E1BA-7469-A59B-24D4-6B3B1B4FC883}"/>
              </a:ext>
            </a:extLst>
          </p:cNvPr>
          <p:cNvSpPr>
            <a:spLocks noGrp="1"/>
          </p:cNvSpPr>
          <p:nvPr>
            <p:ph type="title"/>
          </p:nvPr>
        </p:nvSpPr>
        <p:spPr/>
        <p:txBody>
          <a:bodyPr/>
          <a:lstStyle/>
          <a:p>
            <a:r>
              <a:rPr lang="en-GB"/>
              <a:t>Let’s Rock🤟</a:t>
            </a:r>
            <a:endParaRPr lang="en-GB" dirty="0"/>
          </a:p>
        </p:txBody>
      </p:sp>
      <p:sp>
        <p:nvSpPr>
          <p:cNvPr id="2" name="Foliennummernplatzhalter 1">
            <a:extLst>
              <a:ext uri="{FF2B5EF4-FFF2-40B4-BE49-F238E27FC236}">
                <a16:creationId xmlns:a16="http://schemas.microsoft.com/office/drawing/2014/main" id="{19A06AF7-2C0A-F8AF-26F3-4344437218BE}"/>
              </a:ext>
            </a:extLst>
          </p:cNvPr>
          <p:cNvSpPr>
            <a:spLocks noGrp="1"/>
          </p:cNvSpPr>
          <p:nvPr>
            <p:ph type="sldNum" sz="quarter" idx="4294967295"/>
          </p:nvPr>
        </p:nvSpPr>
        <p:spPr>
          <a:xfrm>
            <a:off x="11687175" y="6438900"/>
            <a:ext cx="504825" cy="144463"/>
          </a:xfrm>
        </p:spPr>
        <p:txBody>
          <a:bodyPr/>
          <a:lstStyle/>
          <a:p>
            <a:fld id="{D836C0FE-70CA-4950-82D6-CF602CC2B770}" type="slidenum">
              <a:rPr lang="en-GB" smtClean="0"/>
              <a:t>36</a:t>
            </a:fld>
            <a:endParaRPr lang="en-GB" dirty="0"/>
          </a:p>
        </p:txBody>
      </p:sp>
    </p:spTree>
    <p:extLst>
      <p:ext uri="{BB962C8B-B14F-4D97-AF65-F5344CB8AC3E}">
        <p14:creationId xmlns:p14="http://schemas.microsoft.com/office/powerpoint/2010/main" val="10054640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B03313-183B-748A-B37D-6734B514D674}"/>
              </a:ext>
            </a:extLst>
          </p:cNvPr>
          <p:cNvSpPr>
            <a:spLocks noGrp="1"/>
          </p:cNvSpPr>
          <p:nvPr>
            <p:ph type="sldNum" sz="quarter" idx="12"/>
          </p:nvPr>
        </p:nvSpPr>
        <p:spPr/>
        <p:txBody>
          <a:bodyPr/>
          <a:lstStyle/>
          <a:p>
            <a:fld id="{D836C0FE-70CA-4950-82D6-CF602CC2B770}" type="slidenum">
              <a:rPr lang="en-GB" smtClean="0"/>
              <a:t>37</a:t>
            </a:fld>
            <a:endParaRPr lang="en-GB" dirty="0"/>
          </a:p>
        </p:txBody>
      </p:sp>
      <p:sp>
        <p:nvSpPr>
          <p:cNvPr id="3" name="Title 2">
            <a:extLst>
              <a:ext uri="{FF2B5EF4-FFF2-40B4-BE49-F238E27FC236}">
                <a16:creationId xmlns:a16="http://schemas.microsoft.com/office/drawing/2014/main" id="{7F18F139-18FD-913D-55CB-16BB04BEF65B}"/>
              </a:ext>
            </a:extLst>
          </p:cNvPr>
          <p:cNvSpPr>
            <a:spLocks noGrp="1"/>
          </p:cNvSpPr>
          <p:nvPr>
            <p:ph type="title"/>
          </p:nvPr>
        </p:nvSpPr>
        <p:spPr/>
        <p:txBody>
          <a:bodyPr/>
          <a:lstStyle/>
          <a:p>
            <a:r>
              <a:rPr lang="en-GB"/>
              <a:t>Let’s Rock🤟</a:t>
            </a:r>
            <a:endParaRPr lang="en-GB" dirty="0"/>
          </a:p>
        </p:txBody>
      </p:sp>
      <p:sp>
        <p:nvSpPr>
          <p:cNvPr id="5" name="Date Placeholder 4">
            <a:extLst>
              <a:ext uri="{FF2B5EF4-FFF2-40B4-BE49-F238E27FC236}">
                <a16:creationId xmlns:a16="http://schemas.microsoft.com/office/drawing/2014/main" id="{C8904E72-245B-AAFF-D342-BF9619C68CE6}"/>
              </a:ext>
            </a:extLst>
          </p:cNvPr>
          <p:cNvSpPr>
            <a:spLocks noGrp="1"/>
          </p:cNvSpPr>
          <p:nvPr>
            <p:ph type="dt" sz="half" idx="10"/>
          </p:nvPr>
        </p:nvSpPr>
        <p:spPr/>
        <p:txBody>
          <a:bodyPr/>
          <a:lstStyle/>
          <a:p>
            <a:endParaRPr lang="en-GB" dirty="0"/>
          </a:p>
        </p:txBody>
      </p:sp>
      <p:sp>
        <p:nvSpPr>
          <p:cNvPr id="6" name="Footer Placeholder 5">
            <a:extLst>
              <a:ext uri="{FF2B5EF4-FFF2-40B4-BE49-F238E27FC236}">
                <a16:creationId xmlns:a16="http://schemas.microsoft.com/office/drawing/2014/main" id="{0BB23414-5F32-1980-4D73-A675B6849C2D}"/>
              </a:ext>
            </a:extLst>
          </p:cNvPr>
          <p:cNvSpPr>
            <a:spLocks noGrp="1"/>
          </p:cNvSpPr>
          <p:nvPr>
            <p:ph type="ftr" sz="quarter" idx="11"/>
          </p:nvPr>
        </p:nvSpPr>
        <p:spPr/>
        <p:txBody>
          <a:bodyPr/>
          <a:lstStyle/>
          <a:p>
            <a:r>
              <a:rPr lang="en-GB"/>
              <a:t>KMH</a:t>
            </a:r>
            <a:endParaRPr lang="en-GB" dirty="0"/>
          </a:p>
        </p:txBody>
      </p:sp>
      <p:sp>
        <p:nvSpPr>
          <p:cNvPr id="10" name="Content Placeholder 9">
            <a:extLst>
              <a:ext uri="{FF2B5EF4-FFF2-40B4-BE49-F238E27FC236}">
                <a16:creationId xmlns:a16="http://schemas.microsoft.com/office/drawing/2014/main" id="{657D6A45-B622-B262-8FB4-86D3E2B9509D}"/>
              </a:ext>
            </a:extLst>
          </p:cNvPr>
          <p:cNvSpPr>
            <a:spLocks noGrp="1"/>
          </p:cNvSpPr>
          <p:nvPr>
            <p:ph idx="1"/>
          </p:nvPr>
        </p:nvSpPr>
        <p:spPr>
          <a:xfrm>
            <a:off x="695325" y="1628999"/>
            <a:ext cx="3312676" cy="4535265"/>
          </a:xfrm>
        </p:spPr>
        <p:txBody>
          <a:bodyPr/>
          <a:lstStyle/>
          <a:p>
            <a:r>
              <a:rPr lang="en-GB">
                <a:hlinkClick r:id="rId2"/>
              </a:rPr>
              <a:t>Every Metal Archives Band November 2024Every Metal Archives Band November 2024</a:t>
            </a:r>
            <a:endParaRPr lang="en-GB" dirty="0"/>
          </a:p>
        </p:txBody>
      </p:sp>
      <p:pic>
        <p:nvPicPr>
          <p:cNvPr id="11" name="Content Placeholder 7">
            <a:hlinkClick r:id="rId2"/>
            <a:extLst>
              <a:ext uri="{FF2B5EF4-FFF2-40B4-BE49-F238E27FC236}">
                <a16:creationId xmlns:a16="http://schemas.microsoft.com/office/drawing/2014/main" id="{94A95BC1-8A8D-95C3-0D69-F9A6E75B32FC}"/>
              </a:ext>
            </a:extLst>
          </p:cNvPr>
          <p:cNvPicPr>
            <a:picLocks noChangeAspect="1"/>
          </p:cNvPicPr>
          <p:nvPr/>
        </p:nvPicPr>
        <p:blipFill>
          <a:blip r:embed="rId3"/>
          <a:stretch>
            <a:fillRect/>
          </a:stretch>
        </p:blipFill>
        <p:spPr bwMode="gray">
          <a:xfrm>
            <a:off x="4368000" y="1628775"/>
            <a:ext cx="7225014" cy="4535488"/>
          </a:xfrm>
          <a:prstGeom prst="rect">
            <a:avLst/>
          </a:prstGeom>
          <a:ln w="6350">
            <a:solidFill>
              <a:schemeClr val="tx1"/>
            </a:solidFill>
          </a:ln>
          <a:effectLst>
            <a:outerShdw blurRad="254000" dist="107763" dir="2699994" algn="tl">
              <a:prstClr val="black">
                <a:alpha val="40000"/>
              </a:prstClr>
            </a:outerShdw>
          </a:effectLst>
        </p:spPr>
      </p:pic>
    </p:spTree>
    <p:extLst>
      <p:ext uri="{BB962C8B-B14F-4D97-AF65-F5344CB8AC3E}">
        <p14:creationId xmlns:p14="http://schemas.microsoft.com/office/powerpoint/2010/main" val="17712685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6D48265A-96F2-9C87-84B5-596060FF0E80}"/>
              </a:ext>
            </a:extLst>
          </p:cNvPr>
          <p:cNvSpPr>
            <a:spLocks noGrp="1"/>
          </p:cNvSpPr>
          <p:nvPr>
            <p:ph type="title"/>
          </p:nvPr>
        </p:nvSpPr>
        <p:spPr/>
        <p:txBody>
          <a:bodyPr/>
          <a:lstStyle/>
          <a:p>
            <a:r>
              <a:rPr lang="en-GB" dirty="0"/>
              <a:t>Outlook</a:t>
            </a:r>
          </a:p>
        </p:txBody>
      </p:sp>
      <p:sp>
        <p:nvSpPr>
          <p:cNvPr id="2" name="Foliennummernplatzhalter 1">
            <a:extLst>
              <a:ext uri="{FF2B5EF4-FFF2-40B4-BE49-F238E27FC236}">
                <a16:creationId xmlns:a16="http://schemas.microsoft.com/office/drawing/2014/main" id="{0EB3363A-D7B1-3A7A-DB8C-E2BF875193A7}"/>
              </a:ext>
            </a:extLst>
          </p:cNvPr>
          <p:cNvSpPr>
            <a:spLocks noGrp="1"/>
          </p:cNvSpPr>
          <p:nvPr>
            <p:ph type="sldNum" sz="quarter" idx="4294967295"/>
          </p:nvPr>
        </p:nvSpPr>
        <p:spPr>
          <a:xfrm>
            <a:off x="11687175" y="6438900"/>
            <a:ext cx="504825" cy="144463"/>
          </a:xfrm>
        </p:spPr>
        <p:txBody>
          <a:bodyPr/>
          <a:lstStyle/>
          <a:p>
            <a:fld id="{D836C0FE-70CA-4950-82D6-CF602CC2B770}" type="slidenum">
              <a:rPr lang="en-GB" smtClean="0"/>
              <a:t>38</a:t>
            </a:fld>
            <a:endParaRPr lang="en-GB" dirty="0"/>
          </a:p>
        </p:txBody>
      </p:sp>
    </p:spTree>
    <p:extLst>
      <p:ext uri="{BB962C8B-B14F-4D97-AF65-F5344CB8AC3E}">
        <p14:creationId xmlns:p14="http://schemas.microsoft.com/office/powerpoint/2010/main" val="5874232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1DED73BE-4E25-CCB5-9A2E-1BF56404A45F}"/>
              </a:ext>
            </a:extLst>
          </p:cNvPr>
          <p:cNvSpPr>
            <a:spLocks noGrp="1"/>
          </p:cNvSpPr>
          <p:nvPr>
            <p:ph type="sldNum" sz="quarter" idx="12"/>
          </p:nvPr>
        </p:nvSpPr>
        <p:spPr/>
        <p:txBody>
          <a:bodyPr/>
          <a:lstStyle/>
          <a:p>
            <a:fld id="{D836C0FE-70CA-4950-82D6-CF602CC2B770}" type="slidenum">
              <a:rPr lang="en-GB" smtClean="0"/>
              <a:t>39</a:t>
            </a:fld>
            <a:endParaRPr lang="en-GB" dirty="0"/>
          </a:p>
        </p:txBody>
      </p:sp>
      <p:sp>
        <p:nvSpPr>
          <p:cNvPr id="3" name="Titel 2">
            <a:extLst>
              <a:ext uri="{FF2B5EF4-FFF2-40B4-BE49-F238E27FC236}">
                <a16:creationId xmlns:a16="http://schemas.microsoft.com/office/drawing/2014/main" id="{F4E91D2C-1A92-6B6A-F797-B1885D765DAA}"/>
              </a:ext>
            </a:extLst>
          </p:cNvPr>
          <p:cNvSpPr>
            <a:spLocks noGrp="1"/>
          </p:cNvSpPr>
          <p:nvPr>
            <p:ph type="title"/>
          </p:nvPr>
        </p:nvSpPr>
        <p:spPr/>
        <p:txBody>
          <a:bodyPr/>
          <a:lstStyle/>
          <a:p>
            <a:r>
              <a:rPr lang="en-GB" dirty="0"/>
              <a:t>Outlook</a:t>
            </a:r>
          </a:p>
        </p:txBody>
      </p:sp>
      <p:sp>
        <p:nvSpPr>
          <p:cNvPr id="5" name="Datumsplatzhalter 4">
            <a:extLst>
              <a:ext uri="{FF2B5EF4-FFF2-40B4-BE49-F238E27FC236}">
                <a16:creationId xmlns:a16="http://schemas.microsoft.com/office/drawing/2014/main" id="{2367C216-F648-2CEB-F916-C0140D7EA92F}"/>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CEDC14DE-67DF-FEBB-53AD-86AD35A79AEA}"/>
              </a:ext>
            </a:extLst>
          </p:cNvPr>
          <p:cNvSpPr>
            <a:spLocks noGrp="1"/>
          </p:cNvSpPr>
          <p:nvPr>
            <p:ph type="ftr" sz="quarter" idx="11"/>
          </p:nvPr>
        </p:nvSpPr>
        <p:spPr/>
        <p:txBody>
          <a:bodyPr/>
          <a:lstStyle/>
          <a:p>
            <a:r>
              <a:rPr lang="en-GB" dirty="0"/>
              <a:t>KMH</a:t>
            </a:r>
          </a:p>
        </p:txBody>
      </p:sp>
      <p:pic>
        <p:nvPicPr>
          <p:cNvPr id="1026" name="Picture 2" descr="Learning Statistics with jamovi: A Tutorial for Beginners in Statistical Analysis - cover image">
            <a:hlinkClick r:id="rId2"/>
            <a:extLst>
              <a:ext uri="{FF2B5EF4-FFF2-40B4-BE49-F238E27FC236}">
                <a16:creationId xmlns:a16="http://schemas.microsoft.com/office/drawing/2014/main" id="{0B9E2B54-C7DF-B917-A504-C4B3D3F2041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rot="357939">
            <a:off x="4000036" y="669142"/>
            <a:ext cx="4504103" cy="5623524"/>
          </a:xfrm>
          <a:prstGeom prst="rect">
            <a:avLst/>
          </a:prstGeom>
          <a:noFill/>
          <a:ln w="6350">
            <a:solidFill>
              <a:schemeClr val="tx1"/>
            </a:solidFill>
          </a:ln>
          <a:effectLst>
            <a:outerShdw blurRad="254000" dist="107763" dir="2699994" algn="tl">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5343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B268FE5F-26AC-C00D-E469-92E59064A6CC}"/>
              </a:ext>
            </a:extLst>
          </p:cNvPr>
          <p:cNvSpPr>
            <a:spLocks noGrp="1"/>
          </p:cNvSpPr>
          <p:nvPr>
            <p:ph type="ctrTitle"/>
          </p:nvPr>
        </p:nvSpPr>
        <p:spPr>
          <a:xfrm>
            <a:off x="6528000" y="3357000"/>
            <a:ext cx="4967326" cy="1440000"/>
          </a:xfrm>
        </p:spPr>
        <p:txBody>
          <a:bodyPr/>
          <a:lstStyle/>
          <a:p>
            <a:r>
              <a:rPr lang="en-GB" sz="7200" b="1" kern="1200" baseline="0" dirty="0">
                <a:solidFill>
                  <a:schemeClr val="bg1"/>
                </a:solidFill>
                <a:latin typeface="Bookman Old Style" panose="02050604050505020204" pitchFamily="18" charset="0"/>
                <a:ea typeface="+mj-ea"/>
                <a:cs typeface="Calibri" panose="020F0502020204030204" pitchFamily="34" charset="0"/>
              </a:rPr>
              <a:t>So long &amp; cheerio!</a:t>
            </a:r>
            <a:endParaRPr lang="en-GB" sz="7200" dirty="0"/>
          </a:p>
        </p:txBody>
      </p:sp>
      <p:pic>
        <p:nvPicPr>
          <p:cNvPr id="15" name="Grafik 14">
            <a:extLst>
              <a:ext uri="{FF2B5EF4-FFF2-40B4-BE49-F238E27FC236}">
                <a16:creationId xmlns:a16="http://schemas.microsoft.com/office/drawing/2014/main" id="{BA542F76-BA4F-CF65-9AC7-CED2BDE13E09}"/>
              </a:ext>
            </a:extLst>
          </p:cNvPr>
          <p:cNvPicPr>
            <a:picLocks noChangeAspect="1"/>
          </p:cNvPicPr>
          <p:nvPr/>
        </p:nvPicPr>
        <p:blipFill>
          <a:blip r:embed="rId2"/>
          <a:stretch>
            <a:fillRect/>
          </a:stretch>
        </p:blipFill>
        <p:spPr>
          <a:xfrm>
            <a:off x="7536000" y="5949000"/>
            <a:ext cx="885714" cy="371429"/>
          </a:xfrm>
          <a:prstGeom prst="rect">
            <a:avLst/>
          </a:prstGeom>
        </p:spPr>
      </p:pic>
      <p:pic>
        <p:nvPicPr>
          <p:cNvPr id="5" name="Bildplatzhalter 4">
            <a:extLst>
              <a:ext uri="{FF2B5EF4-FFF2-40B4-BE49-F238E27FC236}">
                <a16:creationId xmlns:a16="http://schemas.microsoft.com/office/drawing/2014/main" id="{D910FE55-AD78-2D7F-6F7C-3BFDF471D4E5}"/>
              </a:ext>
            </a:extLst>
          </p:cNvPr>
          <p:cNvPicPr>
            <a:picLocks noGrp="1" noChangeAspect="1"/>
          </p:cNvPicPr>
          <p:nvPr>
            <p:ph type="pic" idx="11"/>
          </p:nvPr>
        </p:nvPicPr>
        <p:blipFill>
          <a:blip r:embed="rId3">
            <a:extLst>
              <a:ext uri="{28A0092B-C50C-407E-A947-70E740481C1C}">
                <a14:useLocalDpi xmlns:a14="http://schemas.microsoft.com/office/drawing/2010/main" val="0"/>
              </a:ext>
            </a:extLst>
          </a:blip>
          <a:srcRect l="21481" r="21481"/>
          <a:stretch/>
        </p:blipFill>
        <p:spPr/>
      </p:pic>
    </p:spTree>
    <p:extLst>
      <p:ext uri="{BB962C8B-B14F-4D97-AF65-F5344CB8AC3E}">
        <p14:creationId xmlns:p14="http://schemas.microsoft.com/office/powerpoint/2010/main" val="2537912681"/>
      </p:ext>
    </p:extLst>
  </p:cSld>
  <p:clrMapOvr>
    <a:masterClrMapping/>
  </p:clrMapOvr>
</p:sld>
</file>

<file path=ppt/theme/theme1.xml><?xml version="1.0" encoding="utf-8"?>
<a:theme xmlns:a="http://schemas.openxmlformats.org/drawingml/2006/main" name="IMC University of Applied Sciences">
  <a:themeElements>
    <a:clrScheme name="IMC Fachhochschule Krems">
      <a:dk1>
        <a:sysClr val="windowText" lastClr="000000"/>
      </a:dk1>
      <a:lt1>
        <a:sysClr val="window" lastClr="FFFFFF"/>
      </a:lt1>
      <a:dk2>
        <a:srgbClr val="FF9E1B"/>
      </a:dk2>
      <a:lt2>
        <a:srgbClr val="768692"/>
      </a:lt2>
      <a:accent1>
        <a:srgbClr val="768692"/>
      </a:accent1>
      <a:accent2>
        <a:srgbClr val="FF9E1B"/>
      </a:accent2>
      <a:accent3>
        <a:srgbClr val="9CA8B2"/>
      </a:accent3>
      <a:accent4>
        <a:srgbClr val="FFBF71"/>
      </a:accent4>
      <a:accent5>
        <a:srgbClr val="C7CED3"/>
      </a:accent5>
      <a:accent6>
        <a:srgbClr val="FFE3C1"/>
      </a:accent6>
      <a:hlink>
        <a:srgbClr val="000000"/>
      </a:hlink>
      <a:folHlink>
        <a:srgbClr val="FF9E1B"/>
      </a:folHlink>
    </a:clrScheme>
    <a:fontScheme name="kmh_1">
      <a:majorFont>
        <a:latin typeface="Cambri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4E7E9"/>
        </a:solidFill>
        <a:ln>
          <a:noFill/>
        </a:ln>
      </a:spPr>
      <a:bodyPr rtlCol="0" anchor="ctr"/>
      <a:lstStyle>
        <a:defPPr algn="ctr">
          <a:lnSpc>
            <a:spcPct val="120000"/>
          </a:lnSpc>
          <a:defRPr sz="160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180000" indent="-180000" algn="l">
          <a:lnSpc>
            <a:spcPct val="120000"/>
          </a:lnSpc>
          <a:spcBef>
            <a:spcPts val="800"/>
          </a:spcBef>
          <a:buFont typeface="Arial" panose="020B0604020202020204" pitchFamily="34" charset="0"/>
          <a:buChar char="•"/>
          <a:defRPr sz="1600" dirty="0" smtClean="0"/>
        </a:defPPr>
      </a:lstStyle>
    </a:txDef>
  </a:objectDefaults>
  <a:extraClrSchemeLst/>
  <a:custClrLst>
    <a:custClr name="Corporate 1">
      <a:srgbClr val="768692"/>
    </a:custClr>
    <a:custClr name="R 156, G 168, B 178">
      <a:srgbClr val="9CA8B2"/>
    </a:custClr>
    <a:custClr name="R 199, G 206, B 211">
      <a:srgbClr val="C7CED3"/>
    </a:custClr>
    <a:custClr name="R 228, G 231, B 233">
      <a:srgbClr val="E4E7E9"/>
    </a:custClr>
    <a:custClr name="Corporate 2">
      <a:srgbClr val="FF9E1B"/>
    </a:custClr>
    <a:custClr name="R 255, G 191, B 113">
      <a:srgbClr val="FFBF71"/>
    </a:custClr>
    <a:custClr name="R 255, G 227, B 193">
      <a:srgbClr val="FFE3C1"/>
    </a:custClr>
    <a:custClr name="Health">
      <a:srgbClr val="98D801"/>
    </a:custClr>
    <a:custClr name="Sciences Technology">
      <a:srgbClr val="F94868"/>
    </a:custClr>
    <a:custClr name="Business">
      <a:srgbClr val="608EE4"/>
    </a:custClr>
  </a:custClrLst>
  <a:extLst>
    <a:ext uri="{05A4C25C-085E-4340-85A3-A5531E510DB2}">
      <thm15:themeFamily xmlns:thm15="http://schemas.microsoft.com/office/thememl/2012/main" name="IMC_Master_kmh_DE_v1.potx" id="{79027A7D-8AA6-4FF1-9B83-2BF3E5D41B04}" vid="{87764EB5-24AE-4F71-AD43-557043AB0F05}"/>
    </a:ext>
  </a:extLst>
</a:theme>
</file>

<file path=ppt/theme/theme2.xml><?xml version="1.0" encoding="utf-8"?>
<a:theme xmlns:a="http://schemas.openxmlformats.org/drawingml/2006/main" name="Office">
  <a:themeElements>
    <a:clrScheme name="IMC Fachhochschule Krems">
      <a:dk1>
        <a:sysClr val="windowText" lastClr="000000"/>
      </a:dk1>
      <a:lt1>
        <a:sysClr val="window" lastClr="FFFFFF"/>
      </a:lt1>
      <a:dk2>
        <a:srgbClr val="FF9E1B"/>
      </a:dk2>
      <a:lt2>
        <a:srgbClr val="768692"/>
      </a:lt2>
      <a:accent1>
        <a:srgbClr val="768692"/>
      </a:accent1>
      <a:accent2>
        <a:srgbClr val="FF9E1B"/>
      </a:accent2>
      <a:accent3>
        <a:srgbClr val="9CA8B2"/>
      </a:accent3>
      <a:accent4>
        <a:srgbClr val="FFBF71"/>
      </a:accent4>
      <a:accent5>
        <a:srgbClr val="C7CED3"/>
      </a:accent5>
      <a:accent6>
        <a:srgbClr val="FFE3C1"/>
      </a:accent6>
      <a:hlink>
        <a:srgbClr val="000000"/>
      </a:hlink>
      <a:folHlink>
        <a:srgbClr val="FF9E1B"/>
      </a:folHlink>
    </a:clrScheme>
    <a:fontScheme name="IMC Fachhochschule Krems">
      <a:majorFont>
        <a:latin typeface="Cambr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IMC Fachhochschule Krems">
      <a:dk1>
        <a:sysClr val="windowText" lastClr="000000"/>
      </a:dk1>
      <a:lt1>
        <a:sysClr val="window" lastClr="FFFFFF"/>
      </a:lt1>
      <a:dk2>
        <a:srgbClr val="FF9E1B"/>
      </a:dk2>
      <a:lt2>
        <a:srgbClr val="768692"/>
      </a:lt2>
      <a:accent1>
        <a:srgbClr val="768692"/>
      </a:accent1>
      <a:accent2>
        <a:srgbClr val="FF9E1B"/>
      </a:accent2>
      <a:accent3>
        <a:srgbClr val="9CA8B2"/>
      </a:accent3>
      <a:accent4>
        <a:srgbClr val="FFBF71"/>
      </a:accent4>
      <a:accent5>
        <a:srgbClr val="C7CED3"/>
      </a:accent5>
      <a:accent6>
        <a:srgbClr val="FFE3C1"/>
      </a:accent6>
      <a:hlink>
        <a:srgbClr val="000000"/>
      </a:hlink>
      <a:folHlink>
        <a:srgbClr val="FF9E1B"/>
      </a:folHlink>
    </a:clrScheme>
    <a:fontScheme name="IMC Fachhochschule Krems">
      <a:majorFont>
        <a:latin typeface="Cambr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6F2792C-8C3D-4AFB-91DE-8DCC0231744D}">
  <we:reference id="wa200007063" version="1.2.0.0" store="de-DE" storeType="OMEX"/>
  <we:alternateReferences>
    <we:reference id="wa200007063" version="1.2.0.0" store=""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0e1089ab-238d-4f34-8e8a-1e1e5907d4c8"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C58D664516BE24469EECE7B1C74B4CED" ma:contentTypeVersion="13" ma:contentTypeDescription="Ein neues Dokument erstellen." ma:contentTypeScope="" ma:versionID="148feb6d18d1b98b58ea0b10f3866418">
  <xsd:schema xmlns:xsd="http://www.w3.org/2001/XMLSchema" xmlns:xs="http://www.w3.org/2001/XMLSchema" xmlns:p="http://schemas.microsoft.com/office/2006/metadata/properties" xmlns:ns3="0e1089ab-238d-4f34-8e8a-1e1e5907d4c8" targetNamespace="http://schemas.microsoft.com/office/2006/metadata/properties" ma:root="true" ma:fieldsID="73c7374de2ecd01200187277c5e0b593" ns3:_="">
    <xsd:import namespace="0e1089ab-238d-4f34-8e8a-1e1e5907d4c8"/>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MediaLengthInSeconds" minOccurs="0"/>
                <xsd:element ref="ns3:MediaServiceOCR" minOccurs="0"/>
                <xsd:element ref="ns3:MediaServiceLocation" minOccurs="0"/>
                <xsd:element ref="ns3:_activity"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1089ab-238d-4f34-8e8a-1e1e5907d4c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dexed="true" ma:internalName="MediaServiceLocation" ma:readOnly="true">
      <xsd:simpleType>
        <xsd:restriction base="dms:Text"/>
      </xsd:simpleType>
    </xsd:element>
    <xsd:element name="_activity" ma:index="19" nillable="true" ma:displayName="_activity" ma:hidden="true" ma:internalName="_activity">
      <xsd:simpleType>
        <xsd:restriction base="dms:Note"/>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173F5B9-CA92-4B94-AB61-4BBEAEC9764E}">
  <ds:schemaRefs>
    <ds:schemaRef ds:uri="http://schemas.microsoft.com/sharepoint/v3/contenttype/forms"/>
  </ds:schemaRefs>
</ds:datastoreItem>
</file>

<file path=customXml/itemProps2.xml><?xml version="1.0" encoding="utf-8"?>
<ds:datastoreItem xmlns:ds="http://schemas.openxmlformats.org/officeDocument/2006/customXml" ds:itemID="{C05C4301-C29D-407B-9381-82889EE8729E}">
  <ds:schemaRefs>
    <ds:schemaRef ds:uri="http://schemas.openxmlformats.org/package/2006/metadata/core-properties"/>
    <ds:schemaRef ds:uri="http://purl.org/dc/terms/"/>
    <ds:schemaRef ds:uri="http://schemas.microsoft.com/office/2006/documentManagement/types"/>
    <ds:schemaRef ds:uri="http://www.w3.org/XML/1998/namespace"/>
    <ds:schemaRef ds:uri="http://purl.org/dc/elements/1.1/"/>
    <ds:schemaRef ds:uri="http://purl.org/dc/dcmitype/"/>
    <ds:schemaRef ds:uri="http://schemas.microsoft.com/office/infopath/2007/PartnerControls"/>
    <ds:schemaRef ds:uri="0e1089ab-238d-4f34-8e8a-1e1e5907d4c8"/>
    <ds:schemaRef ds:uri="http://schemas.microsoft.com/office/2006/metadata/properties"/>
  </ds:schemaRefs>
</ds:datastoreItem>
</file>

<file path=customXml/itemProps3.xml><?xml version="1.0" encoding="utf-8"?>
<ds:datastoreItem xmlns:ds="http://schemas.openxmlformats.org/officeDocument/2006/customXml" ds:itemID="{20EB7167-61AD-41F1-A0C7-D8F1990BF1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e1089ab-238d-4f34-8e8a-1e1e5907d4c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1382</Words>
  <Application>Microsoft Office PowerPoint</Application>
  <PresentationFormat>Widescreen</PresentationFormat>
  <Paragraphs>422</Paragraphs>
  <Slides>40</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40</vt:i4>
      </vt:variant>
    </vt:vector>
  </HeadingPairs>
  <TitlesOfParts>
    <vt:vector size="48" baseType="lpstr">
      <vt:lpstr>Arial</vt:lpstr>
      <vt:lpstr>Bookman Old Style</vt:lpstr>
      <vt:lpstr>Calibri</vt:lpstr>
      <vt:lpstr>Cambria</vt:lpstr>
      <vt:lpstr>Courier New</vt:lpstr>
      <vt:lpstr>Symbol</vt:lpstr>
      <vt:lpstr>Wingdings</vt:lpstr>
      <vt:lpstr>IMC University of Applied Sciences</vt:lpstr>
      <vt:lpstr>Gathering Secondary Data</vt:lpstr>
      <vt:lpstr>Overview</vt:lpstr>
      <vt:lpstr>Secondary Data … remember?</vt:lpstr>
      <vt:lpstr>Primary vs. Secondary Data</vt:lpstr>
      <vt:lpstr>How Primary Data are Made</vt:lpstr>
      <vt:lpstr>How Secondary Data is Made</vt:lpstr>
      <vt:lpstr>@ Subsequent Digitisation</vt:lpstr>
      <vt:lpstr>How Secondary Data is Made</vt:lpstr>
      <vt:lpstr>Classification vs. Aggregation</vt:lpstr>
      <vt:lpstr>Generalisation</vt:lpstr>
      <vt:lpstr>… Where to  find Them</vt:lpstr>
      <vt:lpstr>A typical Workflow</vt:lpstr>
      <vt:lpstr>Selected Repositories</vt:lpstr>
      <vt:lpstr>Selected Repositories</vt:lpstr>
      <vt:lpstr>Selected Repositories</vt:lpstr>
      <vt:lpstr>Selected Repositories</vt:lpstr>
      <vt:lpstr>Selected Repositories</vt:lpstr>
      <vt:lpstr>Validating Secondary Data</vt:lpstr>
      <vt:lpstr>Quality &amp; Suitability of Secondary Data</vt:lpstr>
      <vt:lpstr>Data Validation Strategies</vt:lpstr>
      <vt:lpstr>Data Validation Strategies</vt:lpstr>
      <vt:lpstr>On the Importance of FAIR Data</vt:lpstr>
      <vt:lpstr>FAIR needs Licences: The Creatice Commons Licence Family</vt:lpstr>
      <vt:lpstr>By the Way: Who “owns” the Data?</vt:lpstr>
      <vt:lpstr>From FAIR to Open Data</vt:lpstr>
      <vt:lpstr>From FAIR to Open Data</vt:lpstr>
      <vt:lpstr>Time 4 some Action</vt:lpstr>
      <vt:lpstr>A little Experiment:</vt:lpstr>
      <vt:lpstr>ODF, CSV, TXT …</vt:lpstr>
      <vt:lpstr>A typical Workflow</vt:lpstr>
      <vt:lpstr>Data Formats, or: Welcome to the World of Pain 😉</vt:lpstr>
      <vt:lpstr>Encoding?</vt:lpstr>
      <vt:lpstr>An Intergalactic Experiment: May the Force be With Us!</vt:lpstr>
      <vt:lpstr>A Recommendation: Texteditors (still) Matter</vt:lpstr>
      <vt:lpstr>Please: Stay Calm …</vt:lpstr>
      <vt:lpstr>Let’s Rock🤟</vt:lpstr>
      <vt:lpstr>Let’s Rock🤟</vt:lpstr>
      <vt:lpstr>Outlook</vt:lpstr>
      <vt:lpstr>Outlook</vt:lpstr>
      <vt:lpstr>So long &amp; cheerio!</vt:lpstr>
    </vt:vector>
  </TitlesOfParts>
  <Company>IMC University of Applied Sciences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Karl Michael Höferl</dc:creator>
  <cp:lastModifiedBy>Karl Michael Höferl</cp:lastModifiedBy>
  <cp:revision>241</cp:revision>
  <dcterms:created xsi:type="dcterms:W3CDTF">2023-06-26T10:57:31Z</dcterms:created>
  <dcterms:modified xsi:type="dcterms:W3CDTF">2026-02-23T16:23:16Z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0x010100C58D664516BE24469EECE7B1C74B4CED</vt:lpwstr>
  </property>
  <property fmtid="{D5CDD505-2E9C-101B-9397-08002B2CF9AE}" pid="3" name="MediaServiceImageTags">
    <vt:lpwstr/>
  </property>
</Properties>
</file>