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4"/>
  </p:sldMasterIdLst>
  <p:notesMasterIdLst>
    <p:notesMasterId r:id="rId63"/>
  </p:notesMasterIdLst>
  <p:handoutMasterIdLst>
    <p:handoutMasterId r:id="rId64"/>
  </p:handoutMasterIdLst>
  <p:sldIdLst>
    <p:sldId id="274" r:id="rId5"/>
    <p:sldId id="278" r:id="rId6"/>
    <p:sldId id="1308" r:id="rId7"/>
    <p:sldId id="1331" r:id="rId8"/>
    <p:sldId id="1330" r:id="rId9"/>
    <p:sldId id="1310" r:id="rId10"/>
    <p:sldId id="1337" r:id="rId11"/>
    <p:sldId id="297" r:id="rId12"/>
    <p:sldId id="298" r:id="rId13"/>
    <p:sldId id="317" r:id="rId14"/>
    <p:sldId id="1325" r:id="rId15"/>
    <p:sldId id="1309" r:id="rId16"/>
    <p:sldId id="1338" r:id="rId17"/>
    <p:sldId id="1339" r:id="rId18"/>
    <p:sldId id="1340" r:id="rId19"/>
    <p:sldId id="1341" r:id="rId20"/>
    <p:sldId id="1342" r:id="rId21"/>
    <p:sldId id="1343" r:id="rId22"/>
    <p:sldId id="1345" r:id="rId23"/>
    <p:sldId id="1346" r:id="rId24"/>
    <p:sldId id="1144" r:id="rId25"/>
    <p:sldId id="1145" r:id="rId26"/>
    <p:sldId id="1173" r:id="rId27"/>
    <p:sldId id="1143" r:id="rId28"/>
    <p:sldId id="1152" r:id="rId29"/>
    <p:sldId id="1146" r:id="rId30"/>
    <p:sldId id="1349" r:id="rId31"/>
    <p:sldId id="1348" r:id="rId32"/>
    <p:sldId id="1350" r:id="rId33"/>
    <p:sldId id="1351" r:id="rId34"/>
    <p:sldId id="1356" r:id="rId35"/>
    <p:sldId id="1352" r:id="rId36"/>
    <p:sldId id="1354" r:id="rId37"/>
    <p:sldId id="1355" r:id="rId38"/>
    <p:sldId id="1357" r:id="rId39"/>
    <p:sldId id="1359" r:id="rId40"/>
    <p:sldId id="1360" r:id="rId41"/>
    <p:sldId id="1361" r:id="rId42"/>
    <p:sldId id="1365" r:id="rId43"/>
    <p:sldId id="1367" r:id="rId44"/>
    <p:sldId id="1366" r:id="rId45"/>
    <p:sldId id="1368" r:id="rId46"/>
    <p:sldId id="1369" r:id="rId47"/>
    <p:sldId id="1372" r:id="rId48"/>
    <p:sldId id="1371" r:id="rId49"/>
    <p:sldId id="1373" r:id="rId50"/>
    <p:sldId id="1375" r:id="rId51"/>
    <p:sldId id="1376" r:id="rId52"/>
    <p:sldId id="1377" r:id="rId53"/>
    <p:sldId id="1378" r:id="rId54"/>
    <p:sldId id="1379" r:id="rId55"/>
    <p:sldId id="1380" r:id="rId56"/>
    <p:sldId id="1381" r:id="rId57"/>
    <p:sldId id="1358" r:id="rId58"/>
    <p:sldId id="1382" r:id="rId59"/>
    <p:sldId id="1113" r:id="rId60"/>
    <p:sldId id="1307" r:id="rId61"/>
    <p:sldId id="277" r:id="rId6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9F72D9-D0FD-4FA6-A9BC-749821B702A6}">
          <p14:sldIdLst>
            <p14:sldId id="274"/>
            <p14:sldId id="278"/>
          </p14:sldIdLst>
        </p14:section>
        <p14:section name="Decision" id="{AD7BC726-7B4B-478F-8251-F1FF3E18158C}">
          <p14:sldIdLst>
            <p14:sldId id="1308"/>
            <p14:sldId id="1331"/>
            <p14:sldId id="1330"/>
            <p14:sldId id="1310"/>
            <p14:sldId id="1337"/>
            <p14:sldId id="297"/>
            <p14:sldId id="298"/>
            <p14:sldId id="317"/>
            <p14:sldId id="1325"/>
            <p14:sldId id="1309"/>
            <p14:sldId id="1338"/>
            <p14:sldId id="1339"/>
            <p14:sldId id="1340"/>
            <p14:sldId id="1341"/>
            <p14:sldId id="1342"/>
            <p14:sldId id="1343"/>
            <p14:sldId id="1345"/>
          </p14:sldIdLst>
        </p14:section>
        <p14:section name="Prisoners Dilemma" id="{D73DA559-A0BD-4285-ABDB-A8C64FE6DFD0}">
          <p14:sldIdLst>
            <p14:sldId id="1346"/>
            <p14:sldId id="1144"/>
            <p14:sldId id="1145"/>
            <p14:sldId id="1173"/>
            <p14:sldId id="1143"/>
            <p14:sldId id="1152"/>
            <p14:sldId id="1146"/>
            <p14:sldId id="1349"/>
          </p14:sldIdLst>
        </p14:section>
        <p14:section name="Theory II" id="{F1D4E291-A516-4862-A80D-F59D6D9FF5F0}">
          <p14:sldIdLst>
            <p14:sldId id="1348"/>
            <p14:sldId id="1350"/>
            <p14:sldId id="1351"/>
            <p14:sldId id="1356"/>
            <p14:sldId id="1352"/>
            <p14:sldId id="1354"/>
            <p14:sldId id="1355"/>
          </p14:sldIdLst>
        </p14:section>
        <p14:section name="Examples" id="{62780047-C2D6-498B-A662-0750A0BC4DDA}">
          <p14:sldIdLst>
            <p14:sldId id="1357"/>
            <p14:sldId id="1359"/>
            <p14:sldId id="1360"/>
          </p14:sldIdLst>
        </p14:section>
        <p14:section name="CBA" id="{F3808494-86CD-43FD-B396-A88C078394EC}">
          <p14:sldIdLst>
            <p14:sldId id="1361"/>
            <p14:sldId id="1365"/>
            <p14:sldId id="1367"/>
            <p14:sldId id="1366"/>
            <p14:sldId id="1368"/>
            <p14:sldId id="1369"/>
            <p14:sldId id="1372"/>
            <p14:sldId id="1371"/>
          </p14:sldIdLst>
        </p14:section>
        <p14:section name="2 Assignment" id="{0CC50A39-7478-4841-923F-25BA8EB5CE5D}">
          <p14:sldIdLst>
            <p14:sldId id="1373"/>
            <p14:sldId id="1375"/>
            <p14:sldId id="1376"/>
            <p14:sldId id="1377"/>
            <p14:sldId id="1378"/>
          </p14:sldIdLst>
        </p14:section>
        <p14:section name="Utility Analysis" id="{731ADEDC-9390-461D-BEED-951B10E5DCEB}">
          <p14:sldIdLst>
            <p14:sldId id="1379"/>
            <p14:sldId id="1380"/>
            <p14:sldId id="1381"/>
            <p14:sldId id="1358"/>
            <p14:sldId id="1382"/>
          </p14:sldIdLst>
        </p14:section>
        <p14:section name="Outlook" id="{1979E27D-F66C-4CF2-98F7-5F248326F51B}">
          <p14:sldIdLst>
            <p14:sldId id="1113"/>
            <p14:sldId id="1307"/>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AFB3"/>
    <a:srgbClr val="EEEEEC"/>
    <a:srgbClr val="EDEEE9"/>
    <a:srgbClr val="95C31B"/>
    <a:srgbClr val="EA4764"/>
    <a:srgbClr val="6486C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A03F7B-1F50-4159-B274-CF60F973409C}" v="235" dt="2026-05-20T13:03:32.646"/>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92" autoAdjust="0"/>
    <p:restoredTop sz="79711" autoAdjust="0"/>
  </p:normalViewPr>
  <p:slideViewPr>
    <p:cSldViewPr showGuides="1">
      <p:cViewPr varScale="1">
        <p:scale>
          <a:sx n="80" d="100"/>
          <a:sy n="80" d="100"/>
        </p:scale>
        <p:origin x="101" y="269"/>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howGuides="1">
      <p:cViewPr>
        <p:scale>
          <a:sx n="66" d="100"/>
          <a:sy n="66" d="100"/>
        </p:scale>
        <p:origin x="3354" y="444"/>
      </p:cViewPr>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l Michael Höferl" userId="544d2ce1-0a3b-4706-9dfd-c6d69d0e3c8e" providerId="ADAL" clId="{728816E0-0922-4745-AF12-C87F45E7DFA0}"/>
    <pc:docChg chg="undo redo custSel addSld delSld modSld sldOrd addSection delSection modSection">
      <pc:chgData name="Karl Michael Höferl" userId="544d2ce1-0a3b-4706-9dfd-c6d69d0e3c8e" providerId="ADAL" clId="{728816E0-0922-4745-AF12-C87F45E7DFA0}" dt="2026-05-20T13:13:14.162" v="10594" actId="20577"/>
      <pc:docMkLst>
        <pc:docMk/>
      </pc:docMkLst>
      <pc:sldChg chg="modSp mod modShow">
        <pc:chgData name="Karl Michael Höferl" userId="544d2ce1-0a3b-4706-9dfd-c6d69d0e3c8e" providerId="ADAL" clId="{728816E0-0922-4745-AF12-C87F45E7DFA0}" dt="2026-05-20T13:13:14.162" v="10594" actId="20577"/>
        <pc:sldMkLst>
          <pc:docMk/>
          <pc:sldMk cId="1714654990" sldId="274"/>
        </pc:sldMkLst>
        <pc:spChg chg="mod">
          <ac:chgData name="Karl Michael Höferl" userId="544d2ce1-0a3b-4706-9dfd-c6d69d0e3c8e" providerId="ADAL" clId="{728816E0-0922-4745-AF12-C87F45E7DFA0}" dt="2026-05-20T13:13:14.162" v="10594" actId="20577"/>
          <ac:spMkLst>
            <pc:docMk/>
            <pc:sldMk cId="1714654990" sldId="274"/>
            <ac:spMk id="3" creationId="{78ECA2FC-8EBF-2FBC-EBF2-E347275417F5}"/>
          </ac:spMkLst>
        </pc:spChg>
      </pc:sldChg>
      <pc:sldChg chg="modSp mod modShow">
        <pc:chgData name="Karl Michael Höferl" userId="544d2ce1-0a3b-4706-9dfd-c6d69d0e3c8e" providerId="ADAL" clId="{728816E0-0922-4745-AF12-C87F45E7DFA0}" dt="2026-05-02T06:41:57.541" v="10550" actId="729"/>
        <pc:sldMkLst>
          <pc:docMk/>
          <pc:sldMk cId="2537912681" sldId="277"/>
        </pc:sldMkLst>
      </pc:sldChg>
      <pc:sldChg chg="modSp mod modShow">
        <pc:chgData name="Karl Michael Höferl" userId="544d2ce1-0a3b-4706-9dfd-c6d69d0e3c8e" providerId="ADAL" clId="{728816E0-0922-4745-AF12-C87F45E7DFA0}" dt="2026-05-02T06:41:57.541" v="10550" actId="729"/>
        <pc:sldMkLst>
          <pc:docMk/>
          <pc:sldMk cId="3966956599" sldId="278"/>
        </pc:sldMkLst>
      </pc:sldChg>
      <pc:sldChg chg="modSp add mod modShow">
        <pc:chgData name="Karl Michael Höferl" userId="544d2ce1-0a3b-4706-9dfd-c6d69d0e3c8e" providerId="ADAL" clId="{728816E0-0922-4745-AF12-C87F45E7DFA0}" dt="2026-05-02T06:41:57.541" v="10550" actId="729"/>
        <pc:sldMkLst>
          <pc:docMk/>
          <pc:sldMk cId="4027705893" sldId="297"/>
        </pc:sldMkLst>
      </pc:sldChg>
      <pc:sldChg chg="modSp add mod modShow">
        <pc:chgData name="Karl Michael Höferl" userId="544d2ce1-0a3b-4706-9dfd-c6d69d0e3c8e" providerId="ADAL" clId="{728816E0-0922-4745-AF12-C87F45E7DFA0}" dt="2026-05-02T06:41:57.541" v="10550" actId="729"/>
        <pc:sldMkLst>
          <pc:docMk/>
          <pc:sldMk cId="3388336468" sldId="298"/>
        </pc:sldMkLst>
      </pc:sldChg>
      <pc:sldChg chg="delSp modSp add mod modShow">
        <pc:chgData name="Karl Michael Höferl" userId="544d2ce1-0a3b-4706-9dfd-c6d69d0e3c8e" providerId="ADAL" clId="{728816E0-0922-4745-AF12-C87F45E7DFA0}" dt="2026-05-02T06:41:57.541" v="10550" actId="729"/>
        <pc:sldMkLst>
          <pc:docMk/>
          <pc:sldMk cId="3897242219" sldId="317"/>
        </pc:sldMkLst>
      </pc:sldChg>
      <pc:sldChg chg="modSp mod modShow">
        <pc:chgData name="Karl Michael Höferl" userId="544d2ce1-0a3b-4706-9dfd-c6d69d0e3c8e" providerId="ADAL" clId="{728816E0-0922-4745-AF12-C87F45E7DFA0}" dt="2026-05-02T06:42:03.756" v="10551" actId="729"/>
        <pc:sldMkLst>
          <pc:docMk/>
          <pc:sldMk cId="587423238" sldId="1113"/>
        </pc:sldMkLst>
      </pc:sldChg>
      <pc:sldChg chg="modSp add mod modShow">
        <pc:chgData name="Karl Michael Höferl" userId="544d2ce1-0a3b-4706-9dfd-c6d69d0e3c8e" providerId="ADAL" clId="{728816E0-0922-4745-AF12-C87F45E7DFA0}" dt="2026-05-02T06:41:57.541" v="10550" actId="729"/>
        <pc:sldMkLst>
          <pc:docMk/>
          <pc:sldMk cId="836986416" sldId="1143"/>
        </pc:sldMkLst>
      </pc:sldChg>
      <pc:sldChg chg="modSp add mod modShow">
        <pc:chgData name="Karl Michael Höferl" userId="544d2ce1-0a3b-4706-9dfd-c6d69d0e3c8e" providerId="ADAL" clId="{728816E0-0922-4745-AF12-C87F45E7DFA0}" dt="2026-05-02T06:41:57.541" v="10550" actId="729"/>
        <pc:sldMkLst>
          <pc:docMk/>
          <pc:sldMk cId="4167439619" sldId="1144"/>
        </pc:sldMkLst>
      </pc:sldChg>
      <pc:sldChg chg="modSp add mod modShow">
        <pc:chgData name="Karl Michael Höferl" userId="544d2ce1-0a3b-4706-9dfd-c6d69d0e3c8e" providerId="ADAL" clId="{728816E0-0922-4745-AF12-C87F45E7DFA0}" dt="2026-05-02T06:41:57.541" v="10550" actId="729"/>
        <pc:sldMkLst>
          <pc:docMk/>
          <pc:sldMk cId="1501995520" sldId="1145"/>
        </pc:sldMkLst>
      </pc:sldChg>
      <pc:sldChg chg="modSp add mod modShow">
        <pc:chgData name="Karl Michael Höferl" userId="544d2ce1-0a3b-4706-9dfd-c6d69d0e3c8e" providerId="ADAL" clId="{728816E0-0922-4745-AF12-C87F45E7DFA0}" dt="2026-05-02T06:41:57.541" v="10550" actId="729"/>
        <pc:sldMkLst>
          <pc:docMk/>
          <pc:sldMk cId="1713914860" sldId="1146"/>
        </pc:sldMkLst>
      </pc:sldChg>
      <pc:sldChg chg="modSp add mod modShow">
        <pc:chgData name="Karl Michael Höferl" userId="544d2ce1-0a3b-4706-9dfd-c6d69d0e3c8e" providerId="ADAL" clId="{728816E0-0922-4745-AF12-C87F45E7DFA0}" dt="2026-05-02T06:41:57.541" v="10550" actId="729"/>
        <pc:sldMkLst>
          <pc:docMk/>
          <pc:sldMk cId="3136005762" sldId="1152"/>
        </pc:sldMkLst>
      </pc:sldChg>
      <pc:sldChg chg="modSp add mod modShow">
        <pc:chgData name="Karl Michael Höferl" userId="544d2ce1-0a3b-4706-9dfd-c6d69d0e3c8e" providerId="ADAL" clId="{728816E0-0922-4745-AF12-C87F45E7DFA0}" dt="2026-05-02T06:59:48.854" v="10586" actId="729"/>
        <pc:sldMkLst>
          <pc:docMk/>
          <pc:sldMk cId="2148159704" sldId="1173"/>
        </pc:sldMkLst>
      </pc:sldChg>
      <pc:sldChg chg="modSp mod modShow">
        <pc:chgData name="Karl Michael Höferl" userId="544d2ce1-0a3b-4706-9dfd-c6d69d0e3c8e" providerId="ADAL" clId="{728816E0-0922-4745-AF12-C87F45E7DFA0}" dt="2026-05-02T06:43:15.579" v="10581" actId="113"/>
        <pc:sldMkLst>
          <pc:docMk/>
          <pc:sldMk cId="201534305" sldId="1307"/>
        </pc:sldMkLst>
        <pc:spChg chg="mod">
          <ac:chgData name="Karl Michael Höferl" userId="544d2ce1-0a3b-4706-9dfd-c6d69d0e3c8e" providerId="ADAL" clId="{728816E0-0922-4745-AF12-C87F45E7DFA0}" dt="2026-05-02T06:43:15.579" v="10581" actId="113"/>
          <ac:spMkLst>
            <pc:docMk/>
            <pc:sldMk cId="201534305" sldId="1307"/>
            <ac:spMk id="4" creationId="{B0B20038-F742-A10A-233F-F413BB56FB02}"/>
          </ac:spMkLst>
        </pc:spChg>
      </pc:sldChg>
      <pc:sldChg chg="modSp add mod modShow">
        <pc:chgData name="Karl Michael Höferl" userId="544d2ce1-0a3b-4706-9dfd-c6d69d0e3c8e" providerId="ADAL" clId="{728816E0-0922-4745-AF12-C87F45E7DFA0}" dt="2026-05-02T06:41:57.541" v="10550" actId="729"/>
        <pc:sldMkLst>
          <pc:docMk/>
          <pc:sldMk cId="1061715494" sldId="1308"/>
        </pc:sldMkLst>
      </pc:sldChg>
      <pc:sldChg chg="addSp delSp modSp new mod modClrScheme modShow chgLayout">
        <pc:chgData name="Karl Michael Höferl" userId="544d2ce1-0a3b-4706-9dfd-c6d69d0e3c8e" providerId="ADAL" clId="{728816E0-0922-4745-AF12-C87F45E7DFA0}" dt="2026-05-02T06:41:57.541" v="10550" actId="729"/>
        <pc:sldMkLst>
          <pc:docMk/>
          <pc:sldMk cId="453366630" sldId="1309"/>
        </pc:sldMkLst>
      </pc:sldChg>
      <pc:sldChg chg="modSp add mod modShow">
        <pc:chgData name="Karl Michael Höferl" userId="544d2ce1-0a3b-4706-9dfd-c6d69d0e3c8e" providerId="ADAL" clId="{728816E0-0922-4745-AF12-C87F45E7DFA0}" dt="2026-05-02T06:41:57.541" v="10550" actId="729"/>
        <pc:sldMkLst>
          <pc:docMk/>
          <pc:sldMk cId="1346317303" sldId="1310"/>
        </pc:sldMkLst>
      </pc:sldChg>
      <pc:sldChg chg="modSp add mod modShow">
        <pc:chgData name="Karl Michael Höferl" userId="544d2ce1-0a3b-4706-9dfd-c6d69d0e3c8e" providerId="ADAL" clId="{728816E0-0922-4745-AF12-C87F45E7DFA0}" dt="2026-05-02T06:41:57.541" v="10550" actId="729"/>
        <pc:sldMkLst>
          <pc:docMk/>
          <pc:sldMk cId="3190630877" sldId="1325"/>
        </pc:sldMkLst>
      </pc:sldChg>
      <pc:sldChg chg="modSp add mod modShow">
        <pc:chgData name="Karl Michael Höferl" userId="544d2ce1-0a3b-4706-9dfd-c6d69d0e3c8e" providerId="ADAL" clId="{728816E0-0922-4745-AF12-C87F45E7DFA0}" dt="2026-05-02T06:41:57.541" v="10550" actId="729"/>
        <pc:sldMkLst>
          <pc:docMk/>
          <pc:sldMk cId="2582338147" sldId="1330"/>
        </pc:sldMkLst>
      </pc:sldChg>
      <pc:sldChg chg="modSp add mod modShow">
        <pc:chgData name="Karl Michael Höferl" userId="544d2ce1-0a3b-4706-9dfd-c6d69d0e3c8e" providerId="ADAL" clId="{728816E0-0922-4745-AF12-C87F45E7DFA0}" dt="2026-05-02T06:41:57.541" v="10550" actId="729"/>
        <pc:sldMkLst>
          <pc:docMk/>
          <pc:sldMk cId="694947717" sldId="1331"/>
        </pc:sldMkLst>
      </pc:sldChg>
      <pc:sldChg chg="modSp add mod modShow">
        <pc:chgData name="Karl Michael Höferl" userId="544d2ce1-0a3b-4706-9dfd-c6d69d0e3c8e" providerId="ADAL" clId="{728816E0-0922-4745-AF12-C87F45E7DFA0}" dt="2026-05-02T06:41:57.541" v="10550" actId="729"/>
        <pc:sldMkLst>
          <pc:docMk/>
          <pc:sldMk cId="2074244521" sldId="1337"/>
        </pc:sldMkLst>
      </pc:sldChg>
      <pc:sldChg chg="modSp new mod modShow">
        <pc:chgData name="Karl Michael Höferl" userId="544d2ce1-0a3b-4706-9dfd-c6d69d0e3c8e" providerId="ADAL" clId="{728816E0-0922-4745-AF12-C87F45E7DFA0}" dt="2026-05-02T06:41:57.541" v="10550" actId="729"/>
        <pc:sldMkLst>
          <pc:docMk/>
          <pc:sldMk cId="1960926455" sldId="1338"/>
        </pc:sldMkLst>
        <pc:spChg chg="mod">
          <ac:chgData name="Karl Michael Höferl" userId="544d2ce1-0a3b-4706-9dfd-c6d69d0e3c8e" providerId="ADAL" clId="{728816E0-0922-4745-AF12-C87F45E7DFA0}" dt="2026-05-02T06:23:11.697" v="10496" actId="113"/>
          <ac:spMkLst>
            <pc:docMk/>
            <pc:sldMk cId="1960926455" sldId="1338"/>
            <ac:spMk id="4" creationId="{F367AC7B-EDB8-7EAE-F611-5D611A1DC5EA}"/>
          </ac:spMkLst>
        </pc:spChg>
      </pc:sldChg>
      <pc:sldChg chg="modSp new mod modShow">
        <pc:chgData name="Karl Michael Höferl" userId="544d2ce1-0a3b-4706-9dfd-c6d69d0e3c8e" providerId="ADAL" clId="{728816E0-0922-4745-AF12-C87F45E7DFA0}" dt="2026-05-02T06:41:57.541" v="10550" actId="729"/>
        <pc:sldMkLst>
          <pc:docMk/>
          <pc:sldMk cId="380291228" sldId="1339"/>
        </pc:sldMkLst>
        <pc:spChg chg="mod">
          <ac:chgData name="Karl Michael Höferl" userId="544d2ce1-0a3b-4706-9dfd-c6d69d0e3c8e" providerId="ADAL" clId="{728816E0-0922-4745-AF12-C87F45E7DFA0}" dt="2026-05-02T06:23:43.933" v="10502" actId="113"/>
          <ac:spMkLst>
            <pc:docMk/>
            <pc:sldMk cId="380291228" sldId="1339"/>
            <ac:spMk id="4" creationId="{71DF6493-D5EC-866A-4977-621171411C99}"/>
          </ac:spMkLst>
        </pc:spChg>
      </pc:sldChg>
      <pc:sldChg chg="modSp new mod modShow">
        <pc:chgData name="Karl Michael Höferl" userId="544d2ce1-0a3b-4706-9dfd-c6d69d0e3c8e" providerId="ADAL" clId="{728816E0-0922-4745-AF12-C87F45E7DFA0}" dt="2026-05-02T06:41:57.541" v="10550" actId="729"/>
        <pc:sldMkLst>
          <pc:docMk/>
          <pc:sldMk cId="2539562257" sldId="1340"/>
        </pc:sldMkLst>
      </pc:sldChg>
      <pc:sldChg chg="modSp new mod modShow">
        <pc:chgData name="Karl Michael Höferl" userId="544d2ce1-0a3b-4706-9dfd-c6d69d0e3c8e" providerId="ADAL" clId="{728816E0-0922-4745-AF12-C87F45E7DFA0}" dt="2026-05-02T06:41:57.541" v="10550" actId="729"/>
        <pc:sldMkLst>
          <pc:docMk/>
          <pc:sldMk cId="1041614467" sldId="1341"/>
        </pc:sldMkLst>
      </pc:sldChg>
      <pc:sldChg chg="modSp new mod modShow">
        <pc:chgData name="Karl Michael Höferl" userId="544d2ce1-0a3b-4706-9dfd-c6d69d0e3c8e" providerId="ADAL" clId="{728816E0-0922-4745-AF12-C87F45E7DFA0}" dt="2026-05-02T06:41:57.541" v="10550" actId="729"/>
        <pc:sldMkLst>
          <pc:docMk/>
          <pc:sldMk cId="3468158634" sldId="1342"/>
        </pc:sldMkLst>
        <pc:spChg chg="mod">
          <ac:chgData name="Karl Michael Höferl" userId="544d2ce1-0a3b-4706-9dfd-c6d69d0e3c8e" providerId="ADAL" clId="{728816E0-0922-4745-AF12-C87F45E7DFA0}" dt="2026-05-02T06:24:43.567" v="10511" actId="113"/>
          <ac:spMkLst>
            <pc:docMk/>
            <pc:sldMk cId="3468158634" sldId="1342"/>
            <ac:spMk id="4" creationId="{16A28CB5-EE1E-A957-039A-61CA248FBB2A}"/>
          </ac:spMkLst>
        </pc:spChg>
      </pc:sldChg>
      <pc:sldChg chg="modSp new mod modShow modNotesTx">
        <pc:chgData name="Karl Michael Höferl" userId="544d2ce1-0a3b-4706-9dfd-c6d69d0e3c8e" providerId="ADAL" clId="{728816E0-0922-4745-AF12-C87F45E7DFA0}" dt="2026-05-02T06:58:44.449" v="10585" actId="20577"/>
        <pc:sldMkLst>
          <pc:docMk/>
          <pc:sldMk cId="334632322" sldId="1343"/>
        </pc:sldMkLst>
        <pc:spChg chg="mod">
          <ac:chgData name="Karl Michael Höferl" userId="544d2ce1-0a3b-4706-9dfd-c6d69d0e3c8e" providerId="ADAL" clId="{728816E0-0922-4745-AF12-C87F45E7DFA0}" dt="2026-05-02T06:58:14.641" v="10582" actId="14100"/>
          <ac:spMkLst>
            <pc:docMk/>
            <pc:sldMk cId="334632322" sldId="1343"/>
            <ac:spMk id="3" creationId="{FCAA2922-8D6E-B283-7A4B-0C56E70FD141}"/>
          </ac:spMkLst>
        </pc:spChg>
        <pc:spChg chg="mod">
          <ac:chgData name="Karl Michael Höferl" userId="544d2ce1-0a3b-4706-9dfd-c6d69d0e3c8e" providerId="ADAL" clId="{728816E0-0922-4745-AF12-C87F45E7DFA0}" dt="2026-05-02T06:58:44.449" v="10585" actId="20577"/>
          <ac:spMkLst>
            <pc:docMk/>
            <pc:sldMk cId="334632322" sldId="1343"/>
            <ac:spMk id="4" creationId="{4513D4C3-B52E-878C-6375-7B47DA43DE44}"/>
          </ac:spMkLst>
        </pc:spChg>
      </pc:sldChg>
      <pc:sldChg chg="modSp add mod modShow">
        <pc:chgData name="Karl Michael Höferl" userId="544d2ce1-0a3b-4706-9dfd-c6d69d0e3c8e" providerId="ADAL" clId="{728816E0-0922-4745-AF12-C87F45E7DFA0}" dt="2026-05-02T06:41:57.541" v="10550" actId="729"/>
        <pc:sldMkLst>
          <pc:docMk/>
          <pc:sldMk cId="2907136473" sldId="1345"/>
        </pc:sldMkLst>
      </pc:sldChg>
      <pc:sldChg chg="modSp add mod modShow">
        <pc:chgData name="Karl Michael Höferl" userId="544d2ce1-0a3b-4706-9dfd-c6d69d0e3c8e" providerId="ADAL" clId="{728816E0-0922-4745-AF12-C87F45E7DFA0}" dt="2026-05-02T06:41:57.541" v="10550" actId="729"/>
        <pc:sldMkLst>
          <pc:docMk/>
          <pc:sldMk cId="1285431049" sldId="1346"/>
        </pc:sldMkLst>
      </pc:sldChg>
      <pc:sldChg chg="modSp add mod modShow">
        <pc:chgData name="Karl Michael Höferl" userId="544d2ce1-0a3b-4706-9dfd-c6d69d0e3c8e" providerId="ADAL" clId="{728816E0-0922-4745-AF12-C87F45E7DFA0}" dt="2026-05-02T06:41:57.541" v="10550" actId="729"/>
        <pc:sldMkLst>
          <pc:docMk/>
          <pc:sldMk cId="679904571" sldId="1348"/>
        </pc:sldMkLst>
      </pc:sldChg>
      <pc:sldChg chg="modSp new mod modShow">
        <pc:chgData name="Karl Michael Höferl" userId="544d2ce1-0a3b-4706-9dfd-c6d69d0e3c8e" providerId="ADAL" clId="{728816E0-0922-4745-AF12-C87F45E7DFA0}" dt="2026-05-02T06:41:57.541" v="10550" actId="729"/>
        <pc:sldMkLst>
          <pc:docMk/>
          <pc:sldMk cId="3981279745" sldId="1349"/>
        </pc:sldMkLst>
      </pc:sldChg>
      <pc:sldChg chg="modSp add mod modShow">
        <pc:chgData name="Karl Michael Höferl" userId="544d2ce1-0a3b-4706-9dfd-c6d69d0e3c8e" providerId="ADAL" clId="{728816E0-0922-4745-AF12-C87F45E7DFA0}" dt="2026-05-02T06:41:57.541" v="10550" actId="729"/>
        <pc:sldMkLst>
          <pc:docMk/>
          <pc:sldMk cId="670988681" sldId="1350"/>
        </pc:sldMkLst>
        <pc:spChg chg="mod">
          <ac:chgData name="Karl Michael Höferl" userId="544d2ce1-0a3b-4706-9dfd-c6d69d0e3c8e" providerId="ADAL" clId="{728816E0-0922-4745-AF12-C87F45E7DFA0}" dt="2026-05-02T06:26:32.462" v="10534" actId="27636"/>
          <ac:spMkLst>
            <pc:docMk/>
            <pc:sldMk cId="670988681" sldId="1350"/>
            <ac:spMk id="4" creationId="{17A6123B-6AC1-9D7F-CA8F-44FA2B33BD49}"/>
          </ac:spMkLst>
        </pc:spChg>
      </pc:sldChg>
      <pc:sldChg chg="modSp new mod modShow">
        <pc:chgData name="Karl Michael Höferl" userId="544d2ce1-0a3b-4706-9dfd-c6d69d0e3c8e" providerId="ADAL" clId="{728816E0-0922-4745-AF12-C87F45E7DFA0}" dt="2026-05-02T06:41:57.541" v="10550" actId="729"/>
        <pc:sldMkLst>
          <pc:docMk/>
          <pc:sldMk cId="106411905" sldId="1351"/>
        </pc:sldMkLst>
        <pc:spChg chg="mod">
          <ac:chgData name="Karl Michael Höferl" userId="544d2ce1-0a3b-4706-9dfd-c6d69d0e3c8e" providerId="ADAL" clId="{728816E0-0922-4745-AF12-C87F45E7DFA0}" dt="2026-05-02T06:27:08.544" v="10537" actId="113"/>
          <ac:spMkLst>
            <pc:docMk/>
            <pc:sldMk cId="106411905" sldId="1351"/>
            <ac:spMk id="4" creationId="{F0182661-9867-81E3-46E3-411E2FA97C12}"/>
          </ac:spMkLst>
        </pc:spChg>
      </pc:sldChg>
      <pc:sldChg chg="modSp new mod modShow">
        <pc:chgData name="Karl Michael Höferl" userId="544d2ce1-0a3b-4706-9dfd-c6d69d0e3c8e" providerId="ADAL" clId="{728816E0-0922-4745-AF12-C87F45E7DFA0}" dt="2026-05-02T06:41:57.541" v="10550" actId="729"/>
        <pc:sldMkLst>
          <pc:docMk/>
          <pc:sldMk cId="4008156727" sldId="1352"/>
        </pc:sldMkLst>
        <pc:spChg chg="mod">
          <ac:chgData name="Karl Michael Höferl" userId="544d2ce1-0a3b-4706-9dfd-c6d69d0e3c8e" providerId="ADAL" clId="{728816E0-0922-4745-AF12-C87F45E7DFA0}" dt="2026-05-02T06:27:51.161" v="10544" actId="20577"/>
          <ac:spMkLst>
            <pc:docMk/>
            <pc:sldMk cId="4008156727" sldId="1352"/>
            <ac:spMk id="4" creationId="{9FF282AC-674C-4FBA-9FDF-3425DAA26376}"/>
          </ac:spMkLst>
        </pc:spChg>
      </pc:sldChg>
      <pc:sldChg chg="modSp add mod modShow">
        <pc:chgData name="Karl Michael Höferl" userId="544d2ce1-0a3b-4706-9dfd-c6d69d0e3c8e" providerId="ADAL" clId="{728816E0-0922-4745-AF12-C87F45E7DFA0}" dt="2026-05-02T06:41:57.541" v="10550" actId="729"/>
        <pc:sldMkLst>
          <pc:docMk/>
          <pc:sldMk cId="1403043228" sldId="1354"/>
        </pc:sldMkLst>
      </pc:sldChg>
      <pc:sldChg chg="modSp new mod modShow">
        <pc:chgData name="Karl Michael Höferl" userId="544d2ce1-0a3b-4706-9dfd-c6d69d0e3c8e" providerId="ADAL" clId="{728816E0-0922-4745-AF12-C87F45E7DFA0}" dt="2026-05-02T06:41:57.541" v="10550" actId="729"/>
        <pc:sldMkLst>
          <pc:docMk/>
          <pc:sldMk cId="2819761443" sldId="1355"/>
        </pc:sldMkLst>
      </pc:sldChg>
      <pc:sldChg chg="addSp delSp modSp new mod modShow">
        <pc:chgData name="Karl Michael Höferl" userId="544d2ce1-0a3b-4706-9dfd-c6d69d0e3c8e" providerId="ADAL" clId="{728816E0-0922-4745-AF12-C87F45E7DFA0}" dt="2026-05-02T06:41:57.541" v="10550" actId="729"/>
        <pc:sldMkLst>
          <pc:docMk/>
          <pc:sldMk cId="1590413236" sldId="1356"/>
        </pc:sldMkLst>
      </pc:sldChg>
      <pc:sldChg chg="modSp add mod modShow">
        <pc:chgData name="Karl Michael Höferl" userId="544d2ce1-0a3b-4706-9dfd-c6d69d0e3c8e" providerId="ADAL" clId="{728816E0-0922-4745-AF12-C87F45E7DFA0}" dt="2026-05-02T06:41:57.541" v="10550" actId="729"/>
        <pc:sldMkLst>
          <pc:docMk/>
          <pc:sldMk cId="3682672102" sldId="1357"/>
        </pc:sldMkLst>
      </pc:sldChg>
      <pc:sldChg chg="add">
        <pc:chgData name="Karl Michael Höferl" userId="544d2ce1-0a3b-4706-9dfd-c6d69d0e3c8e" providerId="ADAL" clId="{728816E0-0922-4745-AF12-C87F45E7DFA0}" dt="2026-05-20T13:03:32.646" v="10590"/>
        <pc:sldMkLst>
          <pc:docMk/>
          <pc:sldMk cId="3293559466" sldId="1358"/>
        </pc:sldMkLst>
      </pc:sldChg>
      <pc:sldChg chg="addSp delSp modSp add mod modShow">
        <pc:chgData name="Karl Michael Höferl" userId="544d2ce1-0a3b-4706-9dfd-c6d69d0e3c8e" providerId="ADAL" clId="{728816E0-0922-4745-AF12-C87F45E7DFA0}" dt="2026-05-02T06:41:57.541" v="10550" actId="729"/>
        <pc:sldMkLst>
          <pc:docMk/>
          <pc:sldMk cId="2968695853" sldId="1359"/>
        </pc:sldMkLst>
      </pc:sldChg>
      <pc:sldChg chg="addSp delSp modSp add mod modShow">
        <pc:chgData name="Karl Michael Höferl" userId="544d2ce1-0a3b-4706-9dfd-c6d69d0e3c8e" providerId="ADAL" clId="{728816E0-0922-4745-AF12-C87F45E7DFA0}" dt="2026-05-02T06:41:57.541" v="10550" actId="729"/>
        <pc:sldMkLst>
          <pc:docMk/>
          <pc:sldMk cId="3847278675" sldId="1360"/>
        </pc:sldMkLst>
      </pc:sldChg>
      <pc:sldChg chg="modSp add mod modShow">
        <pc:chgData name="Karl Michael Höferl" userId="544d2ce1-0a3b-4706-9dfd-c6d69d0e3c8e" providerId="ADAL" clId="{728816E0-0922-4745-AF12-C87F45E7DFA0}" dt="2026-05-02T06:41:57.541" v="10550" actId="729"/>
        <pc:sldMkLst>
          <pc:docMk/>
          <pc:sldMk cId="3305381203" sldId="1361"/>
        </pc:sldMkLst>
      </pc:sldChg>
      <pc:sldChg chg="addSp delSp modSp new mod modShow">
        <pc:chgData name="Karl Michael Höferl" userId="544d2ce1-0a3b-4706-9dfd-c6d69d0e3c8e" providerId="ADAL" clId="{728816E0-0922-4745-AF12-C87F45E7DFA0}" dt="2026-05-02T06:41:57.541" v="10550" actId="729"/>
        <pc:sldMkLst>
          <pc:docMk/>
          <pc:sldMk cId="351268751" sldId="1365"/>
        </pc:sldMkLst>
      </pc:sldChg>
      <pc:sldChg chg="modSp add mod modShow">
        <pc:chgData name="Karl Michael Höferl" userId="544d2ce1-0a3b-4706-9dfd-c6d69d0e3c8e" providerId="ADAL" clId="{728816E0-0922-4745-AF12-C87F45E7DFA0}" dt="2026-05-02T06:41:57.541" v="10550" actId="729"/>
        <pc:sldMkLst>
          <pc:docMk/>
          <pc:sldMk cId="3952167149" sldId="1366"/>
        </pc:sldMkLst>
      </pc:sldChg>
      <pc:sldChg chg="modSp add mod modShow">
        <pc:chgData name="Karl Michael Höferl" userId="544d2ce1-0a3b-4706-9dfd-c6d69d0e3c8e" providerId="ADAL" clId="{728816E0-0922-4745-AF12-C87F45E7DFA0}" dt="2026-05-02T06:41:57.541" v="10550" actId="729"/>
        <pc:sldMkLst>
          <pc:docMk/>
          <pc:sldMk cId="1730352652" sldId="1367"/>
        </pc:sldMkLst>
      </pc:sldChg>
      <pc:sldChg chg="addSp modSp new mod modShow">
        <pc:chgData name="Karl Michael Höferl" userId="544d2ce1-0a3b-4706-9dfd-c6d69d0e3c8e" providerId="ADAL" clId="{728816E0-0922-4745-AF12-C87F45E7DFA0}" dt="2026-05-02T06:41:57.541" v="10550" actId="729"/>
        <pc:sldMkLst>
          <pc:docMk/>
          <pc:sldMk cId="3152012889" sldId="1368"/>
        </pc:sldMkLst>
      </pc:sldChg>
      <pc:sldChg chg="modSp new mod modShow">
        <pc:chgData name="Karl Michael Höferl" userId="544d2ce1-0a3b-4706-9dfd-c6d69d0e3c8e" providerId="ADAL" clId="{728816E0-0922-4745-AF12-C87F45E7DFA0}" dt="2026-05-02T06:41:57.541" v="10550" actId="729"/>
        <pc:sldMkLst>
          <pc:docMk/>
          <pc:sldMk cId="4222783538" sldId="1369"/>
        </pc:sldMkLst>
      </pc:sldChg>
      <pc:sldChg chg="addSp modSp new mod modShow">
        <pc:chgData name="Karl Michael Höferl" userId="544d2ce1-0a3b-4706-9dfd-c6d69d0e3c8e" providerId="ADAL" clId="{728816E0-0922-4745-AF12-C87F45E7DFA0}" dt="2026-05-02T06:41:57.541" v="10550" actId="729"/>
        <pc:sldMkLst>
          <pc:docMk/>
          <pc:sldMk cId="3009985561" sldId="1371"/>
        </pc:sldMkLst>
      </pc:sldChg>
      <pc:sldChg chg="modSp add mod ord modShow">
        <pc:chgData name="Karl Michael Höferl" userId="544d2ce1-0a3b-4706-9dfd-c6d69d0e3c8e" providerId="ADAL" clId="{728816E0-0922-4745-AF12-C87F45E7DFA0}" dt="2026-05-02T06:41:57.541" v="10550" actId="729"/>
        <pc:sldMkLst>
          <pc:docMk/>
          <pc:sldMk cId="1239904304" sldId="1372"/>
        </pc:sldMkLst>
        <pc:spChg chg="mod">
          <ac:chgData name="Karl Michael Höferl" userId="544d2ce1-0a3b-4706-9dfd-c6d69d0e3c8e" providerId="ADAL" clId="{728816E0-0922-4745-AF12-C87F45E7DFA0}" dt="2026-05-02T06:29:12.629" v="10545" actId="5793"/>
          <ac:spMkLst>
            <pc:docMk/>
            <pc:sldMk cId="1239904304" sldId="1372"/>
            <ac:spMk id="4" creationId="{510E046E-AAA2-414E-6F76-8CD63A74A82D}"/>
          </ac:spMkLst>
        </pc:spChg>
      </pc:sldChg>
      <pc:sldChg chg="modSp add mod modShow">
        <pc:chgData name="Karl Michael Höferl" userId="544d2ce1-0a3b-4706-9dfd-c6d69d0e3c8e" providerId="ADAL" clId="{728816E0-0922-4745-AF12-C87F45E7DFA0}" dt="2026-05-02T06:41:57.541" v="10550" actId="729"/>
        <pc:sldMkLst>
          <pc:docMk/>
          <pc:sldMk cId="702125425" sldId="1373"/>
        </pc:sldMkLst>
      </pc:sldChg>
      <pc:sldChg chg="delSp modSp add mod modShow">
        <pc:chgData name="Karl Michael Höferl" userId="544d2ce1-0a3b-4706-9dfd-c6d69d0e3c8e" providerId="ADAL" clId="{728816E0-0922-4745-AF12-C87F45E7DFA0}" dt="2026-05-02T06:41:57.541" v="10550" actId="729"/>
        <pc:sldMkLst>
          <pc:docMk/>
          <pc:sldMk cId="3701314086" sldId="1375"/>
        </pc:sldMkLst>
      </pc:sldChg>
      <pc:sldChg chg="modSp add mod modShow">
        <pc:chgData name="Karl Michael Höferl" userId="544d2ce1-0a3b-4706-9dfd-c6d69d0e3c8e" providerId="ADAL" clId="{728816E0-0922-4745-AF12-C87F45E7DFA0}" dt="2026-05-02T06:41:57.541" v="10550" actId="729"/>
        <pc:sldMkLst>
          <pc:docMk/>
          <pc:sldMk cId="1936118520" sldId="1376"/>
        </pc:sldMkLst>
      </pc:sldChg>
      <pc:sldChg chg="modSp add mod modShow">
        <pc:chgData name="Karl Michael Höferl" userId="544d2ce1-0a3b-4706-9dfd-c6d69d0e3c8e" providerId="ADAL" clId="{728816E0-0922-4745-AF12-C87F45E7DFA0}" dt="2026-05-02T06:41:57.541" v="10550" actId="729"/>
        <pc:sldMkLst>
          <pc:docMk/>
          <pc:sldMk cId="2902755301" sldId="1377"/>
        </pc:sldMkLst>
      </pc:sldChg>
      <pc:sldChg chg="modSp new mod modShow">
        <pc:chgData name="Karl Michael Höferl" userId="544d2ce1-0a3b-4706-9dfd-c6d69d0e3c8e" providerId="ADAL" clId="{728816E0-0922-4745-AF12-C87F45E7DFA0}" dt="2026-05-02T10:44:10.833" v="10589" actId="20577"/>
        <pc:sldMkLst>
          <pc:docMk/>
          <pc:sldMk cId="1799871331" sldId="1378"/>
        </pc:sldMkLst>
        <pc:spChg chg="mod">
          <ac:chgData name="Karl Michael Höferl" userId="544d2ce1-0a3b-4706-9dfd-c6d69d0e3c8e" providerId="ADAL" clId="{728816E0-0922-4745-AF12-C87F45E7DFA0}" dt="2026-05-02T10:44:10.833" v="10589" actId="20577"/>
          <ac:spMkLst>
            <pc:docMk/>
            <pc:sldMk cId="1799871331" sldId="1378"/>
            <ac:spMk id="4" creationId="{0EBF69EA-2415-8793-7335-FD145CF8C6EE}"/>
          </ac:spMkLst>
        </pc:spChg>
      </pc:sldChg>
      <pc:sldChg chg="add">
        <pc:chgData name="Karl Michael Höferl" userId="544d2ce1-0a3b-4706-9dfd-c6d69d0e3c8e" providerId="ADAL" clId="{728816E0-0922-4745-AF12-C87F45E7DFA0}" dt="2026-05-20T13:03:32.646" v="10590"/>
        <pc:sldMkLst>
          <pc:docMk/>
          <pc:sldMk cId="4228015830" sldId="1379"/>
        </pc:sldMkLst>
      </pc:sldChg>
      <pc:sldChg chg="add">
        <pc:chgData name="Karl Michael Höferl" userId="544d2ce1-0a3b-4706-9dfd-c6d69d0e3c8e" providerId="ADAL" clId="{728816E0-0922-4745-AF12-C87F45E7DFA0}" dt="2026-05-20T13:03:32.646" v="10590"/>
        <pc:sldMkLst>
          <pc:docMk/>
          <pc:sldMk cId="2125476531" sldId="1380"/>
        </pc:sldMkLst>
      </pc:sldChg>
      <pc:sldChg chg="add">
        <pc:chgData name="Karl Michael Höferl" userId="544d2ce1-0a3b-4706-9dfd-c6d69d0e3c8e" providerId="ADAL" clId="{728816E0-0922-4745-AF12-C87F45E7DFA0}" dt="2026-05-20T13:03:32.646" v="10590"/>
        <pc:sldMkLst>
          <pc:docMk/>
          <pc:sldMk cId="3847162438" sldId="1381"/>
        </pc:sldMkLst>
      </pc:sldChg>
      <pc:sldChg chg="add">
        <pc:chgData name="Karl Michael Höferl" userId="544d2ce1-0a3b-4706-9dfd-c6d69d0e3c8e" providerId="ADAL" clId="{728816E0-0922-4745-AF12-C87F45E7DFA0}" dt="2026-05-20T13:03:32.646" v="10590"/>
        <pc:sldMkLst>
          <pc:docMk/>
          <pc:sldMk cId="571953745" sldId="138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29F03AC3-06BE-49BF-B59B-6C714818996D}">
      <dgm:prSet phldrT="[Text]" custT="1"/>
      <dgm:spPr>
        <a:solidFill>
          <a:schemeClr val="accent2"/>
        </a:solidFill>
      </dgm:spPr>
      <dgm:t>
        <a:bodyPr/>
        <a:lstStyle/>
        <a:p>
          <a:r>
            <a:rPr lang="en-GB" sz="2000" dirty="0"/>
            <a:t>Model data</a:t>
          </a:r>
        </a:p>
      </dgm:t>
    </dgm:pt>
    <dgm:pt modelId="{9F49785A-31E4-460D-8698-5EBDB748FD60}" type="parTrans" cxnId="{B23388E8-5ECF-4139-B31F-2AEE15E2B6B5}">
      <dgm:prSet/>
      <dgm:spPr/>
      <dgm:t>
        <a:bodyPr/>
        <a:lstStyle/>
        <a:p>
          <a:endParaRPr lang="de-AT" sz="3200"/>
        </a:p>
      </dgm:t>
    </dgm:pt>
    <dgm:pt modelId="{411B9115-3BD8-42FF-B04B-4D2D418DF585}" type="sibTrans" cxnId="{B23388E8-5ECF-4139-B31F-2AEE15E2B6B5}">
      <dgm:prSet custT="1"/>
      <dgm:spPr/>
      <dgm:t>
        <a:bodyPr/>
        <a:lstStyle/>
        <a:p>
          <a:endParaRPr lang="de-AT" sz="1400" dirty="0"/>
        </a:p>
      </dgm:t>
    </dgm:pt>
    <dgm:pt modelId="{68BDA154-BFEB-46E6-BEE8-8F2F9CD55105}">
      <dgm:prSet phldrT="[Text]" custT="1"/>
      <dgm:spPr>
        <a:solidFill>
          <a:schemeClr val="accent2"/>
        </a:solidFill>
      </dgm:spPr>
      <dgm:t>
        <a:bodyPr/>
        <a:lstStyle/>
        <a:p>
          <a:r>
            <a:rPr lang="en-GB" sz="2000" dirty="0"/>
            <a:t>Validate models</a:t>
          </a:r>
        </a:p>
      </dgm:t>
    </dgm:pt>
    <dgm:pt modelId="{A0BF3AA7-1C4A-4FC6-84F3-C5D43406CE23}" type="parTrans" cxnId="{16F53D4B-C4D9-4D87-A929-151A26ECB7BA}">
      <dgm:prSet/>
      <dgm:spPr/>
      <dgm:t>
        <a:bodyPr/>
        <a:lstStyle/>
        <a:p>
          <a:endParaRPr lang="de-AT" sz="3200"/>
        </a:p>
      </dgm:t>
    </dgm:pt>
    <dgm:pt modelId="{F2A17C29-009B-4480-8A32-37BC99B407F2}" type="sibTrans" cxnId="{16F53D4B-C4D9-4D87-A929-151A26ECB7BA}">
      <dgm:prSet custT="1"/>
      <dgm:spPr/>
      <dgm:t>
        <a:bodyPr/>
        <a:lstStyle/>
        <a:p>
          <a:endParaRPr lang="de-AT" sz="1400" dirty="0"/>
        </a:p>
      </dgm:t>
    </dgm:pt>
    <dgm:pt modelId="{F49D79F9-D1F9-4DB0-AA30-940E9698CD85}">
      <dgm:prSet phldrT="[Text]" custT="1"/>
      <dgm:spPr>
        <a:solidFill>
          <a:schemeClr val="accent2"/>
        </a:solidFill>
      </dgm:spPr>
      <dgm:t>
        <a:bodyPr/>
        <a:lstStyle/>
        <a:p>
          <a:r>
            <a:rPr lang="en-GB" sz="2000" dirty="0"/>
            <a:t>Evaluate</a:t>
          </a:r>
          <a:br>
            <a:rPr lang="en-GB" sz="2000" dirty="0"/>
          </a:br>
          <a:r>
            <a:rPr lang="en-GB" sz="2000" dirty="0"/>
            <a:t>models</a:t>
          </a:r>
        </a:p>
      </dgm:t>
    </dgm:pt>
    <dgm:pt modelId="{3FDCBC74-4A35-41EF-97FE-BF6F93D2110E}" type="parTrans" cxnId="{DAF1BE1D-E8C0-429A-BB0E-E9B4AA38E454}">
      <dgm:prSet/>
      <dgm:spPr/>
      <dgm:t>
        <a:bodyPr/>
        <a:lstStyle/>
        <a:p>
          <a:endParaRPr lang="de-AT" sz="3200"/>
        </a:p>
      </dgm:t>
    </dgm:pt>
    <dgm:pt modelId="{A2FFD495-4582-45A1-BC91-705530047760}" type="sibTrans" cxnId="{DAF1BE1D-E8C0-429A-BB0E-E9B4AA38E454}">
      <dgm:prSet custT="1"/>
      <dgm:spPr/>
      <dgm:t>
        <a:bodyPr/>
        <a:lstStyle/>
        <a:p>
          <a:endParaRPr lang="de-AT" sz="1400" dirty="0"/>
        </a:p>
      </dgm:t>
    </dgm:pt>
    <dgm:pt modelId="{93535CA3-8E4E-4C68-A216-1298D30354C7}">
      <dgm:prSet phldrT="[Text]" custT="1"/>
      <dgm:spPr>
        <a:solidFill>
          <a:srgbClr val="768692"/>
        </a:solidFill>
      </dgm:spPr>
      <dgm:t>
        <a:bodyPr/>
        <a:lstStyle/>
        <a:p>
          <a:r>
            <a:rPr lang="en-GB" sz="2000" dirty="0"/>
            <a:t>Documentation</a:t>
          </a:r>
        </a:p>
      </dgm:t>
    </dgm:pt>
    <dgm:pt modelId="{E5B96038-236B-451C-8113-49BE663CD0C1}" type="parTrans" cxnId="{FBACF19C-683A-4ECF-8C78-2F53FECEA0F9}">
      <dgm:prSet/>
      <dgm:spPr/>
      <dgm:t>
        <a:bodyPr/>
        <a:lstStyle/>
        <a:p>
          <a:endParaRPr lang="de-AT" sz="3200"/>
        </a:p>
      </dgm:t>
    </dgm:pt>
    <dgm:pt modelId="{9483055A-8EEB-4191-AC97-F734E18D151D}" type="sibTrans" cxnId="{FBACF19C-683A-4ECF-8C78-2F53FECEA0F9}">
      <dgm:prSet custT="1"/>
      <dgm:spPr/>
      <dgm:t>
        <a:bodyPr/>
        <a:lstStyle/>
        <a:p>
          <a:endParaRPr lang="de-AT" sz="1400" dirty="0"/>
        </a:p>
      </dgm:t>
    </dgm:pt>
    <dgm:pt modelId="{F74A1C6C-F65D-47F2-ADC8-93CE00B534BB}">
      <dgm:prSet phldrT="[Text]" custT="1"/>
      <dgm:spPr>
        <a:solidFill>
          <a:srgbClr val="768692"/>
        </a:solidFill>
      </dgm:spPr>
      <dgm:t>
        <a:bodyPr/>
        <a:lstStyle/>
        <a:p>
          <a:r>
            <a:rPr lang="en-GB" sz="2000" dirty="0"/>
            <a:t>Summarise findings</a:t>
          </a:r>
        </a:p>
      </dgm:t>
    </dgm:pt>
    <dgm:pt modelId="{6C3450A2-930C-46E3-B5EF-C92874736F16}" type="parTrans" cxnId="{582D8684-9A44-4D96-A8CB-33BAD879929A}">
      <dgm:prSet/>
      <dgm:spPr/>
      <dgm:t>
        <a:bodyPr/>
        <a:lstStyle/>
        <a:p>
          <a:endParaRPr lang="de-AT" sz="3200"/>
        </a:p>
      </dgm:t>
    </dgm:pt>
    <dgm:pt modelId="{DB9E2D33-AABD-4073-BA34-A451097E166A}" type="sibTrans" cxnId="{582D8684-9A44-4D96-A8CB-33BAD879929A}">
      <dgm:prSet/>
      <dgm:spPr/>
      <dgm:t>
        <a:bodyPr/>
        <a:lstStyle/>
        <a:p>
          <a:endParaRPr lang="de-AT" sz="3200"/>
        </a:p>
      </dgm:t>
    </dgm:pt>
    <dgm:pt modelId="{9A46751B-FC20-4E6A-A344-2172B29125FF}" type="pres">
      <dgm:prSet presAssocID="{D8103A76-D9D1-4975-93D9-D9DB6F7A978E}" presName="Name0" presStyleCnt="0">
        <dgm:presLayoutVars>
          <dgm:dir/>
          <dgm:resizeHandles val="exact"/>
        </dgm:presLayoutVars>
      </dgm:prSet>
      <dgm:spPr/>
    </dgm:pt>
    <dgm:pt modelId="{09CE4735-CFD0-4E60-8BA3-8595F9C25A00}" type="pres">
      <dgm:prSet presAssocID="{29F03AC3-06BE-49BF-B59B-6C714818996D}" presName="node" presStyleLbl="node1" presStyleIdx="0" presStyleCnt="5">
        <dgm:presLayoutVars>
          <dgm:bulletEnabled val="1"/>
        </dgm:presLayoutVars>
      </dgm:prSet>
      <dgm:spPr/>
    </dgm:pt>
    <dgm:pt modelId="{9FC757E6-BD8D-4D15-9F78-E678A2C58CB4}" type="pres">
      <dgm:prSet presAssocID="{411B9115-3BD8-42FF-B04B-4D2D418DF585}" presName="sibTrans" presStyleLbl="sibTrans2D1" presStyleIdx="0" presStyleCnt="4"/>
      <dgm:spPr/>
    </dgm:pt>
    <dgm:pt modelId="{4A0772F0-C54D-4300-AE61-A8B20C43829F}" type="pres">
      <dgm:prSet presAssocID="{411B9115-3BD8-42FF-B04B-4D2D418DF585}" presName="connectorText" presStyleLbl="sibTrans2D1" presStyleIdx="0" presStyleCnt="4"/>
      <dgm:spPr/>
    </dgm:pt>
    <dgm:pt modelId="{5EED1DBE-0BA4-4B65-AF5A-769A02F4E756}" type="pres">
      <dgm:prSet presAssocID="{68BDA154-BFEB-46E6-BEE8-8F2F9CD55105}" presName="node" presStyleLbl="node1" presStyleIdx="1" presStyleCnt="5">
        <dgm:presLayoutVars>
          <dgm:bulletEnabled val="1"/>
        </dgm:presLayoutVars>
      </dgm:prSet>
      <dgm:spPr/>
    </dgm:pt>
    <dgm:pt modelId="{F756F10B-CBE1-4848-B2C7-062F3ACC84CA}" type="pres">
      <dgm:prSet presAssocID="{F2A17C29-009B-4480-8A32-37BC99B407F2}" presName="sibTrans" presStyleLbl="sibTrans2D1" presStyleIdx="1" presStyleCnt="4"/>
      <dgm:spPr/>
    </dgm:pt>
    <dgm:pt modelId="{8A563414-7AD9-4B88-A873-B943290CB4D6}" type="pres">
      <dgm:prSet presAssocID="{F2A17C29-009B-4480-8A32-37BC99B407F2}" presName="connectorText" presStyleLbl="sibTrans2D1" presStyleIdx="1" presStyleCnt="4"/>
      <dgm:spPr/>
    </dgm:pt>
    <dgm:pt modelId="{453B0BD3-BB78-4EF4-8C6E-6805561F2F28}" type="pres">
      <dgm:prSet presAssocID="{F49D79F9-D1F9-4DB0-AA30-940E9698CD85}" presName="node" presStyleLbl="node1" presStyleIdx="2" presStyleCnt="5">
        <dgm:presLayoutVars>
          <dgm:bulletEnabled val="1"/>
        </dgm:presLayoutVars>
      </dgm:prSet>
      <dgm:spPr/>
    </dgm:pt>
    <dgm:pt modelId="{6A9AF9A7-08AC-4EBB-934D-F708CD3C92B7}" type="pres">
      <dgm:prSet presAssocID="{A2FFD495-4582-45A1-BC91-705530047760}" presName="sibTrans" presStyleLbl="sibTrans2D1" presStyleIdx="2" presStyleCnt="4"/>
      <dgm:spPr/>
    </dgm:pt>
    <dgm:pt modelId="{5BD4AC60-BA35-4EE1-964E-686D02796233}" type="pres">
      <dgm:prSet presAssocID="{A2FFD495-4582-45A1-BC91-705530047760}" presName="connectorText" presStyleLbl="sibTrans2D1" presStyleIdx="2" presStyleCnt="4"/>
      <dgm:spPr/>
    </dgm:pt>
    <dgm:pt modelId="{DF227C00-1374-40DA-AADA-FE7D07B3E881}" type="pres">
      <dgm:prSet presAssocID="{93535CA3-8E4E-4C68-A216-1298D30354C7}" presName="node" presStyleLbl="node1" presStyleIdx="3" presStyleCnt="5" custScaleX="107768">
        <dgm:presLayoutVars>
          <dgm:bulletEnabled val="1"/>
        </dgm:presLayoutVars>
      </dgm:prSet>
      <dgm:spPr/>
    </dgm:pt>
    <dgm:pt modelId="{DF583930-8CA5-4976-9CF5-51844FFDFF36}" type="pres">
      <dgm:prSet presAssocID="{9483055A-8EEB-4191-AC97-F734E18D151D}" presName="sibTrans" presStyleLbl="sibTrans2D1" presStyleIdx="3" presStyleCnt="4"/>
      <dgm:spPr/>
    </dgm:pt>
    <dgm:pt modelId="{AD565495-D18F-4A8C-9299-04BAA35F82FB}" type="pres">
      <dgm:prSet presAssocID="{9483055A-8EEB-4191-AC97-F734E18D151D}" presName="connectorText" presStyleLbl="sibTrans2D1" presStyleIdx="3" presStyleCnt="4"/>
      <dgm:spPr/>
    </dgm:pt>
    <dgm:pt modelId="{5AA0AB36-31E6-4AC4-94E5-25ACDAB97CD7}" type="pres">
      <dgm:prSet presAssocID="{F74A1C6C-F65D-47F2-ADC8-93CE00B534BB}" presName="node" presStyleLbl="node1" presStyleIdx="4" presStyleCnt="5" custScaleX="120316">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CD28E301-76DE-4E0E-81D3-66A04E320011}" type="presOf" srcId="{411B9115-3BD8-42FF-B04B-4D2D418DF585}" destId="{9FC757E6-BD8D-4D15-9F78-E678A2C58CB4}" srcOrd="0" destOrd="0" presId="urn:microsoft.com/office/officeart/2005/8/layout/process1"/>
    <dgm:cxn modelId="{AA80B904-873F-4A4F-A29D-732DCDF62645}" type="presOf" srcId="{29F03AC3-06BE-49BF-B59B-6C714818996D}" destId="{09CE4735-CFD0-4E60-8BA3-8595F9C25A00}" srcOrd="0" destOrd="0" presId="urn:microsoft.com/office/officeart/2005/8/layout/process1"/>
    <dgm:cxn modelId="{20186208-7431-42A0-B4BD-82684A28CC07}" type="presOf" srcId="{9483055A-8EEB-4191-AC97-F734E18D151D}" destId="{DF583930-8CA5-4976-9CF5-51844FFDFF36}" srcOrd="0" destOrd="0" presId="urn:microsoft.com/office/officeart/2005/8/layout/process1"/>
    <dgm:cxn modelId="{DAF1BE1D-E8C0-429A-BB0E-E9B4AA38E454}" srcId="{D8103A76-D9D1-4975-93D9-D9DB6F7A978E}" destId="{F49D79F9-D1F9-4DB0-AA30-940E9698CD85}" srcOrd="2" destOrd="0" parTransId="{3FDCBC74-4A35-41EF-97FE-BF6F93D2110E}" sibTransId="{A2FFD495-4582-45A1-BC91-705530047760}"/>
    <dgm:cxn modelId="{8CDD7B1E-5215-43A2-9F28-E88CAB593F37}" type="presOf" srcId="{F2A17C29-009B-4480-8A32-37BC99B407F2}" destId="{8A563414-7AD9-4B88-A873-B943290CB4D6}" srcOrd="1" destOrd="0" presId="urn:microsoft.com/office/officeart/2005/8/layout/process1"/>
    <dgm:cxn modelId="{0824C435-FD74-45D5-9A2A-E8B9CDF2DFF7}" type="presOf" srcId="{68BDA154-BFEB-46E6-BEE8-8F2F9CD55105}" destId="{5EED1DBE-0BA4-4B65-AF5A-769A02F4E756}" srcOrd="0" destOrd="0" presId="urn:microsoft.com/office/officeart/2005/8/layout/process1"/>
    <dgm:cxn modelId="{33DFF566-2465-4EAB-BF41-3540A484D19C}" type="presOf" srcId="{A2FFD495-4582-45A1-BC91-705530047760}" destId="{5BD4AC60-BA35-4EE1-964E-686D02796233}" srcOrd="1" destOrd="0" presId="urn:microsoft.com/office/officeart/2005/8/layout/process1"/>
    <dgm:cxn modelId="{16F53D4B-C4D9-4D87-A929-151A26ECB7BA}" srcId="{D8103A76-D9D1-4975-93D9-D9DB6F7A978E}" destId="{68BDA154-BFEB-46E6-BEE8-8F2F9CD55105}" srcOrd="1" destOrd="0" parTransId="{A0BF3AA7-1C4A-4FC6-84F3-C5D43406CE23}" sibTransId="{F2A17C29-009B-4480-8A32-37BC99B407F2}"/>
    <dgm:cxn modelId="{1D561A58-71BF-4249-B725-7AB8B3400714}" type="presOf" srcId="{411B9115-3BD8-42FF-B04B-4D2D418DF585}" destId="{4A0772F0-C54D-4300-AE61-A8B20C43829F}" srcOrd="1" destOrd="0" presId="urn:microsoft.com/office/officeart/2005/8/layout/process1"/>
    <dgm:cxn modelId="{582D8684-9A44-4D96-A8CB-33BAD879929A}" srcId="{D8103A76-D9D1-4975-93D9-D9DB6F7A978E}" destId="{F74A1C6C-F65D-47F2-ADC8-93CE00B534BB}" srcOrd="4" destOrd="0" parTransId="{6C3450A2-930C-46E3-B5EF-C92874736F16}" sibTransId="{DB9E2D33-AABD-4073-BA34-A451097E166A}"/>
    <dgm:cxn modelId="{B350C296-7DCD-4FF6-8401-5C99E04DF190}" type="presOf" srcId="{F2A17C29-009B-4480-8A32-37BC99B407F2}" destId="{F756F10B-CBE1-4848-B2C7-062F3ACC84CA}" srcOrd="0" destOrd="0" presId="urn:microsoft.com/office/officeart/2005/8/layout/process1"/>
    <dgm:cxn modelId="{FBACF19C-683A-4ECF-8C78-2F53FECEA0F9}" srcId="{D8103A76-D9D1-4975-93D9-D9DB6F7A978E}" destId="{93535CA3-8E4E-4C68-A216-1298D30354C7}" srcOrd="3" destOrd="0" parTransId="{E5B96038-236B-451C-8113-49BE663CD0C1}" sibTransId="{9483055A-8EEB-4191-AC97-F734E18D151D}"/>
    <dgm:cxn modelId="{05A681C6-8FE4-4594-8E8B-D5AFAF882995}" type="presOf" srcId="{F74A1C6C-F65D-47F2-ADC8-93CE00B534BB}" destId="{5AA0AB36-31E6-4AC4-94E5-25ACDAB97CD7}" srcOrd="0" destOrd="0" presId="urn:microsoft.com/office/officeart/2005/8/layout/process1"/>
    <dgm:cxn modelId="{5DA0BEE0-C1C4-4CCB-9EE3-C2363F1893E1}" type="presOf" srcId="{A2FFD495-4582-45A1-BC91-705530047760}" destId="{6A9AF9A7-08AC-4EBB-934D-F708CD3C92B7}" srcOrd="0" destOrd="0" presId="urn:microsoft.com/office/officeart/2005/8/layout/process1"/>
    <dgm:cxn modelId="{B23388E8-5ECF-4139-B31F-2AEE15E2B6B5}" srcId="{D8103A76-D9D1-4975-93D9-D9DB6F7A978E}" destId="{29F03AC3-06BE-49BF-B59B-6C714818996D}" srcOrd="0" destOrd="0" parTransId="{9F49785A-31E4-460D-8698-5EBDB748FD60}" sibTransId="{411B9115-3BD8-42FF-B04B-4D2D418DF585}"/>
    <dgm:cxn modelId="{61CCB1E9-BB73-41B5-87B8-98EC5EAE4A50}" type="presOf" srcId="{93535CA3-8E4E-4C68-A216-1298D30354C7}" destId="{DF227C00-1374-40DA-AADA-FE7D07B3E881}" srcOrd="0" destOrd="0" presId="urn:microsoft.com/office/officeart/2005/8/layout/process1"/>
    <dgm:cxn modelId="{C393DCF4-68A2-49DF-92E4-D43C908B3F63}" type="presOf" srcId="{9483055A-8EEB-4191-AC97-F734E18D151D}" destId="{AD565495-D18F-4A8C-9299-04BAA35F82FB}" srcOrd="1" destOrd="0" presId="urn:microsoft.com/office/officeart/2005/8/layout/process1"/>
    <dgm:cxn modelId="{144771FB-3C1E-4880-A9E4-4350C636630A}" type="presOf" srcId="{F49D79F9-D1F9-4DB0-AA30-940E9698CD85}" destId="{453B0BD3-BB78-4EF4-8C6E-6805561F2F28}" srcOrd="0" destOrd="0" presId="urn:microsoft.com/office/officeart/2005/8/layout/process1"/>
    <dgm:cxn modelId="{CD91AAF3-81CC-4CB4-967D-98B51F8FD155}" type="presParOf" srcId="{9A46751B-FC20-4E6A-A344-2172B29125FF}" destId="{09CE4735-CFD0-4E60-8BA3-8595F9C25A00}" srcOrd="0" destOrd="0" presId="urn:microsoft.com/office/officeart/2005/8/layout/process1"/>
    <dgm:cxn modelId="{AE166BFE-847A-4914-A991-EE01ABE6BC0A}" type="presParOf" srcId="{9A46751B-FC20-4E6A-A344-2172B29125FF}" destId="{9FC757E6-BD8D-4D15-9F78-E678A2C58CB4}" srcOrd="1" destOrd="0" presId="urn:microsoft.com/office/officeart/2005/8/layout/process1"/>
    <dgm:cxn modelId="{610214B6-FC5B-4615-9650-551941386A81}" type="presParOf" srcId="{9FC757E6-BD8D-4D15-9F78-E678A2C58CB4}" destId="{4A0772F0-C54D-4300-AE61-A8B20C43829F}" srcOrd="0" destOrd="0" presId="urn:microsoft.com/office/officeart/2005/8/layout/process1"/>
    <dgm:cxn modelId="{0A3894AE-CC22-4E9D-AFFA-A049BCCC25C5}" type="presParOf" srcId="{9A46751B-FC20-4E6A-A344-2172B29125FF}" destId="{5EED1DBE-0BA4-4B65-AF5A-769A02F4E756}" srcOrd="2" destOrd="0" presId="urn:microsoft.com/office/officeart/2005/8/layout/process1"/>
    <dgm:cxn modelId="{17A1970E-302B-4FB0-8839-7F86411145F4}" type="presParOf" srcId="{9A46751B-FC20-4E6A-A344-2172B29125FF}" destId="{F756F10B-CBE1-4848-B2C7-062F3ACC84CA}" srcOrd="3" destOrd="0" presId="urn:microsoft.com/office/officeart/2005/8/layout/process1"/>
    <dgm:cxn modelId="{FDB577E4-AD4F-468D-9DEE-592B6E3D2363}" type="presParOf" srcId="{F756F10B-CBE1-4848-B2C7-062F3ACC84CA}" destId="{8A563414-7AD9-4B88-A873-B943290CB4D6}" srcOrd="0" destOrd="0" presId="urn:microsoft.com/office/officeart/2005/8/layout/process1"/>
    <dgm:cxn modelId="{33255B81-A359-401D-B08E-D5C57AF5298D}" type="presParOf" srcId="{9A46751B-FC20-4E6A-A344-2172B29125FF}" destId="{453B0BD3-BB78-4EF4-8C6E-6805561F2F28}" srcOrd="4" destOrd="0" presId="urn:microsoft.com/office/officeart/2005/8/layout/process1"/>
    <dgm:cxn modelId="{12431C93-2F40-42F4-A4E3-EBEA71546888}" type="presParOf" srcId="{9A46751B-FC20-4E6A-A344-2172B29125FF}" destId="{6A9AF9A7-08AC-4EBB-934D-F708CD3C92B7}" srcOrd="5" destOrd="0" presId="urn:microsoft.com/office/officeart/2005/8/layout/process1"/>
    <dgm:cxn modelId="{27024B39-867D-45C5-836E-2CC39F0593EA}" type="presParOf" srcId="{6A9AF9A7-08AC-4EBB-934D-F708CD3C92B7}" destId="{5BD4AC60-BA35-4EE1-964E-686D02796233}" srcOrd="0" destOrd="0" presId="urn:microsoft.com/office/officeart/2005/8/layout/process1"/>
    <dgm:cxn modelId="{DBCEE41B-6A96-4703-BA1D-574280D83B81}" type="presParOf" srcId="{9A46751B-FC20-4E6A-A344-2172B29125FF}" destId="{DF227C00-1374-40DA-AADA-FE7D07B3E881}" srcOrd="6" destOrd="0" presId="urn:microsoft.com/office/officeart/2005/8/layout/process1"/>
    <dgm:cxn modelId="{518002E1-E0BF-4BE7-A102-1E7BC3BAF53C}" type="presParOf" srcId="{9A46751B-FC20-4E6A-A344-2172B29125FF}" destId="{DF583930-8CA5-4976-9CF5-51844FFDFF36}" srcOrd="7" destOrd="0" presId="urn:microsoft.com/office/officeart/2005/8/layout/process1"/>
    <dgm:cxn modelId="{771E186B-6C20-49D0-BA36-AB029A8F7CDC}" type="presParOf" srcId="{DF583930-8CA5-4976-9CF5-51844FFDFF36}" destId="{AD565495-D18F-4A8C-9299-04BAA35F82FB}" srcOrd="0" destOrd="0" presId="urn:microsoft.com/office/officeart/2005/8/layout/process1"/>
    <dgm:cxn modelId="{69A01666-8AFA-4EA8-9E93-571A245A7465}" type="presParOf" srcId="{9A46751B-FC20-4E6A-A344-2172B29125FF}" destId="{5AA0AB36-31E6-4AC4-94E5-25ACDAB97CD7}"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AD816315-533E-4505-94C6-A0886F27B5BA}">
      <dgm:prSet phldrT="[Text]" custT="1"/>
      <dgm:spPr>
        <a:solidFill>
          <a:srgbClr val="0070C0"/>
        </a:solidFill>
      </dgm:spPr>
      <dgm:t>
        <a:bodyPr/>
        <a:lstStyle/>
        <a:p>
          <a:r>
            <a:rPr lang="en-GB" sz="1800" dirty="0"/>
            <a:t>Define research questions</a:t>
          </a:r>
        </a:p>
      </dgm:t>
    </dgm:pt>
    <dgm:pt modelId="{495F338C-B96A-4958-A566-458E3F88EED8}" type="sibTrans" cxnId="{CC3A0363-0E41-4728-8674-3A2F201FDACC}">
      <dgm:prSet custT="1"/>
      <dgm:spPr/>
      <dgm:t>
        <a:bodyPr/>
        <a:lstStyle/>
        <a:p>
          <a:endParaRPr lang="de-AT" sz="1400" dirty="0"/>
        </a:p>
      </dgm:t>
    </dgm:pt>
    <dgm:pt modelId="{70F5AD27-46FC-49ED-ABC5-784AB9DDCD24}" type="parTrans" cxnId="{CC3A0363-0E41-4728-8674-3A2F201FDACC}">
      <dgm:prSet/>
      <dgm:spPr/>
      <dgm:t>
        <a:bodyPr/>
        <a:lstStyle/>
        <a:p>
          <a:endParaRPr lang="de-AT" sz="4000"/>
        </a:p>
      </dgm:t>
    </dgm:pt>
    <dgm:pt modelId="{992842F5-C66D-4F6E-84A0-E6C4A6B0528A}">
      <dgm:prSet phldrT="[Text]" custT="1"/>
      <dgm:spPr>
        <a:solidFill>
          <a:srgbClr val="0070C0"/>
        </a:solidFill>
      </dgm:spPr>
      <dgm:t>
        <a:bodyPr/>
        <a:lstStyle/>
        <a:p>
          <a:r>
            <a:rPr lang="en-GB" sz="1800" dirty="0"/>
            <a:t>Data acqui-sition</a:t>
          </a:r>
        </a:p>
      </dgm:t>
    </dgm:pt>
    <dgm:pt modelId="{5409D866-1C31-46ED-93D8-A006206E560E}" type="sibTrans" cxnId="{88F73EE0-A05F-4815-8199-5CDE3214376F}">
      <dgm:prSet custT="1"/>
      <dgm:spPr/>
      <dgm:t>
        <a:bodyPr/>
        <a:lstStyle/>
        <a:p>
          <a:endParaRPr lang="de-AT" sz="1400" dirty="0"/>
        </a:p>
      </dgm:t>
    </dgm:pt>
    <dgm:pt modelId="{000BCA1E-D8C4-4231-A270-3E17CC53A9A3}" type="parTrans" cxnId="{88F73EE0-A05F-4815-8199-5CDE3214376F}">
      <dgm:prSet/>
      <dgm:spPr/>
      <dgm:t>
        <a:bodyPr/>
        <a:lstStyle/>
        <a:p>
          <a:endParaRPr lang="de-AT" sz="4000"/>
        </a:p>
      </dgm:t>
    </dgm:pt>
    <dgm:pt modelId="{F65907C2-CA49-4561-9503-68CF2DE180F6}">
      <dgm:prSet phldrT="[Text]" custT="1"/>
      <dgm:spPr>
        <a:solidFill>
          <a:schemeClr val="accent2"/>
        </a:solidFill>
      </dgm:spPr>
      <dgm:t>
        <a:bodyPr/>
        <a:lstStyle/>
        <a:p>
          <a:r>
            <a:rPr lang="en-GB" sz="1800" dirty="0"/>
            <a:t>Import data</a:t>
          </a:r>
        </a:p>
      </dgm:t>
    </dgm:pt>
    <dgm:pt modelId="{DB7561AA-D049-45C5-8227-8D937A3C0877}" type="sibTrans" cxnId="{8D7F0B79-9A15-4B27-B7D0-E9EE5F7F5793}">
      <dgm:prSet custT="1"/>
      <dgm:spPr/>
      <dgm:t>
        <a:bodyPr/>
        <a:lstStyle/>
        <a:p>
          <a:endParaRPr lang="de-AT" sz="1400" dirty="0"/>
        </a:p>
      </dgm:t>
    </dgm:pt>
    <dgm:pt modelId="{FF48E334-DB7C-4976-BDCF-2451CB95120F}" type="parTrans" cxnId="{8D7F0B79-9A15-4B27-B7D0-E9EE5F7F5793}">
      <dgm:prSet/>
      <dgm:spPr/>
      <dgm:t>
        <a:bodyPr/>
        <a:lstStyle/>
        <a:p>
          <a:endParaRPr lang="de-AT" sz="4000"/>
        </a:p>
      </dgm:t>
    </dgm:pt>
    <dgm:pt modelId="{FCA8AA5D-C2FC-404A-ADEF-CB270465EBBC}">
      <dgm:prSet phldrT="[Text]" custT="1"/>
      <dgm:spPr>
        <a:solidFill>
          <a:schemeClr val="accent2"/>
        </a:solidFill>
      </dgm:spPr>
      <dgm:t>
        <a:bodyPr/>
        <a:lstStyle/>
        <a:p>
          <a:r>
            <a:rPr lang="en-GB" sz="1800" dirty="0"/>
            <a:t>Explore &amp; validate data</a:t>
          </a:r>
        </a:p>
      </dgm:t>
    </dgm:pt>
    <dgm:pt modelId="{9CAA6400-B1D1-4B19-9A33-D67920AE6CAC}" type="sibTrans" cxnId="{18225CE1-C6C2-42F5-840F-5293D90E756E}">
      <dgm:prSet custT="1"/>
      <dgm:spPr/>
      <dgm:t>
        <a:bodyPr/>
        <a:lstStyle/>
        <a:p>
          <a:endParaRPr lang="de-AT" sz="1400" dirty="0"/>
        </a:p>
      </dgm:t>
    </dgm:pt>
    <dgm:pt modelId="{D824AFC2-2288-4D0D-844C-EC0F550F6DB6}" type="parTrans" cxnId="{18225CE1-C6C2-42F5-840F-5293D90E756E}">
      <dgm:prSet/>
      <dgm:spPr/>
      <dgm:t>
        <a:bodyPr/>
        <a:lstStyle/>
        <a:p>
          <a:endParaRPr lang="de-AT" sz="4000"/>
        </a:p>
      </dgm:t>
    </dgm:pt>
    <dgm:pt modelId="{20C3C2D2-6ECD-47B5-A7B8-15F4718116D4}">
      <dgm:prSet phldrT="[Text]" custT="1"/>
      <dgm:spPr>
        <a:solidFill>
          <a:schemeClr val="accent2"/>
        </a:solidFill>
      </dgm:spPr>
      <dgm:t>
        <a:bodyPr/>
        <a:lstStyle/>
        <a:p>
          <a:r>
            <a:rPr lang="en-GB" sz="1800" dirty="0"/>
            <a:t>Modify data</a:t>
          </a:r>
        </a:p>
      </dgm:t>
    </dgm:pt>
    <dgm:pt modelId="{5D74A0C1-8B85-4F8B-B2C4-2E90AA7A1787}" type="sibTrans" cxnId="{B8941292-0CA8-44DA-8C7B-81447657FD67}">
      <dgm:prSet/>
      <dgm:spPr/>
      <dgm:t>
        <a:bodyPr/>
        <a:lstStyle/>
        <a:p>
          <a:endParaRPr lang="de-AT" sz="4000"/>
        </a:p>
      </dgm:t>
    </dgm:pt>
    <dgm:pt modelId="{752CCD59-44C6-479C-AC1C-6576DC417144}" type="parTrans" cxnId="{B8941292-0CA8-44DA-8C7B-81447657FD67}">
      <dgm:prSet/>
      <dgm:spPr/>
      <dgm:t>
        <a:bodyPr/>
        <a:lstStyle/>
        <a:p>
          <a:endParaRPr lang="de-AT" sz="4000"/>
        </a:p>
      </dgm:t>
    </dgm:pt>
    <dgm:pt modelId="{9A46751B-FC20-4E6A-A344-2172B29125FF}" type="pres">
      <dgm:prSet presAssocID="{D8103A76-D9D1-4975-93D9-D9DB6F7A978E}" presName="Name0" presStyleCnt="0">
        <dgm:presLayoutVars>
          <dgm:dir/>
          <dgm:resizeHandles val="exact"/>
        </dgm:presLayoutVars>
      </dgm:prSet>
      <dgm:spPr/>
    </dgm:pt>
    <dgm:pt modelId="{75A1DD85-D377-4B38-BEDB-6B35BDA44639}" type="pres">
      <dgm:prSet presAssocID="{AD816315-533E-4505-94C6-A0886F27B5BA}" presName="node" presStyleLbl="node1" presStyleIdx="0" presStyleCnt="5" custScaleX="154417">
        <dgm:presLayoutVars>
          <dgm:bulletEnabled val="1"/>
        </dgm:presLayoutVars>
      </dgm:prSet>
      <dgm:spPr/>
    </dgm:pt>
    <dgm:pt modelId="{B1788994-A8F9-41F5-8D6F-AB7020D5EF6F}" type="pres">
      <dgm:prSet presAssocID="{495F338C-B96A-4958-A566-458E3F88EED8}" presName="sibTrans" presStyleLbl="sibTrans2D1" presStyleIdx="0" presStyleCnt="4"/>
      <dgm:spPr/>
    </dgm:pt>
    <dgm:pt modelId="{CA9C0948-6994-4419-A72F-1D2F2CBA6C28}" type="pres">
      <dgm:prSet presAssocID="{495F338C-B96A-4958-A566-458E3F88EED8}" presName="connectorText" presStyleLbl="sibTrans2D1" presStyleIdx="0" presStyleCnt="4"/>
      <dgm:spPr/>
    </dgm:pt>
    <dgm:pt modelId="{AE91CE98-9D2A-49D3-946F-206ABA6C2DE3}" type="pres">
      <dgm:prSet presAssocID="{992842F5-C66D-4F6E-84A0-E6C4A6B0528A}" presName="node" presStyleLbl="node1" presStyleIdx="1" presStyleCnt="5">
        <dgm:presLayoutVars>
          <dgm:bulletEnabled val="1"/>
        </dgm:presLayoutVars>
      </dgm:prSet>
      <dgm:spPr/>
    </dgm:pt>
    <dgm:pt modelId="{6A840977-A864-4624-8AD5-E2DB19433E76}" type="pres">
      <dgm:prSet presAssocID="{5409D866-1C31-46ED-93D8-A006206E560E}" presName="sibTrans" presStyleLbl="sibTrans2D1" presStyleIdx="1" presStyleCnt="4"/>
      <dgm:spPr/>
    </dgm:pt>
    <dgm:pt modelId="{F8A99B90-D9BD-40A5-8ED7-D59684D90047}" type="pres">
      <dgm:prSet presAssocID="{5409D866-1C31-46ED-93D8-A006206E560E}" presName="connectorText" presStyleLbl="sibTrans2D1" presStyleIdx="1" presStyleCnt="4"/>
      <dgm:spPr/>
    </dgm:pt>
    <dgm:pt modelId="{BF01A06A-00B0-497A-A4F1-CD0FE8378C0F}" type="pres">
      <dgm:prSet presAssocID="{F65907C2-CA49-4561-9503-68CF2DE180F6}" presName="node" presStyleLbl="node1" presStyleIdx="2" presStyleCnt="5">
        <dgm:presLayoutVars>
          <dgm:bulletEnabled val="1"/>
        </dgm:presLayoutVars>
      </dgm:prSet>
      <dgm:spPr/>
    </dgm:pt>
    <dgm:pt modelId="{8394E310-8F72-4A93-BA28-70BE4CC307C4}" type="pres">
      <dgm:prSet presAssocID="{DB7561AA-D049-45C5-8227-8D937A3C0877}" presName="sibTrans" presStyleLbl="sibTrans2D1" presStyleIdx="2" presStyleCnt="4"/>
      <dgm:spPr/>
    </dgm:pt>
    <dgm:pt modelId="{A096BCF2-D843-4A82-A54C-D951B6EB2F1B}" type="pres">
      <dgm:prSet presAssocID="{DB7561AA-D049-45C5-8227-8D937A3C0877}" presName="connectorText" presStyleLbl="sibTrans2D1" presStyleIdx="2" presStyleCnt="4"/>
      <dgm:spPr/>
    </dgm:pt>
    <dgm:pt modelId="{63369FD1-71EC-4E7B-9E0A-9CFCA4038F69}" type="pres">
      <dgm:prSet presAssocID="{FCA8AA5D-C2FC-404A-ADEF-CB270465EBBC}" presName="node" presStyleLbl="node1" presStyleIdx="3" presStyleCnt="5" custScaleX="117804">
        <dgm:presLayoutVars>
          <dgm:bulletEnabled val="1"/>
        </dgm:presLayoutVars>
      </dgm:prSet>
      <dgm:spPr/>
    </dgm:pt>
    <dgm:pt modelId="{E9B1F861-5AE8-4997-924C-1B0462D8D388}" type="pres">
      <dgm:prSet presAssocID="{9CAA6400-B1D1-4B19-9A33-D67920AE6CAC}" presName="sibTrans" presStyleLbl="sibTrans2D1" presStyleIdx="3" presStyleCnt="4"/>
      <dgm:spPr/>
    </dgm:pt>
    <dgm:pt modelId="{F090BC86-1DC4-4294-AB80-E90E45ABE8E2}" type="pres">
      <dgm:prSet presAssocID="{9CAA6400-B1D1-4B19-9A33-D67920AE6CAC}" presName="connectorText" presStyleLbl="sibTrans2D1" presStyleIdx="3" presStyleCnt="4"/>
      <dgm:spPr/>
    </dgm:pt>
    <dgm:pt modelId="{0664E7A5-DADB-44A2-ADA8-E7389A6421F0}" type="pres">
      <dgm:prSet presAssocID="{20C3C2D2-6ECD-47B5-A7B8-15F4718116D4}" presName="node" presStyleLbl="node1" presStyleIdx="4" presStyleCnt="5">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927D3901-C1FB-4265-9712-F7F29AB19F6C}" type="presOf" srcId="{5409D866-1C31-46ED-93D8-A006206E560E}" destId="{F8A99B90-D9BD-40A5-8ED7-D59684D90047}" srcOrd="1" destOrd="0" presId="urn:microsoft.com/office/officeart/2005/8/layout/process1"/>
    <dgm:cxn modelId="{79EC881D-80A3-4625-BD22-3DC7D25EA24C}" type="presOf" srcId="{495F338C-B96A-4958-A566-458E3F88EED8}" destId="{CA9C0948-6994-4419-A72F-1D2F2CBA6C28}" srcOrd="1" destOrd="0" presId="urn:microsoft.com/office/officeart/2005/8/layout/process1"/>
    <dgm:cxn modelId="{847FEE2C-C41C-4641-871B-7F2B89C19CC1}" type="presOf" srcId="{F65907C2-CA49-4561-9503-68CF2DE180F6}" destId="{BF01A06A-00B0-497A-A4F1-CD0FE8378C0F}" srcOrd="0" destOrd="0" presId="urn:microsoft.com/office/officeart/2005/8/layout/process1"/>
    <dgm:cxn modelId="{FAC6472E-03B8-4D05-AF44-0D93E00C6C9A}" type="presOf" srcId="{DB7561AA-D049-45C5-8227-8D937A3C0877}" destId="{A096BCF2-D843-4A82-A54C-D951B6EB2F1B}" srcOrd="1" destOrd="0" presId="urn:microsoft.com/office/officeart/2005/8/layout/process1"/>
    <dgm:cxn modelId="{D0097038-1116-4636-B0F7-6BDAE1ACBCD9}" type="presOf" srcId="{DB7561AA-D049-45C5-8227-8D937A3C0877}" destId="{8394E310-8F72-4A93-BA28-70BE4CC307C4}" srcOrd="0" destOrd="0" presId="urn:microsoft.com/office/officeart/2005/8/layout/process1"/>
    <dgm:cxn modelId="{CC3A0363-0E41-4728-8674-3A2F201FDACC}" srcId="{D8103A76-D9D1-4975-93D9-D9DB6F7A978E}" destId="{AD816315-533E-4505-94C6-A0886F27B5BA}" srcOrd="0" destOrd="0" parTransId="{70F5AD27-46FC-49ED-ABC5-784AB9DDCD24}" sibTransId="{495F338C-B96A-4958-A566-458E3F88EED8}"/>
    <dgm:cxn modelId="{8C9CCE69-CAB6-429E-AE96-DB7B379AC056}" type="presOf" srcId="{5409D866-1C31-46ED-93D8-A006206E560E}" destId="{6A840977-A864-4624-8AD5-E2DB19433E76}" srcOrd="0" destOrd="0" presId="urn:microsoft.com/office/officeart/2005/8/layout/process1"/>
    <dgm:cxn modelId="{0D2BBB4A-F89F-4B39-BFBA-6593F3B0E167}" type="presOf" srcId="{495F338C-B96A-4958-A566-458E3F88EED8}" destId="{B1788994-A8F9-41F5-8D6F-AB7020D5EF6F}" srcOrd="0" destOrd="0" presId="urn:microsoft.com/office/officeart/2005/8/layout/process1"/>
    <dgm:cxn modelId="{8D7F0B79-9A15-4B27-B7D0-E9EE5F7F5793}" srcId="{D8103A76-D9D1-4975-93D9-D9DB6F7A978E}" destId="{F65907C2-CA49-4561-9503-68CF2DE180F6}" srcOrd="2" destOrd="0" parTransId="{FF48E334-DB7C-4976-BDCF-2451CB95120F}" sibTransId="{DB7561AA-D049-45C5-8227-8D937A3C0877}"/>
    <dgm:cxn modelId="{D287B27C-3CC1-454B-9F86-A5019FEF9C27}" type="presOf" srcId="{FCA8AA5D-C2FC-404A-ADEF-CB270465EBBC}" destId="{63369FD1-71EC-4E7B-9E0A-9CFCA4038F69}" srcOrd="0" destOrd="0" presId="urn:microsoft.com/office/officeart/2005/8/layout/process1"/>
    <dgm:cxn modelId="{95DD7F8C-196D-4595-B20A-D2927E18E83F}" type="presOf" srcId="{9CAA6400-B1D1-4B19-9A33-D67920AE6CAC}" destId="{E9B1F861-5AE8-4997-924C-1B0462D8D388}" srcOrd="0" destOrd="0" presId="urn:microsoft.com/office/officeart/2005/8/layout/process1"/>
    <dgm:cxn modelId="{B8941292-0CA8-44DA-8C7B-81447657FD67}" srcId="{D8103A76-D9D1-4975-93D9-D9DB6F7A978E}" destId="{20C3C2D2-6ECD-47B5-A7B8-15F4718116D4}" srcOrd="4" destOrd="0" parTransId="{752CCD59-44C6-479C-AC1C-6576DC417144}" sibTransId="{5D74A0C1-8B85-4F8B-B2C4-2E90AA7A1787}"/>
    <dgm:cxn modelId="{9F303992-4227-4D7E-AC72-066DF2953F3E}" type="presOf" srcId="{992842F5-C66D-4F6E-84A0-E6C4A6B0528A}" destId="{AE91CE98-9D2A-49D3-946F-206ABA6C2DE3}" srcOrd="0" destOrd="0" presId="urn:microsoft.com/office/officeart/2005/8/layout/process1"/>
    <dgm:cxn modelId="{B70CE1AC-DDAD-424F-B024-574570E9FB55}" type="presOf" srcId="{20C3C2D2-6ECD-47B5-A7B8-15F4718116D4}" destId="{0664E7A5-DADB-44A2-ADA8-E7389A6421F0}" srcOrd="0" destOrd="0" presId="urn:microsoft.com/office/officeart/2005/8/layout/process1"/>
    <dgm:cxn modelId="{925F0DC3-088C-4865-8938-FB443692741C}" type="presOf" srcId="{9CAA6400-B1D1-4B19-9A33-D67920AE6CAC}" destId="{F090BC86-1DC4-4294-AB80-E90E45ABE8E2}" srcOrd="1" destOrd="0" presId="urn:microsoft.com/office/officeart/2005/8/layout/process1"/>
    <dgm:cxn modelId="{7292D6DB-AB7D-4289-AD4F-D4355E638AF5}" type="presOf" srcId="{AD816315-533E-4505-94C6-A0886F27B5BA}" destId="{75A1DD85-D377-4B38-BEDB-6B35BDA44639}" srcOrd="0" destOrd="0" presId="urn:microsoft.com/office/officeart/2005/8/layout/process1"/>
    <dgm:cxn modelId="{88F73EE0-A05F-4815-8199-5CDE3214376F}" srcId="{D8103A76-D9D1-4975-93D9-D9DB6F7A978E}" destId="{992842F5-C66D-4F6E-84A0-E6C4A6B0528A}" srcOrd="1" destOrd="0" parTransId="{000BCA1E-D8C4-4231-A270-3E17CC53A9A3}" sibTransId="{5409D866-1C31-46ED-93D8-A006206E560E}"/>
    <dgm:cxn modelId="{18225CE1-C6C2-42F5-840F-5293D90E756E}" srcId="{D8103A76-D9D1-4975-93D9-D9DB6F7A978E}" destId="{FCA8AA5D-C2FC-404A-ADEF-CB270465EBBC}" srcOrd="3" destOrd="0" parTransId="{D824AFC2-2288-4D0D-844C-EC0F550F6DB6}" sibTransId="{9CAA6400-B1D1-4B19-9A33-D67920AE6CAC}"/>
    <dgm:cxn modelId="{8F4085D0-CA71-4BCF-A3B7-2BD9EE8273D3}" type="presParOf" srcId="{9A46751B-FC20-4E6A-A344-2172B29125FF}" destId="{75A1DD85-D377-4B38-BEDB-6B35BDA44639}" srcOrd="0" destOrd="0" presId="urn:microsoft.com/office/officeart/2005/8/layout/process1"/>
    <dgm:cxn modelId="{20EA9802-B361-481D-9B17-2EE8BBABA001}" type="presParOf" srcId="{9A46751B-FC20-4E6A-A344-2172B29125FF}" destId="{B1788994-A8F9-41F5-8D6F-AB7020D5EF6F}" srcOrd="1" destOrd="0" presId="urn:microsoft.com/office/officeart/2005/8/layout/process1"/>
    <dgm:cxn modelId="{441576F2-17FB-4562-A610-267DB9C488FF}" type="presParOf" srcId="{B1788994-A8F9-41F5-8D6F-AB7020D5EF6F}" destId="{CA9C0948-6994-4419-A72F-1D2F2CBA6C28}" srcOrd="0" destOrd="0" presId="urn:microsoft.com/office/officeart/2005/8/layout/process1"/>
    <dgm:cxn modelId="{0B372DCA-9D15-4215-BD10-E80D892BC3A1}" type="presParOf" srcId="{9A46751B-FC20-4E6A-A344-2172B29125FF}" destId="{AE91CE98-9D2A-49D3-946F-206ABA6C2DE3}" srcOrd="2" destOrd="0" presId="urn:microsoft.com/office/officeart/2005/8/layout/process1"/>
    <dgm:cxn modelId="{901FD173-172A-4CBD-87F3-4B01388DF198}" type="presParOf" srcId="{9A46751B-FC20-4E6A-A344-2172B29125FF}" destId="{6A840977-A864-4624-8AD5-E2DB19433E76}" srcOrd="3" destOrd="0" presId="urn:microsoft.com/office/officeart/2005/8/layout/process1"/>
    <dgm:cxn modelId="{B0D12C38-F350-4CB9-AA25-F2B3CA692B5F}" type="presParOf" srcId="{6A840977-A864-4624-8AD5-E2DB19433E76}" destId="{F8A99B90-D9BD-40A5-8ED7-D59684D90047}" srcOrd="0" destOrd="0" presId="urn:microsoft.com/office/officeart/2005/8/layout/process1"/>
    <dgm:cxn modelId="{9F709313-E8F0-4186-B73D-637AEFEC47FE}" type="presParOf" srcId="{9A46751B-FC20-4E6A-A344-2172B29125FF}" destId="{BF01A06A-00B0-497A-A4F1-CD0FE8378C0F}" srcOrd="4" destOrd="0" presId="urn:microsoft.com/office/officeart/2005/8/layout/process1"/>
    <dgm:cxn modelId="{B47BED5E-7B9C-4019-B406-A9D5039BA079}" type="presParOf" srcId="{9A46751B-FC20-4E6A-A344-2172B29125FF}" destId="{8394E310-8F72-4A93-BA28-70BE4CC307C4}" srcOrd="5" destOrd="0" presId="urn:microsoft.com/office/officeart/2005/8/layout/process1"/>
    <dgm:cxn modelId="{F57C8CAD-47C9-4ACA-9E05-2F5A48D3A10E}" type="presParOf" srcId="{8394E310-8F72-4A93-BA28-70BE4CC307C4}" destId="{A096BCF2-D843-4A82-A54C-D951B6EB2F1B}" srcOrd="0" destOrd="0" presId="urn:microsoft.com/office/officeart/2005/8/layout/process1"/>
    <dgm:cxn modelId="{F1F5037E-F27A-49FF-BF74-45CB59452757}" type="presParOf" srcId="{9A46751B-FC20-4E6A-A344-2172B29125FF}" destId="{63369FD1-71EC-4E7B-9E0A-9CFCA4038F69}" srcOrd="6" destOrd="0" presId="urn:microsoft.com/office/officeart/2005/8/layout/process1"/>
    <dgm:cxn modelId="{62D630C9-DEED-4A73-A661-9AFB7593ECC1}" type="presParOf" srcId="{9A46751B-FC20-4E6A-A344-2172B29125FF}" destId="{E9B1F861-5AE8-4997-924C-1B0462D8D388}" srcOrd="7" destOrd="0" presId="urn:microsoft.com/office/officeart/2005/8/layout/process1"/>
    <dgm:cxn modelId="{1BC83B5F-24CA-4EB9-8F93-B408FAF24FB2}" type="presParOf" srcId="{E9B1F861-5AE8-4997-924C-1B0462D8D388}" destId="{F090BC86-1DC4-4294-AB80-E90E45ABE8E2}" srcOrd="0" destOrd="0" presId="urn:microsoft.com/office/officeart/2005/8/layout/process1"/>
    <dgm:cxn modelId="{80238FE7-25C8-447C-A640-B97C5805A264}" type="presParOf" srcId="{9A46751B-FC20-4E6A-A344-2172B29125FF}" destId="{0664E7A5-DADB-44A2-ADA8-E7389A6421F0}"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E4735-CFD0-4E60-8BA3-8595F9C25A00}">
      <dsp:nvSpPr>
        <dsp:cNvPr id="0" name=""/>
        <dsp:cNvSpPr/>
      </dsp:nvSpPr>
      <dsp:spPr>
        <a:xfrm>
          <a:off x="628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Model data</a:t>
          </a:r>
        </a:p>
      </dsp:txBody>
      <dsp:txXfrm>
        <a:off x="28558" y="477996"/>
        <a:ext cx="1222765" cy="715842"/>
      </dsp:txXfrm>
    </dsp:sp>
    <dsp:sp modelId="{9FC757E6-BD8D-4D15-9F78-E678A2C58CB4}">
      <dsp:nvSpPr>
        <dsp:cNvPr id="0" name=""/>
        <dsp:cNvSpPr/>
      </dsp:nvSpPr>
      <dsp:spPr>
        <a:xfrm>
          <a:off x="140032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400325" y="741629"/>
        <a:ext cx="188068" cy="188576"/>
      </dsp:txXfrm>
    </dsp:sp>
    <dsp:sp modelId="{5EED1DBE-0BA4-4B65-AF5A-769A02F4E756}">
      <dsp:nvSpPr>
        <dsp:cNvPr id="0" name=""/>
        <dsp:cNvSpPr/>
      </dsp:nvSpPr>
      <dsp:spPr>
        <a:xfrm>
          <a:off x="178051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Validate models</a:t>
          </a:r>
        </a:p>
      </dsp:txBody>
      <dsp:txXfrm>
        <a:off x="1802788" y="477996"/>
        <a:ext cx="1222765" cy="715842"/>
      </dsp:txXfrm>
    </dsp:sp>
    <dsp:sp modelId="{F756F10B-CBE1-4848-B2C7-062F3ACC84CA}">
      <dsp:nvSpPr>
        <dsp:cNvPr id="0" name=""/>
        <dsp:cNvSpPr/>
      </dsp:nvSpPr>
      <dsp:spPr>
        <a:xfrm>
          <a:off x="317455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174555" y="741629"/>
        <a:ext cx="188068" cy="188576"/>
      </dsp:txXfrm>
    </dsp:sp>
    <dsp:sp modelId="{453B0BD3-BB78-4EF4-8C6E-6805561F2F28}">
      <dsp:nvSpPr>
        <dsp:cNvPr id="0" name=""/>
        <dsp:cNvSpPr/>
      </dsp:nvSpPr>
      <dsp:spPr>
        <a:xfrm>
          <a:off x="355474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Evaluate</a:t>
          </a:r>
          <a:br>
            <a:rPr lang="en-GB" sz="2000" kern="1200" dirty="0"/>
          </a:br>
          <a:r>
            <a:rPr lang="en-GB" sz="2000" kern="1200" dirty="0"/>
            <a:t>models</a:t>
          </a:r>
        </a:p>
      </dsp:txBody>
      <dsp:txXfrm>
        <a:off x="3577018" y="477996"/>
        <a:ext cx="1222765" cy="715842"/>
      </dsp:txXfrm>
    </dsp:sp>
    <dsp:sp modelId="{6A9AF9A7-08AC-4EBB-934D-F708CD3C92B7}">
      <dsp:nvSpPr>
        <dsp:cNvPr id="0" name=""/>
        <dsp:cNvSpPr/>
      </dsp:nvSpPr>
      <dsp:spPr>
        <a:xfrm>
          <a:off x="494878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4948785" y="741629"/>
        <a:ext cx="188068" cy="188576"/>
      </dsp:txXfrm>
    </dsp:sp>
    <dsp:sp modelId="{DF227C00-1374-40DA-AADA-FE7D07B3E881}">
      <dsp:nvSpPr>
        <dsp:cNvPr id="0" name=""/>
        <dsp:cNvSpPr/>
      </dsp:nvSpPr>
      <dsp:spPr>
        <a:xfrm>
          <a:off x="5328977" y="455725"/>
          <a:ext cx="1365751"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Documentation</a:t>
          </a:r>
        </a:p>
      </dsp:txBody>
      <dsp:txXfrm>
        <a:off x="5351248" y="477996"/>
        <a:ext cx="1321209" cy="715842"/>
      </dsp:txXfrm>
    </dsp:sp>
    <dsp:sp modelId="{DF583930-8CA5-4976-9CF5-51844FFDFF36}">
      <dsp:nvSpPr>
        <dsp:cNvPr id="0" name=""/>
        <dsp:cNvSpPr/>
      </dsp:nvSpPr>
      <dsp:spPr>
        <a:xfrm>
          <a:off x="6821459"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6821459" y="741629"/>
        <a:ext cx="188068" cy="188576"/>
      </dsp:txXfrm>
    </dsp:sp>
    <dsp:sp modelId="{5AA0AB36-31E6-4AC4-94E5-25ACDAB97CD7}">
      <dsp:nvSpPr>
        <dsp:cNvPr id="0" name=""/>
        <dsp:cNvSpPr/>
      </dsp:nvSpPr>
      <dsp:spPr>
        <a:xfrm>
          <a:off x="7201652" y="455725"/>
          <a:ext cx="1524773"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Summarise findings</a:t>
          </a:r>
        </a:p>
      </dsp:txBody>
      <dsp:txXfrm>
        <a:off x="7223923" y="477996"/>
        <a:ext cx="1480231" cy="7158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A1DD85-D377-4B38-BEDB-6B35BDA44639}">
      <dsp:nvSpPr>
        <dsp:cNvPr id="0" name=""/>
        <dsp:cNvSpPr/>
      </dsp:nvSpPr>
      <dsp:spPr>
        <a:xfrm>
          <a:off x="3075" y="361062"/>
          <a:ext cx="1840331"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Define research questions</a:t>
          </a:r>
        </a:p>
      </dsp:txBody>
      <dsp:txXfrm>
        <a:off x="30891" y="388878"/>
        <a:ext cx="1784699" cy="894078"/>
      </dsp:txXfrm>
    </dsp:sp>
    <dsp:sp modelId="{B1788994-A8F9-41F5-8D6F-AB7020D5EF6F}">
      <dsp:nvSpPr>
        <dsp:cNvPr id="0" name=""/>
        <dsp:cNvSpPr/>
      </dsp:nvSpPr>
      <dsp:spPr>
        <a:xfrm>
          <a:off x="196258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962586" y="747248"/>
        <a:ext cx="176862" cy="177338"/>
      </dsp:txXfrm>
    </dsp:sp>
    <dsp:sp modelId="{AE91CE98-9D2A-49D3-946F-206ABA6C2DE3}">
      <dsp:nvSpPr>
        <dsp:cNvPr id="0" name=""/>
        <dsp:cNvSpPr/>
      </dsp:nvSpPr>
      <dsp:spPr>
        <a:xfrm>
          <a:off x="2320124" y="361062"/>
          <a:ext cx="1191793"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Data acqui-sition</a:t>
          </a:r>
        </a:p>
      </dsp:txBody>
      <dsp:txXfrm>
        <a:off x="2347940" y="388878"/>
        <a:ext cx="1136161" cy="894078"/>
      </dsp:txXfrm>
    </dsp:sp>
    <dsp:sp modelId="{6A840977-A864-4624-8AD5-E2DB19433E76}">
      <dsp:nvSpPr>
        <dsp:cNvPr id="0" name=""/>
        <dsp:cNvSpPr/>
      </dsp:nvSpPr>
      <dsp:spPr>
        <a:xfrm>
          <a:off x="3631097"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631097" y="747248"/>
        <a:ext cx="176862" cy="177338"/>
      </dsp:txXfrm>
    </dsp:sp>
    <dsp:sp modelId="{BF01A06A-00B0-497A-A4F1-CD0FE8378C0F}">
      <dsp:nvSpPr>
        <dsp:cNvPr id="0" name=""/>
        <dsp:cNvSpPr/>
      </dsp:nvSpPr>
      <dsp:spPr>
        <a:xfrm>
          <a:off x="3988635"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Import data</a:t>
          </a:r>
        </a:p>
      </dsp:txBody>
      <dsp:txXfrm>
        <a:off x="4016451" y="388878"/>
        <a:ext cx="1136161" cy="894078"/>
      </dsp:txXfrm>
    </dsp:sp>
    <dsp:sp modelId="{8394E310-8F72-4A93-BA28-70BE4CC307C4}">
      <dsp:nvSpPr>
        <dsp:cNvPr id="0" name=""/>
        <dsp:cNvSpPr/>
      </dsp:nvSpPr>
      <dsp:spPr>
        <a:xfrm>
          <a:off x="5299608"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5299608" y="747248"/>
        <a:ext cx="176862" cy="177338"/>
      </dsp:txXfrm>
    </dsp:sp>
    <dsp:sp modelId="{63369FD1-71EC-4E7B-9E0A-9CFCA4038F69}">
      <dsp:nvSpPr>
        <dsp:cNvPr id="0" name=""/>
        <dsp:cNvSpPr/>
      </dsp:nvSpPr>
      <dsp:spPr>
        <a:xfrm>
          <a:off x="5657146" y="361062"/>
          <a:ext cx="1403980"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Explore &amp; validate data</a:t>
          </a:r>
        </a:p>
      </dsp:txBody>
      <dsp:txXfrm>
        <a:off x="5684962" y="388878"/>
        <a:ext cx="1348348" cy="894078"/>
      </dsp:txXfrm>
    </dsp:sp>
    <dsp:sp modelId="{E9B1F861-5AE8-4997-924C-1B0462D8D388}">
      <dsp:nvSpPr>
        <dsp:cNvPr id="0" name=""/>
        <dsp:cNvSpPr/>
      </dsp:nvSpPr>
      <dsp:spPr>
        <a:xfrm>
          <a:off x="718030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7180306" y="747248"/>
        <a:ext cx="176862" cy="177338"/>
      </dsp:txXfrm>
    </dsp:sp>
    <dsp:sp modelId="{0664E7A5-DADB-44A2-ADA8-E7389A6421F0}">
      <dsp:nvSpPr>
        <dsp:cNvPr id="0" name=""/>
        <dsp:cNvSpPr/>
      </dsp:nvSpPr>
      <dsp:spPr>
        <a:xfrm>
          <a:off x="7537844"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Modify data</a:t>
          </a:r>
        </a:p>
      </dsp:txBody>
      <dsp:txXfrm>
        <a:off x="7565660" y="388878"/>
        <a:ext cx="1136161" cy="89407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15F8177-9F15-A215-F3C4-749F9F8A0EDF}"/>
              </a:ext>
            </a:extLst>
          </p:cNvPr>
          <p:cNvSpPr>
            <a:spLocks noGrp="1"/>
          </p:cNvSpPr>
          <p:nvPr>
            <p:ph type="hdr" sz="quarter"/>
          </p:nvPr>
        </p:nvSpPr>
        <p:spPr>
          <a:xfrm>
            <a:off x="477000" y="324000"/>
            <a:ext cx="2952000" cy="216000"/>
          </a:xfrm>
          <a:prstGeom prst="rect">
            <a:avLst/>
          </a:prstGeom>
        </p:spPr>
        <p:txBody>
          <a:bodyPr vert="horz" lIns="0" tIns="0" rIns="0" bIns="0" rtlCol="0"/>
          <a:lstStyle>
            <a:lvl1pPr algn="l">
              <a:defRPr sz="1200"/>
            </a:lvl1pPr>
          </a:lstStyle>
          <a:p>
            <a:endParaRPr lang="de-DE" dirty="0"/>
          </a:p>
        </p:txBody>
      </p:sp>
      <p:sp>
        <p:nvSpPr>
          <p:cNvPr id="4" name="Fußzeilenplatzhalter 3">
            <a:extLst>
              <a:ext uri="{FF2B5EF4-FFF2-40B4-BE49-F238E27FC236}">
                <a16:creationId xmlns:a16="http://schemas.microsoft.com/office/drawing/2014/main" id="{A63E3666-93B0-A358-FB9D-381E2C03CCBC}"/>
              </a:ext>
            </a:extLst>
          </p:cNvPr>
          <p:cNvSpPr>
            <a:spLocks noGrp="1"/>
          </p:cNvSpPr>
          <p:nvPr>
            <p:ph type="ftr" sz="quarter" idx="2"/>
          </p:nvPr>
        </p:nvSpPr>
        <p:spPr>
          <a:xfrm>
            <a:off x="479423" y="8676000"/>
            <a:ext cx="5112000" cy="144000"/>
          </a:xfrm>
          <a:prstGeom prst="rect">
            <a:avLst/>
          </a:prstGeom>
        </p:spPr>
        <p:txBody>
          <a:bodyPr vert="horz" lIns="0" tIns="0" rIns="0" bIns="0" rtlCol="0" anchor="ctr" anchorCtr="0"/>
          <a:lstStyle>
            <a:lvl1pPr algn="l">
              <a:defRPr sz="1200"/>
            </a:lvl1pPr>
          </a:lstStyle>
          <a:p>
            <a:endParaRPr lang="de-DE" sz="800" dirty="0"/>
          </a:p>
        </p:txBody>
      </p:sp>
      <p:sp>
        <p:nvSpPr>
          <p:cNvPr id="5" name="Foliennummernplatzhalter 4">
            <a:extLst>
              <a:ext uri="{FF2B5EF4-FFF2-40B4-BE49-F238E27FC236}">
                <a16:creationId xmlns:a16="http://schemas.microsoft.com/office/drawing/2014/main" id="{151CD7CC-0A62-7BB1-722B-C6E491D37056}"/>
              </a:ext>
            </a:extLst>
          </p:cNvPr>
          <p:cNvSpPr>
            <a:spLocks noGrp="1"/>
          </p:cNvSpPr>
          <p:nvPr>
            <p:ph type="sldNum" sz="quarter" idx="3"/>
          </p:nvPr>
        </p:nvSpPr>
        <p:spPr>
          <a:xfrm>
            <a:off x="5661000" y="8676000"/>
            <a:ext cx="720000" cy="144000"/>
          </a:xfrm>
          <a:prstGeom prst="rect">
            <a:avLst/>
          </a:prstGeom>
        </p:spPr>
        <p:txBody>
          <a:bodyPr vert="horz" lIns="0" tIns="0" rIns="0" bIns="0" rtlCol="0" anchor="ctr" anchorCtr="0"/>
          <a:lstStyle>
            <a:lvl1pPr algn="r">
              <a:defRPr sz="1200"/>
            </a:lvl1pPr>
          </a:lstStyle>
          <a:p>
            <a:fld id="{27294502-B475-4000-8BE3-099734D1677B}" type="slidenum">
              <a:rPr lang="de-DE" sz="800" smtClean="0"/>
              <a:t>‹Nr.›</a:t>
            </a:fld>
            <a:endParaRPr lang="de-DE" sz="800" dirty="0"/>
          </a:p>
        </p:txBody>
      </p:sp>
    </p:spTree>
    <p:extLst>
      <p:ext uri="{BB962C8B-B14F-4D97-AF65-F5344CB8AC3E}">
        <p14:creationId xmlns:p14="http://schemas.microsoft.com/office/powerpoint/2010/main" val="8229968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7000" y="324000"/>
            <a:ext cx="2952000" cy="216000"/>
          </a:xfrm>
          <a:prstGeom prst="rect">
            <a:avLst/>
          </a:prstGeom>
        </p:spPr>
        <p:txBody>
          <a:bodyPr vert="horz" lIns="0" tIns="0" rIns="0" bIns="0" rtlCol="0" anchor="ctr" anchorCtr="0"/>
          <a:lstStyle>
            <a:lvl1pPr algn="l">
              <a:defRPr sz="1200"/>
            </a:lvl1pPr>
          </a:lstStyle>
          <a:p>
            <a:endParaRPr lang="de-DE" dirty="0"/>
          </a:p>
        </p:txBody>
      </p:sp>
      <p:sp>
        <p:nvSpPr>
          <p:cNvPr id="4" name="Folienbildplatzhalter 3"/>
          <p:cNvSpPr>
            <a:spLocks noGrp="1" noRot="1" noChangeAspect="1"/>
          </p:cNvSpPr>
          <p:nvPr>
            <p:ph type="sldImg" idx="2"/>
          </p:nvPr>
        </p:nvSpPr>
        <p:spPr>
          <a:xfrm>
            <a:off x="479425" y="828000"/>
            <a:ext cx="5903913" cy="3320951"/>
          </a:xfrm>
          <a:prstGeom prst="rect">
            <a:avLst/>
          </a:prstGeom>
          <a:noFill/>
          <a:ln w="6350">
            <a:solidFill>
              <a:schemeClr val="bg2"/>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479425" y="4428000"/>
            <a:ext cx="5903913" cy="403200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Fußzeilenplatzhalter 5"/>
          <p:cNvSpPr>
            <a:spLocks noGrp="1"/>
          </p:cNvSpPr>
          <p:nvPr>
            <p:ph type="ftr" sz="quarter" idx="4"/>
          </p:nvPr>
        </p:nvSpPr>
        <p:spPr>
          <a:xfrm>
            <a:off x="477000" y="8685213"/>
            <a:ext cx="5112000" cy="144000"/>
          </a:xfrm>
          <a:prstGeom prst="rect">
            <a:avLst/>
          </a:prstGeom>
        </p:spPr>
        <p:txBody>
          <a:bodyPr vert="horz" lIns="0" tIns="0" rIns="0" bIns="0" rtlCol="0" anchor="ctr" anchorCtr="0"/>
          <a:lstStyle>
            <a:lvl1pPr algn="l">
              <a:defRPr sz="800"/>
            </a:lvl1pPr>
          </a:lstStyle>
          <a:p>
            <a:endParaRPr lang="de-DE" dirty="0"/>
          </a:p>
        </p:txBody>
      </p:sp>
      <p:sp>
        <p:nvSpPr>
          <p:cNvPr id="7" name="Foliennummernplatzhalter 6"/>
          <p:cNvSpPr>
            <a:spLocks noGrp="1"/>
          </p:cNvSpPr>
          <p:nvPr>
            <p:ph type="sldNum" sz="quarter" idx="5"/>
          </p:nvPr>
        </p:nvSpPr>
        <p:spPr>
          <a:xfrm>
            <a:off x="5661000" y="8685213"/>
            <a:ext cx="720000" cy="144000"/>
          </a:xfrm>
          <a:prstGeom prst="rect">
            <a:avLst/>
          </a:prstGeom>
        </p:spPr>
        <p:txBody>
          <a:bodyPr vert="horz" lIns="0" tIns="0" rIns="0" bIns="0" rtlCol="0" anchor="ctr" anchorCtr="0"/>
          <a:lstStyle>
            <a:lvl1pPr algn="r">
              <a:defRPr sz="800"/>
            </a:lvl1pPr>
          </a:lstStyle>
          <a:p>
            <a:fld id="{160CD836-151D-406C-BB8C-1AD153EDB684}" type="slidenum">
              <a:rPr lang="de-DE" smtClean="0"/>
              <a:pPr/>
              <a:t>‹Nr.›</a:t>
            </a:fld>
            <a:endParaRPr lang="de-DE" dirty="0"/>
          </a:p>
        </p:txBody>
      </p:sp>
    </p:spTree>
    <p:extLst>
      <p:ext uri="{BB962C8B-B14F-4D97-AF65-F5344CB8AC3E}">
        <p14:creationId xmlns:p14="http://schemas.microsoft.com/office/powerpoint/2010/main" val="2189108648"/>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600"/>
      </a:spcBef>
      <a:spcAft>
        <a:spcPts val="300"/>
      </a:spcAft>
      <a:defRPr sz="1200" kern="1200">
        <a:solidFill>
          <a:schemeClr val="tx1"/>
        </a:solidFill>
        <a:latin typeface="+mn-lt"/>
        <a:ea typeface="+mn-ea"/>
        <a:cs typeface="+mn-cs"/>
      </a:defRPr>
    </a:lvl1pPr>
    <a:lvl2pPr marL="0" indent="0" algn="l" defTabSz="914400" rtl="0" eaLnBrk="1" latinLnBrk="0" hangingPunct="1">
      <a:lnSpc>
        <a:spcPct val="120000"/>
      </a:lnSpc>
      <a:spcBef>
        <a:spcPts val="1200"/>
      </a:spcBef>
      <a:defRPr sz="1400" b="1" kern="1200">
        <a:solidFill>
          <a:schemeClr val="tx1"/>
        </a:solidFill>
        <a:latin typeface="+mj-lt"/>
        <a:ea typeface="+mn-ea"/>
        <a:cs typeface="+mn-cs"/>
      </a:defRPr>
    </a:lvl2pPr>
    <a:lvl3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3pPr>
    <a:lvl4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4pPr>
    <a:lvl5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5pPr>
    <a:lvl6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6pPr>
    <a:lvl7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a:t>
            </a:fld>
            <a:endParaRPr lang="de-DE" dirty="0"/>
          </a:p>
        </p:txBody>
      </p:sp>
    </p:spTree>
    <p:extLst>
      <p:ext uri="{BB962C8B-B14F-4D97-AF65-F5344CB8AC3E}">
        <p14:creationId xmlns:p14="http://schemas.microsoft.com/office/powerpoint/2010/main" val="151831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17</a:t>
            </a:fld>
            <a:endParaRPr lang="de-DE" dirty="0"/>
          </a:p>
        </p:txBody>
      </p:sp>
    </p:spTree>
    <p:extLst>
      <p:ext uri="{BB962C8B-B14F-4D97-AF65-F5344CB8AC3E}">
        <p14:creationId xmlns:p14="http://schemas.microsoft.com/office/powerpoint/2010/main" val="591430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r>
              <a:rPr lang="en-US" dirty="0"/>
              <a:t>You prefer €1000 (A) over €10 (B) over €0 (C) — continuity says there is some probability p, say 0.98, at which you are indifferent between receiving €10 for certain and a lottery paying €1000 with 98% chance and nothing with 2%</a:t>
            </a:r>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18</a:t>
            </a:fld>
            <a:endParaRPr lang="de-DE" dirty="0"/>
          </a:p>
        </p:txBody>
      </p:sp>
    </p:spTree>
    <p:extLst>
      <p:ext uri="{BB962C8B-B14F-4D97-AF65-F5344CB8AC3E}">
        <p14:creationId xmlns:p14="http://schemas.microsoft.com/office/powerpoint/2010/main" val="3215213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20</a:t>
            </a:fld>
            <a:endParaRPr lang="de-DE" dirty="0"/>
          </a:p>
        </p:txBody>
      </p:sp>
    </p:spTree>
    <p:extLst>
      <p:ext uri="{BB962C8B-B14F-4D97-AF65-F5344CB8AC3E}">
        <p14:creationId xmlns:p14="http://schemas.microsoft.com/office/powerpoint/2010/main" val="3155941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3F8C-495E-605F-50A9-CCFB36E1100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2E7DBF2-10FF-C22F-AE52-8B8FC463EBA3}"/>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0D7728F9-59CC-A970-0C51-3F7F772E512B}"/>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AB990614-9413-932B-E8C4-421A9CB11D34}"/>
              </a:ext>
            </a:extLst>
          </p:cNvPr>
          <p:cNvSpPr>
            <a:spLocks noGrp="1"/>
          </p:cNvSpPr>
          <p:nvPr>
            <p:ph type="sldNum" sz="quarter" idx="5"/>
          </p:nvPr>
        </p:nvSpPr>
        <p:spPr/>
        <p:txBody>
          <a:bodyPr/>
          <a:lstStyle/>
          <a:p>
            <a:fld id="{160CD836-151D-406C-BB8C-1AD153EDB684}" type="slidenum">
              <a:rPr lang="de-DE" smtClean="0"/>
              <a:pPr/>
              <a:t>28</a:t>
            </a:fld>
            <a:endParaRPr lang="de-DE" dirty="0"/>
          </a:p>
        </p:txBody>
      </p:sp>
    </p:spTree>
    <p:extLst>
      <p:ext uri="{BB962C8B-B14F-4D97-AF65-F5344CB8AC3E}">
        <p14:creationId xmlns:p14="http://schemas.microsoft.com/office/powerpoint/2010/main" val="2460598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33</a:t>
            </a:fld>
            <a:endParaRPr lang="de-DE" dirty="0"/>
          </a:p>
        </p:txBody>
      </p:sp>
    </p:spTree>
    <p:extLst>
      <p:ext uri="{BB962C8B-B14F-4D97-AF65-F5344CB8AC3E}">
        <p14:creationId xmlns:p14="http://schemas.microsoft.com/office/powerpoint/2010/main" val="1273237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9AE1-66E4-D5B4-9442-E94D7075A95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AFD9352-E433-708A-21FD-3C2CB4E1694D}"/>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C7638094-32BC-BB89-D441-833DF8B1B0DA}"/>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A7E10807-EC11-7366-6384-D4B7E0A60954}"/>
              </a:ext>
            </a:extLst>
          </p:cNvPr>
          <p:cNvSpPr>
            <a:spLocks noGrp="1"/>
          </p:cNvSpPr>
          <p:nvPr>
            <p:ph type="sldNum" sz="quarter" idx="5"/>
          </p:nvPr>
        </p:nvSpPr>
        <p:spPr/>
        <p:txBody>
          <a:bodyPr/>
          <a:lstStyle/>
          <a:p>
            <a:fld id="{160CD836-151D-406C-BB8C-1AD153EDB684}" type="slidenum">
              <a:rPr lang="de-DE" smtClean="0"/>
              <a:pPr/>
              <a:t>35</a:t>
            </a:fld>
            <a:endParaRPr lang="de-DE" dirty="0"/>
          </a:p>
        </p:txBody>
      </p:sp>
    </p:spTree>
    <p:extLst>
      <p:ext uri="{BB962C8B-B14F-4D97-AF65-F5344CB8AC3E}">
        <p14:creationId xmlns:p14="http://schemas.microsoft.com/office/powerpoint/2010/main" val="1049956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CAE89-5BB4-A4C4-C847-14A7C34E5F9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A8C6451-CCDE-A3DB-4CB4-775DBD33778E}"/>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E533031E-CFBD-500D-71F6-9EBFF7C3DC79}"/>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28DF23AA-D9D7-C114-463A-C9687B32B86F}"/>
              </a:ext>
            </a:extLst>
          </p:cNvPr>
          <p:cNvSpPr>
            <a:spLocks noGrp="1"/>
          </p:cNvSpPr>
          <p:nvPr>
            <p:ph type="sldNum" sz="quarter" idx="5"/>
          </p:nvPr>
        </p:nvSpPr>
        <p:spPr/>
        <p:txBody>
          <a:bodyPr/>
          <a:lstStyle/>
          <a:p>
            <a:fld id="{160CD836-151D-406C-BB8C-1AD153EDB684}" type="slidenum">
              <a:rPr lang="de-DE" smtClean="0"/>
              <a:pPr/>
              <a:t>38</a:t>
            </a:fld>
            <a:endParaRPr lang="de-DE" dirty="0"/>
          </a:p>
        </p:txBody>
      </p:sp>
    </p:spTree>
    <p:extLst>
      <p:ext uri="{BB962C8B-B14F-4D97-AF65-F5344CB8AC3E}">
        <p14:creationId xmlns:p14="http://schemas.microsoft.com/office/powerpoint/2010/main" val="2129937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3C5E-0857-5E05-4DCD-6110133B81F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A7CBBAB-1ED6-DE3F-6109-531D7E51A718}"/>
              </a:ext>
            </a:extLst>
          </p:cNvPr>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a:extLst>
              <a:ext uri="{FF2B5EF4-FFF2-40B4-BE49-F238E27FC236}">
                <a16:creationId xmlns:a16="http://schemas.microsoft.com/office/drawing/2014/main" id="{FFCBA37E-F68A-1DED-15E3-5B30A852FD67}"/>
              </a:ext>
            </a:extLst>
          </p:cNvPr>
          <p:cNvSpPr>
            <a:spLocks noGrp="1"/>
          </p:cNvSpPr>
          <p:nvPr>
            <p:ph type="body" idx="1"/>
          </p:nvPr>
        </p:nvSpPr>
        <p:spPr/>
        <p:txBody>
          <a:bodyPr/>
          <a:lstStyle/>
          <a:p>
            <a:endParaRPr lang="en-GB" dirty="0"/>
          </a:p>
        </p:txBody>
      </p:sp>
      <p:sp>
        <p:nvSpPr>
          <p:cNvPr id="4" name="Foliennummernplatzhalter 3">
            <a:extLst>
              <a:ext uri="{FF2B5EF4-FFF2-40B4-BE49-F238E27FC236}">
                <a16:creationId xmlns:a16="http://schemas.microsoft.com/office/drawing/2014/main" id="{A8B67A64-6885-417F-68DE-F14ED3D2CB07}"/>
              </a:ext>
            </a:extLst>
          </p:cNvPr>
          <p:cNvSpPr>
            <a:spLocks noGrp="1"/>
          </p:cNvSpPr>
          <p:nvPr>
            <p:ph type="sldNum" sz="quarter" idx="5"/>
          </p:nvPr>
        </p:nvSpPr>
        <p:spPr/>
        <p:txBody>
          <a:bodyPr/>
          <a:lstStyle/>
          <a:p>
            <a:fld id="{160CD836-151D-406C-BB8C-1AD153EDB684}" type="slidenum">
              <a:rPr lang="de-DE" smtClean="0"/>
              <a:pPr/>
              <a:t>46</a:t>
            </a:fld>
            <a:endParaRPr lang="de-DE" dirty="0"/>
          </a:p>
        </p:txBody>
      </p:sp>
    </p:spTree>
    <p:extLst>
      <p:ext uri="{BB962C8B-B14F-4D97-AF65-F5344CB8AC3E}">
        <p14:creationId xmlns:p14="http://schemas.microsoft.com/office/powerpoint/2010/main" val="35947250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hyperlink" Target="https://imcfhkrems.sharepoint.com/sites/courseware?lvaid=74909#/studentsattendancecheck"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commons.wikimedia.org/wiki/File:Wassily-kandinsky-stars.jpg" TargetMode="Externa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Intro">
    <p:bg>
      <p:bgPr>
        <a:solidFill>
          <a:schemeClr val="bg2"/>
        </a:solidFill>
        <a:effectLst/>
      </p:bgPr>
    </p:bg>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8F1F7F88-BAC0-9AE2-3D8F-85F032C645A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3576000" y="2088630"/>
            <a:ext cx="5040000" cy="2680740"/>
          </a:xfrm>
          <a:prstGeom prst="rect">
            <a:avLst/>
          </a:prstGeom>
        </p:spPr>
      </p:pic>
    </p:spTree>
    <p:extLst>
      <p:ext uri="{BB962C8B-B14F-4D97-AF65-F5344CB8AC3E}">
        <p14:creationId xmlns:p14="http://schemas.microsoft.com/office/powerpoint/2010/main" val="25641399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prstGeom prst="rect">
            <a:avLst/>
          </a:prstGeom>
          <a:solidFill>
            <a:srgbClr val="E4E7E9"/>
          </a:solidFill>
          <a:ln w="50800">
            <a:solidFill>
              <a:schemeClr val="bg1"/>
            </a:solidFill>
          </a:ln>
          <a:effectLst>
            <a:outerShdw blurRad="254000" dist="107763" dir="2699994" algn="tl">
              <a:prstClr val="black">
                <a:alpha val="40000"/>
              </a:prstClr>
            </a:outerShdw>
          </a:effectLst>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528000" y="2709000"/>
            <a:ext cx="4967326" cy="1440000"/>
          </a:xfrm>
        </p:spPr>
        <p:txBody>
          <a:bodyPr anchor="ctr">
            <a:noAutofit/>
          </a:bodyPr>
          <a:lstStyle>
            <a:lvl1pPr algn="r">
              <a:defRPr sz="32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528000" y="4293000"/>
            <a:ext cx="4967326" cy="720000"/>
          </a:xfrm>
          <a:prstGeom prst="rect">
            <a:avLst/>
          </a:prstGeom>
        </p:spPr>
        <p:txBody>
          <a:bodyPr anchor="ctr">
            <a:noAutofit/>
          </a:bodyPr>
          <a:lstStyle>
            <a:lvl1pPr marL="0" indent="0" algn="r">
              <a:spcBef>
                <a:spcPts val="0"/>
              </a:spcBef>
              <a:spcAft>
                <a:spcPts val="0"/>
              </a:spcAft>
              <a:buNone/>
              <a:defRPr sz="20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528674" y="6021000"/>
            <a:ext cx="4967326" cy="288000"/>
          </a:xfrm>
          <a:prstGeom prst="rect">
            <a:avLst/>
          </a:prstGeom>
        </p:spPr>
        <p:txBody>
          <a:bodyPr>
            <a:noAutofit/>
          </a:bodyPr>
          <a:lstStyle>
            <a:lvl1pPr marL="0" indent="0" algn="r">
              <a:spcBef>
                <a:spcPts val="0"/>
              </a:spcBef>
              <a:spcAft>
                <a:spcPts val="0"/>
              </a:spcAft>
              <a:buFontTx/>
              <a:buNone/>
              <a:defRPr sz="16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Kami Höferl</a:t>
            </a:r>
          </a:p>
        </p:txBody>
      </p:sp>
      <p:pic>
        <p:nvPicPr>
          <p:cNvPr id="7" name="Logo">
            <a:hlinkClick r:id="rId2"/>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10344000" y="621001"/>
            <a:ext cx="1224000" cy="1548976"/>
          </a:xfrm>
          <a:prstGeom prst="rect">
            <a:avLst/>
          </a:prstGeom>
        </p:spPr>
      </p:pic>
    </p:spTree>
    <p:extLst>
      <p:ext uri="{BB962C8B-B14F-4D97-AF65-F5344CB8AC3E}">
        <p14:creationId xmlns:p14="http://schemas.microsoft.com/office/powerpoint/2010/main" val="2772534688"/>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3976" userDrawn="1">
          <p15:clr>
            <a:srgbClr val="FBAE40"/>
          </p15:clr>
        </p15:guide>
        <p15:guide id="3" pos="7242" userDrawn="1">
          <p15:clr>
            <a:srgbClr val="FBAE40"/>
          </p15:clr>
        </p15:guide>
        <p15:guide id="4" orient="horz" pos="197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renner">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C95B4E-4D0C-D73A-1E99-7A95FDCB6C07}"/>
              </a:ext>
            </a:extLst>
          </p:cNvPr>
          <p:cNvSpPr>
            <a:spLocks noGrp="1"/>
          </p:cNvSpPr>
          <p:nvPr>
            <p:ph type="title"/>
          </p:nvPr>
        </p:nvSpPr>
        <p:spPr>
          <a:xfrm>
            <a:off x="3503662" y="1881000"/>
            <a:ext cx="5184675" cy="3096000"/>
          </a:xfrm>
          <a:prstGeom prst="roundRect">
            <a:avLst/>
          </a:prstGeom>
          <a:solidFill>
            <a:schemeClr val="bg1"/>
          </a:solidFill>
          <a:ln w="76200">
            <a:solidFill>
              <a:schemeClr val="tx2"/>
            </a:solidFill>
          </a:ln>
        </p:spPr>
        <p:txBody>
          <a:bodyPr anchor="ctr"/>
          <a:lstStyle>
            <a:lvl1pPr algn="ctr">
              <a:defRPr sz="4400">
                <a:solidFill>
                  <a:schemeClr val="tx2"/>
                </a:solidFill>
              </a:defRPr>
            </a:lvl1pPr>
          </a:lstStyle>
          <a:p>
            <a:r>
              <a:rPr lang="de-DE" dirty="0"/>
              <a:t>Click </a:t>
            </a:r>
            <a:r>
              <a:rPr lang="de-DE" dirty="0" err="1"/>
              <a:t>to</a:t>
            </a:r>
            <a:r>
              <a:rPr lang="de-DE" dirty="0"/>
              <a:t> </a:t>
            </a:r>
            <a:r>
              <a:rPr lang="de-DE" dirty="0" err="1"/>
              <a:t>edit</a:t>
            </a:r>
            <a:r>
              <a:rPr lang="de-DE" dirty="0"/>
              <a:t> Master title style</a:t>
            </a:r>
          </a:p>
        </p:txBody>
      </p:sp>
      <p:sp>
        <p:nvSpPr>
          <p:cNvPr id="2" name="Rechteck 1">
            <a:hlinkClick r:id="rId3"/>
            <a:extLst>
              <a:ext uri="{FF2B5EF4-FFF2-40B4-BE49-F238E27FC236}">
                <a16:creationId xmlns:a16="http://schemas.microsoft.com/office/drawing/2014/main" id="{0A87BDB0-34FB-C93D-D796-04726AAADE87}"/>
              </a:ext>
            </a:extLst>
          </p:cNvPr>
          <p:cNvSpPr/>
          <p:nvPr userDrawn="1"/>
        </p:nvSpPr>
        <p:spPr>
          <a:xfrm>
            <a:off x="296673" y="6560073"/>
            <a:ext cx="4572000" cy="200055"/>
          </a:xfrm>
          <a:prstGeom prst="rect">
            <a:avLst/>
          </a:prstGeom>
        </p:spPr>
        <p:txBody>
          <a:bodyPr>
            <a:spAutoFit/>
          </a:bodyPr>
          <a:lstStyle/>
          <a:p>
            <a:pPr defTabSz="457200"/>
            <a:r>
              <a:rPr lang="de-AT" sz="700" dirty="0">
                <a:solidFill>
                  <a:prstClr val="black">
                    <a:lumMod val="50000"/>
                    <a:lumOff val="50000"/>
                  </a:prstClr>
                </a:solidFill>
                <a:cs typeface="Calibri" panose="020F0502020204030204" pitchFamily="34" charset="0"/>
              </a:rPr>
              <a:t>(Wassily K&amp;insky, CC0, Wikimedia)</a:t>
            </a:r>
          </a:p>
        </p:txBody>
      </p:sp>
    </p:spTree>
    <p:extLst>
      <p:ext uri="{BB962C8B-B14F-4D97-AF65-F5344CB8AC3E}">
        <p14:creationId xmlns:p14="http://schemas.microsoft.com/office/powerpoint/2010/main" val="1433558114"/>
      </p:ext>
    </p:extLst>
  </p:cSld>
  <p:clrMapOvr>
    <a:masterClrMapping/>
  </p:clrMapOvr>
  <p:extLst>
    <p:ext uri="{DCECCB84-F9BA-43D5-87BE-67443E8EF086}">
      <p15:sldGuideLst xmlns:p15="http://schemas.microsoft.com/office/powerpoint/2012/main">
        <p15:guide id="1" orient="horz" pos="1706">
          <p15:clr>
            <a:srgbClr val="FBAE40"/>
          </p15:clr>
        </p15:guide>
        <p15:guide id="2" pos="5473">
          <p15:clr>
            <a:srgbClr val="FBAE40"/>
          </p15:clr>
        </p15:guide>
        <p15:guide id="3" pos="2207">
          <p15:clr>
            <a:srgbClr val="FBAE40"/>
          </p15:clr>
        </p15:guide>
        <p15:guide id="4" orient="horz" pos="2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Ein Inhalt">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74D3227D-CF66-3BD2-DB96-30ED8B37ACEF}"/>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150745D7-A4C0-C2AF-8372-A7A8F52F8206}"/>
              </a:ext>
            </a:extLst>
          </p:cNvPr>
          <p:cNvSpPr>
            <a:spLocks noGrp="1"/>
          </p:cNvSpPr>
          <p:nvPr>
            <p:ph type="title" hasCustomPrompt="1"/>
          </p:nvPr>
        </p:nvSpPr>
        <p:spPr bwMode="gray">
          <a:xfrm>
            <a:off x="695326" y="549000"/>
            <a:ext cx="8928100" cy="792000"/>
          </a:xfrm>
        </p:spPr>
        <p:txBody>
          <a:bodyPr/>
          <a:lstStyle/>
          <a:p>
            <a:r>
              <a:rPr lang="de-DE" noProof="0"/>
              <a:t>Folientitel</a:t>
            </a:r>
            <a:endParaRPr lang="de-DE" noProof="0" dirty="0"/>
          </a:p>
        </p:txBody>
      </p:sp>
      <p:sp>
        <p:nvSpPr>
          <p:cNvPr id="3" name="Inhaltsplatzhalter">
            <a:extLst>
              <a:ext uri="{FF2B5EF4-FFF2-40B4-BE49-F238E27FC236}">
                <a16:creationId xmlns:a16="http://schemas.microsoft.com/office/drawing/2014/main" id="{30AF8B8C-65ED-A652-C3D6-15F54289CA21}"/>
              </a:ext>
            </a:extLst>
          </p:cNvPr>
          <p:cNvSpPr>
            <a:spLocks noGrp="1"/>
          </p:cNvSpPr>
          <p:nvPr>
            <p:ph idx="1" hasCustomPrompt="1"/>
          </p:nvPr>
        </p:nvSpPr>
        <p:spPr bwMode="gray">
          <a:xfrm>
            <a:off x="695324" y="1628999"/>
            <a:ext cx="10800675" cy="4535265"/>
          </a:xfrm>
          <a:prstGeom prst="rect">
            <a:avLst/>
          </a:prstGeom>
        </p:spPr>
        <p:txBody>
          <a:bodyPr anchor="ctr"/>
          <a:lstStyle/>
          <a:p>
            <a:pPr lvl="0"/>
            <a:r>
              <a:rPr lang="de-DE" noProof="0" dirty="0"/>
              <a:t>Das ist ein Fließtext. Nutzen Sie die Schaltflächen „Listenebene erhöhen“ bzw. „verringern“ (auf der Registerlasche „Start“), um die vordefinierten Textformatierungen anzusteuern.</a:t>
            </a:r>
          </a:p>
          <a:p>
            <a:pPr lvl="1"/>
            <a:r>
              <a:rPr lang="de-DE" noProof="0" dirty="0"/>
              <a:t>Zweite Ebene</a:t>
            </a:r>
          </a:p>
          <a:p>
            <a:pPr lvl="2"/>
            <a:r>
              <a:rPr lang="de-DE" noProof="0" dirty="0"/>
              <a:t>Dritte Ebene</a:t>
            </a:r>
          </a:p>
          <a:p>
            <a:pPr lvl="3"/>
            <a:r>
              <a:rPr lang="de-DE" noProof="0" dirty="0"/>
              <a:t>Vierte Ebene</a:t>
            </a:r>
          </a:p>
        </p:txBody>
      </p:sp>
      <p:sp>
        <p:nvSpPr>
          <p:cNvPr id="4" name="Datum">
            <a:extLst>
              <a:ext uri="{FF2B5EF4-FFF2-40B4-BE49-F238E27FC236}">
                <a16:creationId xmlns:a16="http://schemas.microsoft.com/office/drawing/2014/main" id="{ADA380CC-EB11-4907-814A-374A8738070D}"/>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5" name="Fußzeile">
            <a:extLst>
              <a:ext uri="{FF2B5EF4-FFF2-40B4-BE49-F238E27FC236}">
                <a16:creationId xmlns:a16="http://schemas.microsoft.com/office/drawing/2014/main" id="{188A2690-C068-BA18-C8A9-131C0659FB52}"/>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232414894"/>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438" userDrawn="1">
          <p15:clr>
            <a:srgbClr val="FBAE40"/>
          </p15:clr>
        </p15:guide>
        <p15:guide id="3" pos="6062" userDrawn="1">
          <p15:clr>
            <a:srgbClr val="FBAE40"/>
          </p15:clr>
        </p15:guide>
        <p15:guide id="4" orient="horz" pos="388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Ein Inhalt mit Marginali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7056438"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8183562" y="1845000"/>
            <a:ext cx="3313113" cy="4320000"/>
          </a:xfrm>
          <a:prstGeom prst="rect">
            <a:avLst/>
          </a:prstGeom>
        </p:spPr>
        <p:txBody>
          <a:bodyPr anchor="ct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177052816"/>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5155" userDrawn="1">
          <p15:clr>
            <a:srgbClr val="FBAE40"/>
          </p15:clr>
        </p15:guide>
        <p15:guide id="3" pos="438" userDrawn="1">
          <p15:clr>
            <a:srgbClr val="FBAE40"/>
          </p15:clr>
        </p15:guide>
        <p15:guide id="4" pos="4883"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6311900"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888075122"/>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3976" userDrawn="1">
          <p15:clr>
            <a:srgbClr val="FBAE40"/>
          </p15:clr>
        </p15:guide>
        <p15:guide id="3" pos="438" userDrawn="1">
          <p15:clr>
            <a:srgbClr val="FBAE40"/>
          </p15:clr>
        </p15:guide>
        <p15:guide id="4" pos="3704"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Inhalt | 1/3 Bild | Plakativ">
    <p:spTree>
      <p:nvGrpSpPr>
        <p:cNvPr id="1" name=""/>
        <p:cNvGrpSpPr/>
        <p:nvPr/>
      </p:nvGrpSpPr>
      <p:grpSpPr>
        <a:xfrm>
          <a:off x="0" y="0"/>
          <a:ext cx="0" cy="0"/>
          <a:chOff x="0" y="0"/>
          <a:chExt cx="0" cy="0"/>
        </a:xfrm>
      </p:grpSpPr>
      <p:sp>
        <p:nvSpPr>
          <p:cNvPr id="19" name="Seitenzahl">
            <a:extLst>
              <a:ext uri="{FF2B5EF4-FFF2-40B4-BE49-F238E27FC236}">
                <a16:creationId xmlns:a16="http://schemas.microsoft.com/office/drawing/2014/main" id="{1FE84F85-E87D-A7F5-E6B5-FACAE49239DB}"/>
              </a:ext>
              <a:ext uri="{C183D7F6-B498-43B3-948B-1728B52AA6E4}">
                <adec:decorative xmlns:adec="http://schemas.microsoft.com/office/drawing/2017/decorative" val="0"/>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6" y="693000"/>
            <a:ext cx="6553200" cy="1656000"/>
          </a:xfrm>
        </p:spPr>
        <p:txBody>
          <a:bodyPr anchor="ctr" anchorCtr="0"/>
          <a:lstStyle>
            <a:lvl1pPr>
              <a:lnSpc>
                <a:spcPct val="100000"/>
              </a:lnSpc>
              <a:defRPr sz="3600"/>
            </a:lvl1pPr>
          </a:lstStyle>
          <a:p>
            <a:r>
              <a:rPr lang="de-DE"/>
              <a:t>Folientitel</a:t>
            </a:r>
            <a:endParaRPr lang="de-DE" dirty="0"/>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2780999"/>
            <a:ext cx="6553200" cy="3383263"/>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8184000" y="0"/>
            <a:ext cx="4008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7" name="Datum">
            <a:extLst>
              <a:ext uri="{FF2B5EF4-FFF2-40B4-BE49-F238E27FC236}">
                <a16:creationId xmlns:a16="http://schemas.microsoft.com/office/drawing/2014/main" id="{35C59BB5-79BC-E0E7-BA01-48006270CC92}"/>
              </a:ext>
              <a:ext uri="{C183D7F6-B498-43B3-948B-1728B52AA6E4}">
                <adec:decorative xmlns:adec="http://schemas.microsoft.com/office/drawing/2017/decorative" val="1"/>
              </a:ext>
            </a:extLst>
          </p:cNvPr>
          <p:cNvSpPr>
            <a:spLocks noGrp="1"/>
          </p:cNvSpPr>
          <p:nvPr>
            <p:ph type="dt" sz="half" idx="15"/>
          </p:nvPr>
        </p:nvSpPr>
        <p:spPr bwMode="gray"/>
        <p:txBody>
          <a:bodyPr/>
          <a:lstStyle/>
          <a:p>
            <a:endParaRPr lang="de-DE" dirty="0"/>
          </a:p>
        </p:txBody>
      </p:sp>
      <p:sp>
        <p:nvSpPr>
          <p:cNvPr id="18" name="Fußzeile">
            <a:extLst>
              <a:ext uri="{FF2B5EF4-FFF2-40B4-BE49-F238E27FC236}">
                <a16:creationId xmlns:a16="http://schemas.microsoft.com/office/drawing/2014/main" id="{AC3E8207-98FD-1844-85F2-0ACEE244789B}"/>
              </a:ext>
              <a:ext uri="{C183D7F6-B498-43B3-948B-1728B52AA6E4}">
                <adec:decorative xmlns:adec="http://schemas.microsoft.com/office/drawing/2017/decorative" val="1"/>
              </a:ext>
            </a:extLst>
          </p:cNvPr>
          <p:cNvSpPr>
            <a:spLocks noGrp="1"/>
          </p:cNvSpPr>
          <p:nvPr>
            <p:ph type="ftr" sz="quarter" idx="16"/>
          </p:nvPr>
        </p:nvSpPr>
        <p:spPr bwMode="gray">
          <a:xfrm>
            <a:off x="1560000" y="6439500"/>
            <a:ext cx="5688000" cy="144000"/>
          </a:xfrm>
        </p:spPr>
        <p:txBody>
          <a:bodyPr/>
          <a:lstStyle>
            <a:lvl1pPr>
              <a:defRPr/>
            </a:lvl1pPr>
          </a:lstStyle>
          <a:p>
            <a:r>
              <a:rPr lang="de-DE" dirty="0"/>
              <a:t>KMH</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1"/>
            <a:ext cx="504000" cy="516923"/>
          </a:xfrm>
          <a:prstGeom prst="rect">
            <a:avLst/>
          </a:prstGeo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605531153"/>
      </p:ext>
    </p:extLst>
  </p:cSld>
  <p:clrMapOvr>
    <a:masterClrMapping/>
  </p:clrMapOvr>
  <p:extLst>
    <p:ext uri="{DCECCB84-F9BA-43D5-87BE-67443E8EF086}">
      <p15:sldGuideLst xmlns:p15="http://schemas.microsoft.com/office/powerpoint/2012/main">
        <p15:guide id="1" orient="horz" pos="437" userDrawn="1">
          <p15:clr>
            <a:srgbClr val="FBAE40"/>
          </p15:clr>
        </p15:guide>
        <p15:guide id="3" pos="438" userDrawn="1">
          <p15:clr>
            <a:srgbClr val="FBAE40"/>
          </p15:clr>
        </p15:guide>
        <p15:guide id="4" pos="4566" userDrawn="1">
          <p15:clr>
            <a:srgbClr val="FBAE40"/>
          </p15:clr>
        </p15:guide>
        <p15:guide id="5" orient="horz" pos="388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‹Nr.›</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48882"/>
            <a:ext cx="5183188" cy="226472"/>
          </a:xfrm>
          <a:prstGeom prst="rect">
            <a:avLst/>
          </a:prstGeom>
          <a:noFill/>
        </p:spPr>
        <p:txBody>
          <a:bodyPr wrap="square" rtlCol="0" anchor="ctr" anchorCtr="0">
            <a:sp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30099748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65398FD5-9BF3-28FF-7DED-0D9B073604A6}"/>
              </a:ext>
              <a:ext uri="{C183D7F6-B498-43B3-948B-1728B52AA6E4}">
                <adec:decorative xmlns:adec="http://schemas.microsoft.com/office/drawing/2017/decorative" val="0"/>
              </a:ext>
            </a:extLst>
          </p:cNvPr>
          <p:cNvSpPr>
            <a:spLocks noGrp="1"/>
          </p:cNvSpPr>
          <p:nvPr>
            <p:ph type="sldNum" sz="quarter" idx="4"/>
          </p:nvPr>
        </p:nvSpPr>
        <p:spPr bwMode="gray">
          <a:xfrm>
            <a:off x="10992000" y="6439500"/>
            <a:ext cx="504000" cy="144000"/>
          </a:xfrm>
          <a:prstGeom prst="rect">
            <a:avLst/>
          </a:prstGeom>
        </p:spPr>
        <p:txBody>
          <a:bodyPr vert="horz" lIns="0" tIns="0" rIns="0" bIns="0" rtlCol="0" anchor="ctr"/>
          <a:lstStyle>
            <a:lvl1pPr algn="r">
              <a:defRPr sz="800" b="0">
                <a:solidFill>
                  <a:schemeClr val="tx1"/>
                </a:solidFill>
              </a:defRPr>
            </a:lvl1pPr>
          </a:lstStyle>
          <a:p>
            <a:fld id="{D836C0FE-70CA-4950-82D6-CF602CC2B770}" type="slidenum">
              <a:rPr lang="en-GB" smtClean="0"/>
              <a:pPr/>
              <a:t>‹Nr.›</a:t>
            </a:fld>
            <a:endParaRPr lang="en-GB" dirty="0"/>
          </a:p>
        </p:txBody>
      </p:sp>
      <p:sp>
        <p:nvSpPr>
          <p:cNvPr id="2" name="Titelplatzhalter">
            <a:extLst>
              <a:ext uri="{FF2B5EF4-FFF2-40B4-BE49-F238E27FC236}">
                <a16:creationId xmlns:a16="http://schemas.microsoft.com/office/drawing/2014/main" id="{7342B4B8-4BA9-1581-A621-9357C5FCC0CE}"/>
              </a:ext>
            </a:extLst>
          </p:cNvPr>
          <p:cNvSpPr>
            <a:spLocks noGrp="1"/>
          </p:cNvSpPr>
          <p:nvPr>
            <p:ph type="title"/>
          </p:nvPr>
        </p:nvSpPr>
        <p:spPr bwMode="gray">
          <a:xfrm>
            <a:off x="695325" y="549000"/>
            <a:ext cx="9360675" cy="792000"/>
          </a:xfrm>
          <a:prstGeom prst="rect">
            <a:avLst/>
          </a:prstGeom>
        </p:spPr>
        <p:txBody>
          <a:bodyPr vert="horz" lIns="0" tIns="0" rIns="0" bIns="0" rtlCol="0" anchor="t" anchorCtr="0">
            <a:noAutofit/>
          </a:bodyPr>
          <a:lstStyle/>
          <a:p>
            <a:r>
              <a:rPr lang="en-GB" dirty="0" err="1"/>
              <a:t>Titelmasterformat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p:txBody>
      </p:sp>
      <p:sp>
        <p:nvSpPr>
          <p:cNvPr id="4" name="Datum">
            <a:extLst>
              <a:ext uri="{FF2B5EF4-FFF2-40B4-BE49-F238E27FC236}">
                <a16:creationId xmlns:a16="http://schemas.microsoft.com/office/drawing/2014/main" id="{2B378339-9E79-231D-A5AF-97105D3C5200}"/>
              </a:ext>
              <a:ext uri="{C183D7F6-B498-43B3-948B-1728B52AA6E4}">
                <adec:decorative xmlns:adec="http://schemas.microsoft.com/office/drawing/2017/decorative" val="1"/>
              </a:ext>
            </a:extLst>
          </p:cNvPr>
          <p:cNvSpPr>
            <a:spLocks noGrp="1"/>
          </p:cNvSpPr>
          <p:nvPr>
            <p:ph type="dt" sz="half" idx="2"/>
          </p:nvPr>
        </p:nvSpPr>
        <p:spPr bwMode="gray">
          <a:xfrm>
            <a:off x="7176000" y="6439500"/>
            <a:ext cx="3672000" cy="144000"/>
          </a:xfrm>
          <a:prstGeom prst="rect">
            <a:avLst/>
          </a:prstGeom>
        </p:spPr>
        <p:txBody>
          <a:bodyPr vert="horz" lIns="0" tIns="0" rIns="0" bIns="0" rtlCol="0" anchor="ctr"/>
          <a:lstStyle>
            <a:lvl1pPr algn="ctr">
              <a:defRPr sz="800">
                <a:solidFill>
                  <a:schemeClr val="tx1"/>
                </a:solidFill>
              </a:defRPr>
            </a:lvl1pPr>
          </a:lstStyle>
          <a:p>
            <a:endParaRPr lang="en-GB" dirty="0"/>
          </a:p>
        </p:txBody>
      </p:sp>
      <p:sp>
        <p:nvSpPr>
          <p:cNvPr id="5" name="Fußzeile">
            <a:extLst>
              <a:ext uri="{FF2B5EF4-FFF2-40B4-BE49-F238E27FC236}">
                <a16:creationId xmlns:a16="http://schemas.microsoft.com/office/drawing/2014/main" id="{ADFC89BB-31A4-FB0C-2C15-0120E1FE9686}"/>
              </a:ext>
              <a:ext uri="{C183D7F6-B498-43B3-948B-1728B52AA6E4}">
                <adec:decorative xmlns:adec="http://schemas.microsoft.com/office/drawing/2017/decorative" val="1"/>
              </a:ext>
            </a:extLst>
          </p:cNvPr>
          <p:cNvSpPr>
            <a:spLocks noGrp="1"/>
          </p:cNvSpPr>
          <p:nvPr>
            <p:ph type="ftr" sz="quarter" idx="3"/>
          </p:nvPr>
        </p:nvSpPr>
        <p:spPr bwMode="gray">
          <a:xfrm>
            <a:off x="695324" y="6439500"/>
            <a:ext cx="5112675" cy="144000"/>
          </a:xfrm>
          <a:prstGeom prst="rect">
            <a:avLst/>
          </a:prstGeom>
        </p:spPr>
        <p:txBody>
          <a:bodyPr vert="horz" lIns="0" tIns="0" rIns="0" bIns="0" rtlCol="0" anchor="ctr"/>
          <a:lstStyle>
            <a:lvl1pPr algn="l">
              <a:defRPr sz="800">
                <a:solidFill>
                  <a:schemeClr val="tx1"/>
                </a:solidFill>
              </a:defRPr>
            </a:lvl1pPr>
          </a:lstStyle>
          <a:p>
            <a:r>
              <a:rPr lang="en-GB" dirty="0"/>
              <a:t>KMH</a:t>
            </a:r>
          </a:p>
        </p:txBody>
      </p:sp>
      <p:grpSp>
        <p:nvGrpSpPr>
          <p:cNvPr id="57" name="Gruppieren 56">
            <a:extLst>
              <a:ext uri="{FF2B5EF4-FFF2-40B4-BE49-F238E27FC236}">
                <a16:creationId xmlns:a16="http://schemas.microsoft.com/office/drawing/2014/main" id="{70E6F260-5B6B-E6BA-7AE8-C81A29C8C1CE}"/>
              </a:ext>
              <a:ext uri="{C183D7F6-B498-43B3-948B-1728B52AA6E4}">
                <adec:decorative xmlns:adec="http://schemas.microsoft.com/office/drawing/2017/decorative" val="1"/>
              </a:ext>
            </a:extLst>
          </p:cNvPr>
          <p:cNvGrpSpPr/>
          <p:nvPr userDrawn="1"/>
        </p:nvGrpSpPr>
        <p:grpSpPr bwMode="gray">
          <a:xfrm>
            <a:off x="-168000" y="693000"/>
            <a:ext cx="72000" cy="5472000"/>
            <a:chOff x="-168000" y="693000"/>
            <a:chExt cx="72000" cy="5472000"/>
          </a:xfrm>
        </p:grpSpPr>
        <p:cxnSp>
          <p:nvCxnSpPr>
            <p:cNvPr id="58" name="Gerader Verbinder 57">
              <a:extLst>
                <a:ext uri="{FF2B5EF4-FFF2-40B4-BE49-F238E27FC236}">
                  <a16:creationId xmlns:a16="http://schemas.microsoft.com/office/drawing/2014/main" id="{9CE92DE1-673B-26F8-5C3A-038AF76C45EA}"/>
                </a:ext>
              </a:extLst>
            </p:cNvPr>
            <p:cNvCxnSpPr>
              <a:cxnSpLocks/>
            </p:cNvCxnSpPr>
            <p:nvPr userDrawn="1"/>
          </p:nvCxnSpPr>
          <p:spPr bwMode="gray">
            <a:xfrm>
              <a:off x="-168000" y="184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CCFAADA-1A7F-A8B8-E1B1-83852B2604B3}"/>
                </a:ext>
              </a:extLst>
            </p:cNvPr>
            <p:cNvCxnSpPr>
              <a:cxnSpLocks/>
            </p:cNvCxnSpPr>
            <p:nvPr userDrawn="1"/>
          </p:nvCxnSpPr>
          <p:spPr bwMode="gray">
            <a:xfrm>
              <a:off x="-168000" y="616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2FDB1CBD-B743-8109-6C60-DB9675A8178E}"/>
                </a:ext>
              </a:extLst>
            </p:cNvPr>
            <p:cNvCxnSpPr>
              <a:cxnSpLocks/>
            </p:cNvCxnSpPr>
            <p:nvPr userDrawn="1"/>
          </p:nvCxnSpPr>
          <p:spPr bwMode="gray">
            <a:xfrm>
              <a:off x="-168000" y="693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7175DF0B-645D-8CFE-1723-CB46F027CD1D}"/>
              </a:ext>
              <a:ext uri="{C183D7F6-B498-43B3-948B-1728B52AA6E4}">
                <adec:decorative xmlns:adec="http://schemas.microsoft.com/office/drawing/2017/decorative" val="1"/>
              </a:ext>
            </a:extLst>
          </p:cNvPr>
          <p:cNvGrpSpPr/>
          <p:nvPr userDrawn="1"/>
        </p:nvGrpSpPr>
        <p:grpSpPr bwMode="gray">
          <a:xfrm>
            <a:off x="696000" y="-171000"/>
            <a:ext cx="10800000" cy="72000"/>
            <a:chOff x="696000" y="-171000"/>
            <a:chExt cx="10800000" cy="72000"/>
          </a:xfrm>
        </p:grpSpPr>
        <p:cxnSp>
          <p:nvCxnSpPr>
            <p:cNvPr id="62" name="Gerader Verbinder 61">
              <a:extLst>
                <a:ext uri="{FF2B5EF4-FFF2-40B4-BE49-F238E27FC236}">
                  <a16:creationId xmlns:a16="http://schemas.microsoft.com/office/drawing/2014/main" id="{F70F7F1A-06A7-BE9B-CA4E-4F13B09E5D9E}"/>
                </a:ext>
              </a:extLst>
            </p:cNvPr>
            <p:cNvCxnSpPr>
              <a:cxnSpLocks/>
            </p:cNvCxnSpPr>
            <p:nvPr userDrawn="1"/>
          </p:nvCxnSpPr>
          <p:spPr bwMode="gray">
            <a:xfrm>
              <a:off x="6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1D2C61E1-60F0-20D8-92CD-DABDFA5A03EA}"/>
                </a:ext>
              </a:extLst>
            </p:cNvPr>
            <p:cNvCxnSpPr>
              <a:cxnSpLocks/>
            </p:cNvCxnSpPr>
            <p:nvPr userDrawn="1"/>
          </p:nvCxnSpPr>
          <p:spPr bwMode="gray">
            <a:xfrm>
              <a:off x="114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5107475-8CCC-88DC-7EC1-9974CB7A041E}"/>
                </a:ext>
              </a:extLst>
            </p:cNvPr>
            <p:cNvCxnSpPr>
              <a:cxnSpLocks/>
            </p:cNvCxnSpPr>
            <p:nvPr userDrawn="1"/>
          </p:nvCxnSpPr>
          <p:spPr bwMode="gray">
            <a:xfrm>
              <a:off x="213556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90FD98A2-DADB-CF34-9CEA-BE457997C712}"/>
                </a:ext>
              </a:extLst>
            </p:cNvPr>
            <p:cNvCxnSpPr>
              <a:cxnSpLocks/>
            </p:cNvCxnSpPr>
            <p:nvPr userDrawn="1"/>
          </p:nvCxnSpPr>
          <p:spPr bwMode="gray">
            <a:xfrm>
              <a:off x="256766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E21EB5D8-DDEB-2249-B195-4ED838937C74}"/>
                </a:ext>
              </a:extLst>
            </p:cNvPr>
            <p:cNvCxnSpPr>
              <a:cxnSpLocks/>
            </p:cNvCxnSpPr>
            <p:nvPr userDrawn="1"/>
          </p:nvCxnSpPr>
          <p:spPr bwMode="gray">
            <a:xfrm>
              <a:off x="4007763"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9BF006-29C8-C40B-7D2D-6D3D8A6F7C09}"/>
                </a:ext>
              </a:extLst>
            </p:cNvPr>
            <p:cNvCxnSpPr>
              <a:cxnSpLocks/>
            </p:cNvCxnSpPr>
            <p:nvPr userDrawn="1"/>
          </p:nvCxnSpPr>
          <p:spPr bwMode="gray">
            <a:xfrm>
              <a:off x="443987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CC4EBA89-B7C8-BC11-E261-E52950B5A709}"/>
                </a:ext>
              </a:extLst>
            </p:cNvPr>
            <p:cNvCxnSpPr>
              <a:cxnSpLocks/>
            </p:cNvCxnSpPr>
            <p:nvPr userDrawn="1"/>
          </p:nvCxnSpPr>
          <p:spPr bwMode="gray">
            <a:xfrm>
              <a:off x="587997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4084141B-5223-2745-80DB-D9A20AEF7FC1}"/>
                </a:ext>
              </a:extLst>
            </p:cNvPr>
            <p:cNvCxnSpPr>
              <a:cxnSpLocks/>
            </p:cNvCxnSpPr>
            <p:nvPr userDrawn="1"/>
          </p:nvCxnSpPr>
          <p:spPr bwMode="gray">
            <a:xfrm>
              <a:off x="631208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EEE455F4-4B7A-824A-1085-4854FE501E98}"/>
                </a:ext>
              </a:extLst>
            </p:cNvPr>
            <p:cNvCxnSpPr>
              <a:cxnSpLocks/>
            </p:cNvCxnSpPr>
            <p:nvPr userDrawn="1"/>
          </p:nvCxnSpPr>
          <p:spPr bwMode="gray">
            <a:xfrm>
              <a:off x="775218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BA29A306-195C-8694-3DC1-5FBE80F0C697}"/>
                </a:ext>
              </a:extLst>
            </p:cNvPr>
            <p:cNvCxnSpPr>
              <a:cxnSpLocks/>
            </p:cNvCxnSpPr>
            <p:nvPr userDrawn="1"/>
          </p:nvCxnSpPr>
          <p:spPr bwMode="gray">
            <a:xfrm>
              <a:off x="8184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25DC1055-E4A8-2F1E-BDAE-36F9E763476A}"/>
                </a:ext>
              </a:extLst>
            </p:cNvPr>
            <p:cNvCxnSpPr>
              <a:cxnSpLocks/>
            </p:cNvCxnSpPr>
            <p:nvPr userDrawn="1"/>
          </p:nvCxnSpPr>
          <p:spPr bwMode="gray">
            <a:xfrm>
              <a:off x="962439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24FEEFB3-B615-2AC5-0708-72A2CE09D5D2}"/>
                </a:ext>
              </a:extLst>
            </p:cNvPr>
            <p:cNvCxnSpPr>
              <a:cxnSpLocks/>
            </p:cNvCxnSpPr>
            <p:nvPr userDrawn="1"/>
          </p:nvCxnSpPr>
          <p:spPr bwMode="gray">
            <a:xfrm>
              <a:off x="1005649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Logo">
            <a:extLst>
              <a:ext uri="{FF2B5EF4-FFF2-40B4-BE49-F238E27FC236}">
                <a16:creationId xmlns:a16="http://schemas.microsoft.com/office/drawing/2014/main" id="{628A09EA-4660-9CA7-424A-93A27980344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gray">
          <a:xfrm>
            <a:off x="10992001" y="483651"/>
            <a:ext cx="504000" cy="516956"/>
          </a:xfrm>
          <a:prstGeom prst="rect">
            <a:avLst/>
          </a:prstGeom>
        </p:spPr>
      </p:pic>
      <p:sp>
        <p:nvSpPr>
          <p:cNvPr id="9" name="Text Placeholder 8">
            <a:extLst>
              <a:ext uri="{FF2B5EF4-FFF2-40B4-BE49-F238E27FC236}">
                <a16:creationId xmlns:a16="http://schemas.microsoft.com/office/drawing/2014/main" id="{987B8CF3-537D-97EE-9965-1D02748814DC}"/>
              </a:ext>
            </a:extLst>
          </p:cNvPr>
          <p:cNvSpPr>
            <a:spLocks noGrp="1"/>
          </p:cNvSpPr>
          <p:nvPr>
            <p:ph type="body" idx="1"/>
          </p:nvPr>
        </p:nvSpPr>
        <p:spPr>
          <a:xfrm>
            <a:off x="695324" y="1583258"/>
            <a:ext cx="10800676" cy="4593705"/>
          </a:xfrm>
          <a:prstGeom prst="rect">
            <a:avLst/>
          </a:prstGeom>
        </p:spPr>
        <p:txBody>
          <a:bodyPr vert="horz" lIns="91440" tIns="45720" rIns="91440" bIns="45720" rtlCol="0" anchor="ctr">
            <a:normAutofit/>
          </a:bodyPr>
          <a:lstStyle/>
          <a:p>
            <a:pPr lvl="0"/>
            <a:r>
              <a:rPr lang="en-GB" dirty="0"/>
              <a:t>First</a:t>
            </a:r>
          </a:p>
          <a:p>
            <a:pPr lvl="1"/>
            <a:r>
              <a:rPr lang="en-GB" dirty="0"/>
              <a:t>Second</a:t>
            </a:r>
          </a:p>
          <a:p>
            <a:pPr lvl="2"/>
            <a:r>
              <a:rPr lang="en-GB" dirty="0"/>
              <a:t>Third</a:t>
            </a:r>
          </a:p>
          <a:p>
            <a:pPr lvl="3"/>
            <a:r>
              <a:rPr lang="en-GB" dirty="0"/>
              <a:t>Fourth</a:t>
            </a:r>
          </a:p>
        </p:txBody>
      </p:sp>
    </p:spTree>
    <p:extLst>
      <p:ext uri="{BB962C8B-B14F-4D97-AF65-F5344CB8AC3E}">
        <p14:creationId xmlns:p14="http://schemas.microsoft.com/office/powerpoint/2010/main" val="2449632651"/>
      </p:ext>
    </p:extLst>
  </p:cSld>
  <p:clrMap bg1="lt1" tx1="dk1" bg2="lt2" tx2="dk2" accent1="accent1" accent2="accent2" accent3="accent3" accent4="accent4" accent5="accent5" accent6="accent6" hlink="hlink" folHlink="folHlink"/>
  <p:sldLayoutIdLst>
    <p:sldLayoutId id="2147483660" r:id="rId1"/>
    <p:sldLayoutId id="2147483662" r:id="rId2"/>
    <p:sldLayoutId id="2147483701" r:id="rId3"/>
    <p:sldLayoutId id="2147483650" r:id="rId4"/>
    <p:sldLayoutId id="2147483686" r:id="rId5"/>
    <p:sldLayoutId id="2147483652" r:id="rId6"/>
    <p:sldLayoutId id="2147483687" r:id="rId7"/>
    <p:sldLayoutId id="2147483704" r:id="rId8"/>
  </p:sldLayoutIdLst>
  <p:hf hdr="0"/>
  <p:txStyles>
    <p:titleStyle>
      <a:lvl1pPr algn="l" defTabSz="914400" rtl="0" eaLnBrk="1" latinLnBrk="0" hangingPunct="1">
        <a:lnSpc>
          <a:spcPct val="90000"/>
        </a:lnSpc>
        <a:spcBef>
          <a:spcPct val="0"/>
        </a:spcBef>
        <a:buNone/>
        <a:defRPr sz="2800" b="1" kern="1200" spc="0" baseline="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oi.org/10.1515/rem-2016-0020"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s://commons.wikimedia.org/wiki/File:7_Photovoltaik-Anlage_%2810852812476%29.jpg" TargetMode="Externa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hyperlink" Target="https://imcfhkrems.sharepoint.com/sites/IT-Online/SitePages/de/Softwarecatalog.aspx" TargetMode="Externa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8ECA2FC-8EBF-2FBC-EBF2-E347275417F5}"/>
              </a:ext>
            </a:extLst>
          </p:cNvPr>
          <p:cNvSpPr>
            <a:spLocks noGrp="1"/>
          </p:cNvSpPr>
          <p:nvPr>
            <p:ph type="ctrTitle"/>
          </p:nvPr>
        </p:nvSpPr>
        <p:spPr>
          <a:xfrm>
            <a:off x="6260857" y="2709000"/>
            <a:ext cx="5234469" cy="1440000"/>
          </a:xfrm>
        </p:spPr>
        <p:txBody>
          <a:bodyPr/>
          <a:lstStyle/>
          <a:p>
            <a:r>
              <a:rPr lang="en-GB" dirty="0"/>
              <a:t>From Statistics to </a:t>
            </a:r>
            <a:br>
              <a:rPr lang="en-GB" dirty="0"/>
            </a:br>
            <a:r>
              <a:rPr lang="en-GB" dirty="0"/>
              <a:t>Decision Making</a:t>
            </a:r>
          </a:p>
        </p:txBody>
      </p:sp>
      <p:sp>
        <p:nvSpPr>
          <p:cNvPr id="4" name="Untertitel 3">
            <a:extLst>
              <a:ext uri="{FF2B5EF4-FFF2-40B4-BE49-F238E27FC236}">
                <a16:creationId xmlns:a16="http://schemas.microsoft.com/office/drawing/2014/main" id="{F4502378-B236-0724-12B2-56238B51872B}"/>
              </a:ext>
            </a:extLst>
          </p:cNvPr>
          <p:cNvSpPr>
            <a:spLocks noGrp="1"/>
          </p:cNvSpPr>
          <p:nvPr>
            <p:ph type="subTitle" idx="1"/>
          </p:nvPr>
        </p:nvSpPr>
        <p:spPr/>
        <p:txBody>
          <a:bodyPr/>
          <a:lstStyle/>
          <a:p>
            <a:r>
              <a:rPr lang="en-GB" dirty="0"/>
              <a:t>IL “Data and Decision Making”</a:t>
            </a:r>
            <a:br>
              <a:rPr lang="en-GB" dirty="0"/>
            </a:br>
            <a:r>
              <a:rPr lang="en-GB" dirty="0"/>
              <a:t>SS 26</a:t>
            </a:r>
          </a:p>
        </p:txBody>
      </p:sp>
      <p:sp>
        <p:nvSpPr>
          <p:cNvPr id="5" name="Textplatzhalter 4">
            <a:extLst>
              <a:ext uri="{FF2B5EF4-FFF2-40B4-BE49-F238E27FC236}">
                <a16:creationId xmlns:a16="http://schemas.microsoft.com/office/drawing/2014/main" id="{D4CAB6A2-FD2E-0A0E-1E7C-685BDC8AB00A}"/>
              </a:ext>
            </a:extLst>
          </p:cNvPr>
          <p:cNvSpPr>
            <a:spLocks noGrp="1"/>
          </p:cNvSpPr>
          <p:nvPr>
            <p:ph type="body" sz="quarter" idx="10"/>
          </p:nvPr>
        </p:nvSpPr>
        <p:spPr/>
        <p:txBody>
          <a:bodyPr/>
          <a:lstStyle/>
          <a:p>
            <a:r>
              <a:rPr lang="en-GB" dirty="0"/>
              <a:t>Kami Höferl</a:t>
            </a:r>
          </a:p>
        </p:txBody>
      </p:sp>
      <p:pic>
        <p:nvPicPr>
          <p:cNvPr id="6" name="Picture Placeholder 14">
            <a:extLst>
              <a:ext uri="{FF2B5EF4-FFF2-40B4-BE49-F238E27FC236}">
                <a16:creationId xmlns:a16="http://schemas.microsoft.com/office/drawing/2014/main" id="{A4745F24-D207-A9C3-7B8F-2B847985E1BF}"/>
              </a:ext>
            </a:extLst>
          </p:cNvPr>
          <p:cNvPicPr>
            <a:picLocks noChangeAspect="1"/>
          </p:cNvPicPr>
          <p:nvPr/>
        </p:nvPicPr>
        <p:blipFill rotWithShape="1">
          <a:blip r:embed="rId3">
            <a:extLst>
              <a:ext uri="{28A0092B-C50C-407E-A947-70E740481C1C}">
                <a14:useLocalDpi xmlns:a14="http://schemas.microsoft.com/office/drawing/2010/main" val="0"/>
              </a:ext>
            </a:extLst>
          </a:blip>
          <a:srcRect l="27648" r="10344"/>
          <a:stretch>
            <a:fillRect/>
          </a:stretch>
        </p:blipFill>
        <p:spPr bwMode="gray">
          <a:xfrm>
            <a:off x="-528000" y="-86336"/>
            <a:ext cx="6459145" cy="6944335"/>
          </a:xfrm>
          <a:prstGeom prst="rect">
            <a:avLst/>
          </a:prstGeom>
          <a:solidFill>
            <a:srgbClr val="E4E7E9"/>
          </a:solidFill>
          <a:ln w="50800">
            <a:solidFill>
              <a:schemeClr val="bg1"/>
            </a:solidFill>
          </a:ln>
          <a:effectLst>
            <a:outerShdw blurRad="254000" dist="107763" dir="2699994" algn="tl">
              <a:prstClr val="black">
                <a:alpha val="40000"/>
              </a:prstClr>
            </a:outerShdw>
          </a:effectLst>
        </p:spPr>
      </p:pic>
      <p:sp>
        <p:nvSpPr>
          <p:cNvPr id="7" name="Textfeld 6">
            <a:extLst>
              <a:ext uri="{FF2B5EF4-FFF2-40B4-BE49-F238E27FC236}">
                <a16:creationId xmlns:a16="http://schemas.microsoft.com/office/drawing/2014/main" id="{AE42D817-3BF5-0859-ABA5-56BA456FF739}"/>
              </a:ext>
            </a:extLst>
          </p:cNvPr>
          <p:cNvSpPr txBox="1"/>
          <p:nvPr/>
        </p:nvSpPr>
        <p:spPr>
          <a:xfrm>
            <a:off x="120000" y="65250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(MervC, CC-BY-NC 2.0)</a:t>
            </a:r>
          </a:p>
        </p:txBody>
      </p:sp>
      <p:pic>
        <p:nvPicPr>
          <p:cNvPr id="10" name="Picture 9">
            <a:extLst>
              <a:ext uri="{FF2B5EF4-FFF2-40B4-BE49-F238E27FC236}">
                <a16:creationId xmlns:a16="http://schemas.microsoft.com/office/drawing/2014/main" id="{61047E16-0ACD-7593-2BE4-1CAD592D61C1}"/>
              </a:ext>
            </a:extLst>
          </p:cNvPr>
          <p:cNvPicPr>
            <a:picLocks noChangeAspect="1"/>
          </p:cNvPicPr>
          <p:nvPr/>
        </p:nvPicPr>
        <p:blipFill>
          <a:blip r:embed="rId4"/>
          <a:stretch>
            <a:fillRect/>
          </a:stretch>
        </p:blipFill>
        <p:spPr>
          <a:xfrm>
            <a:off x="9696000" y="6061794"/>
            <a:ext cx="490373" cy="223392"/>
          </a:xfrm>
          <a:prstGeom prst="rect">
            <a:avLst/>
          </a:prstGeom>
        </p:spPr>
      </p:pic>
    </p:spTree>
    <p:extLst>
      <p:ext uri="{BB962C8B-B14F-4D97-AF65-F5344CB8AC3E}">
        <p14:creationId xmlns:p14="http://schemas.microsoft.com/office/powerpoint/2010/main" val="1714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D1F21953-5825-54FF-DD84-ED80226FBB1E}"/>
              </a:ext>
            </a:extLst>
          </p:cNvPr>
          <p:cNvSpPr>
            <a:spLocks noGrp="1"/>
          </p:cNvSpPr>
          <p:nvPr>
            <p:ph type="title"/>
          </p:nvPr>
        </p:nvSpPr>
        <p:spPr>
          <a:xfrm>
            <a:off x="695326" y="693000"/>
            <a:ext cx="6553200" cy="648000"/>
          </a:xfrm>
        </p:spPr>
        <p:txBody>
          <a:bodyPr/>
          <a:lstStyle/>
          <a:p>
            <a:r>
              <a:rPr lang="en-GB" dirty="0"/>
              <a:t>Overview</a:t>
            </a:r>
          </a:p>
        </p:txBody>
      </p:sp>
      <p:sp>
        <p:nvSpPr>
          <p:cNvPr id="7" name="Inhaltsplatzhalter 6">
            <a:extLst>
              <a:ext uri="{FF2B5EF4-FFF2-40B4-BE49-F238E27FC236}">
                <a16:creationId xmlns:a16="http://schemas.microsoft.com/office/drawing/2014/main" id="{099EF4D1-C3FA-6B89-E7F8-3935D779FF1D}"/>
              </a:ext>
            </a:extLst>
          </p:cNvPr>
          <p:cNvSpPr>
            <a:spLocks noGrp="1"/>
          </p:cNvSpPr>
          <p:nvPr>
            <p:ph sz="half" idx="1"/>
          </p:nvPr>
        </p:nvSpPr>
        <p:spPr>
          <a:xfrm>
            <a:off x="695325" y="1413001"/>
            <a:ext cx="5832675" cy="4751262"/>
          </a:xfrm>
        </p:spPr>
        <p:txBody>
          <a:bodyPr>
            <a:normAutofit/>
          </a:bodyPr>
          <a:lstStyle/>
          <a:p>
            <a:r>
              <a:rPr lang="en-US" sz="2400" b="1" dirty="0"/>
              <a:t>From Statistics 2 Decision Making</a:t>
            </a:r>
          </a:p>
          <a:p>
            <a:r>
              <a:rPr lang="en-US" sz="2400" b="1" dirty="0"/>
              <a:t>An Exercise in Rationality</a:t>
            </a:r>
          </a:p>
          <a:p>
            <a:r>
              <a:rPr lang="en-US" sz="2400" b="1" dirty="0"/>
              <a:t>A Look at Descriptive Approaches 2 Decision Making</a:t>
            </a:r>
          </a:p>
          <a:p>
            <a:r>
              <a:rPr lang="en-US" sz="2400" b="1" dirty="0"/>
              <a:t>Data-Based Decision Making in Real Life</a:t>
            </a:r>
          </a:p>
          <a:p>
            <a:r>
              <a:rPr lang="en-US" sz="2400" b="1" dirty="0"/>
              <a:t>CBA - The Old Man of Data-Based Decision Making</a:t>
            </a:r>
          </a:p>
          <a:p>
            <a:r>
              <a:rPr lang="en-US" sz="2400" b="1" dirty="0"/>
              <a:t>Your 2. Assignment</a:t>
            </a:r>
            <a:endParaRPr lang="en-GB" sz="2400" b="1" dirty="0"/>
          </a:p>
        </p:txBody>
      </p:sp>
      <p:sp>
        <p:nvSpPr>
          <p:cNvPr id="9" name="Textplatzhalter 8">
            <a:extLst>
              <a:ext uri="{FF2B5EF4-FFF2-40B4-BE49-F238E27FC236}">
                <a16:creationId xmlns:a16="http://schemas.microsoft.com/office/drawing/2014/main" id="{C9C7155B-A456-92AA-517F-BB971C939B2C}"/>
              </a:ext>
            </a:extLst>
          </p:cNvPr>
          <p:cNvSpPr>
            <a:spLocks noGrp="1"/>
          </p:cNvSpPr>
          <p:nvPr>
            <p:ph type="body" sz="quarter" idx="14"/>
          </p:nvPr>
        </p:nvSpPr>
        <p:spPr/>
        <p:txBody>
          <a:bodyPr/>
          <a:lstStyle/>
          <a:p>
            <a:endParaRPr lang="en-GB" dirty="0"/>
          </a:p>
        </p:txBody>
      </p:sp>
      <p:sp>
        <p:nvSpPr>
          <p:cNvPr id="14" name="Textfeld 13">
            <a:extLst>
              <a:ext uri="{FF2B5EF4-FFF2-40B4-BE49-F238E27FC236}">
                <a16:creationId xmlns:a16="http://schemas.microsoft.com/office/drawing/2014/main" id="{FB0825BA-6A02-22EE-1F32-1608C61C8F8D}"/>
              </a:ext>
            </a:extLst>
          </p:cNvPr>
          <p:cNvSpPr txBox="1"/>
          <p:nvPr/>
        </p:nvSpPr>
        <p:spPr>
          <a:xfrm>
            <a:off x="11136000" y="6525000"/>
            <a:ext cx="2448000" cy="189604"/>
          </a:xfrm>
          <a:prstGeom prst="rect">
            <a:avLst/>
          </a:prstGeom>
          <a:noFill/>
        </p:spPr>
        <p:txBody>
          <a:bodyPr wrap="square" lIns="0" tIns="0" rIns="0" bIns="0" rtlCol="0">
            <a:spAutoFit/>
          </a:bodyPr>
          <a:lstStyle/>
          <a:p>
            <a:pPr algn="l">
              <a:lnSpc>
                <a:spcPct val="120000"/>
              </a:lnSpc>
              <a:spcBef>
                <a:spcPts val="800"/>
              </a:spcBef>
            </a:pPr>
            <a:r>
              <a:rPr lang="en-GB" sz="1100" dirty="0">
                <a:solidFill>
                  <a:schemeClr val="bg1"/>
                </a:solidFill>
              </a:rPr>
              <a:t>(Escher, 1961)</a:t>
            </a:r>
          </a:p>
        </p:txBody>
      </p:sp>
      <p:pic>
        <p:nvPicPr>
          <p:cNvPr id="16" name="Picture Placeholder 14">
            <a:extLst>
              <a:ext uri="{FF2B5EF4-FFF2-40B4-BE49-F238E27FC236}">
                <a16:creationId xmlns:a16="http://schemas.microsoft.com/office/drawing/2014/main" id="{7D11AE93-7A82-39E1-F0EF-B8879756C570}"/>
              </a:ext>
            </a:extLst>
          </p:cNvPr>
          <p:cNvPicPr>
            <a:picLocks noGrp="1" noChangeAspect="1"/>
          </p:cNvPicPr>
          <p:nvPr>
            <p:ph type="pic" idx="13"/>
          </p:nvPr>
        </p:nvPicPr>
        <p:blipFill rotWithShape="1">
          <a:blip r:embed="rId2">
            <a:extLst>
              <a:ext uri="{28A0092B-C50C-407E-A947-70E740481C1C}">
                <a14:useLocalDpi xmlns:a14="http://schemas.microsoft.com/office/drawing/2010/main" val="0"/>
              </a:ext>
            </a:extLst>
          </a:blip>
          <a:srcRect l="23098" r="33740"/>
          <a:stretch>
            <a:fillRect/>
          </a:stretch>
        </p:blipFill>
        <p:spPr bwMode="gray">
          <a:xfrm>
            <a:off x="7752001" y="0"/>
            <a:ext cx="4440000" cy="6858000"/>
          </a:xfrm>
          <a:prstGeom prst="rect">
            <a:avLst/>
          </a:prstGeom>
          <a:solidFill>
            <a:srgbClr val="E4E7E9"/>
          </a:solidFill>
          <a:ln w="6350">
            <a:solidFill>
              <a:schemeClr val="tx1"/>
            </a:solidFill>
          </a:ln>
          <a:effectLst>
            <a:outerShdw blurRad="254000" dist="107763" dir="2699994" algn="tl">
              <a:prstClr val="black">
                <a:alpha val="40000"/>
              </a:prstClr>
            </a:outerShdw>
          </a:effectLst>
        </p:spPr>
      </p:pic>
      <p:sp>
        <p:nvSpPr>
          <p:cNvPr id="2" name="Textfeld 1">
            <a:extLst>
              <a:ext uri="{FF2B5EF4-FFF2-40B4-BE49-F238E27FC236}">
                <a16:creationId xmlns:a16="http://schemas.microsoft.com/office/drawing/2014/main" id="{8E685C95-94E5-A5B0-7580-C531D1A59A1E}"/>
              </a:ext>
            </a:extLst>
          </p:cNvPr>
          <p:cNvSpPr txBox="1"/>
          <p:nvPr/>
        </p:nvSpPr>
        <p:spPr>
          <a:xfrm>
            <a:off x="7911724" y="65835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(MervC, CC-BY-NC 2.0)</a:t>
            </a:r>
          </a:p>
        </p:txBody>
      </p:sp>
    </p:spTree>
    <p:extLst>
      <p:ext uri="{BB962C8B-B14F-4D97-AF65-F5344CB8AC3E}">
        <p14:creationId xmlns:p14="http://schemas.microsoft.com/office/powerpoint/2010/main" val="3966956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BC21-B787-DCC6-D89F-6B3CE8839FB5}"/>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97F20A51-265E-6308-1988-B157EBD015A9}"/>
              </a:ext>
            </a:extLst>
          </p:cNvPr>
          <p:cNvSpPr>
            <a:spLocks noGrp="1"/>
          </p:cNvSpPr>
          <p:nvPr>
            <p:ph type="title"/>
          </p:nvPr>
        </p:nvSpPr>
        <p:spPr/>
        <p:txBody>
          <a:bodyPr/>
          <a:lstStyle/>
          <a:p>
            <a:r>
              <a:rPr lang="en-GB" dirty="0"/>
              <a:t>From Statistics</a:t>
            </a:r>
            <a:br>
              <a:rPr lang="en-GB" dirty="0"/>
            </a:br>
            <a:r>
              <a:rPr lang="en-GB" dirty="0"/>
              <a:t>2 </a:t>
            </a:r>
            <a:br>
              <a:rPr lang="en-GB" dirty="0"/>
            </a:br>
            <a:r>
              <a:rPr lang="en-GB" dirty="0"/>
              <a:t>Decision Making</a:t>
            </a:r>
          </a:p>
        </p:txBody>
      </p:sp>
      <p:sp>
        <p:nvSpPr>
          <p:cNvPr id="2" name="Foliennummernplatzhalter 1">
            <a:extLst>
              <a:ext uri="{FF2B5EF4-FFF2-40B4-BE49-F238E27FC236}">
                <a16:creationId xmlns:a16="http://schemas.microsoft.com/office/drawing/2014/main" id="{94C41EBF-8165-9070-CF90-8ADFDB669915}"/>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3</a:t>
            </a:fld>
            <a:endParaRPr lang="en-GB" dirty="0"/>
          </a:p>
        </p:txBody>
      </p:sp>
    </p:spTree>
    <p:extLst>
      <p:ext uri="{BB962C8B-B14F-4D97-AF65-F5344CB8AC3E}">
        <p14:creationId xmlns:p14="http://schemas.microsoft.com/office/powerpoint/2010/main" val="1061715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194E2-B201-E33C-1594-56351F03A3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4F9676-93AC-B435-5F98-486C9E623D38}"/>
              </a:ext>
            </a:extLst>
          </p:cNvPr>
          <p:cNvSpPr>
            <a:spLocks noGrp="1"/>
          </p:cNvSpPr>
          <p:nvPr>
            <p:ph type="sldNum" sz="quarter" idx="12"/>
          </p:nvPr>
        </p:nvSpPr>
        <p:spPr/>
        <p:txBody>
          <a:bodyPr/>
          <a:lstStyle/>
          <a:p>
            <a:fld id="{D836C0FE-70CA-4950-82D6-CF602CC2B770}" type="slidenum">
              <a:rPr lang="en-GB" smtClean="0"/>
              <a:t>4</a:t>
            </a:fld>
            <a:endParaRPr lang="en-GB" dirty="0"/>
          </a:p>
        </p:txBody>
      </p:sp>
      <p:sp>
        <p:nvSpPr>
          <p:cNvPr id="3" name="Title 2">
            <a:extLst>
              <a:ext uri="{FF2B5EF4-FFF2-40B4-BE49-F238E27FC236}">
                <a16:creationId xmlns:a16="http://schemas.microsoft.com/office/drawing/2014/main" id="{9858BA0D-F091-C56C-CB60-5ED945B1E210}"/>
              </a:ext>
            </a:extLst>
          </p:cNvPr>
          <p:cNvSpPr>
            <a:spLocks noGrp="1"/>
          </p:cNvSpPr>
          <p:nvPr>
            <p:ph type="title"/>
          </p:nvPr>
        </p:nvSpPr>
        <p:spPr/>
        <p:txBody>
          <a:bodyPr/>
          <a:lstStyle/>
          <a:p>
            <a:r>
              <a:rPr lang="en-GB" dirty="0"/>
              <a:t>But: Why Data Driven … Everything?</a:t>
            </a:r>
          </a:p>
        </p:txBody>
      </p:sp>
      <p:sp>
        <p:nvSpPr>
          <p:cNvPr id="4" name="Content Placeholder 3">
            <a:extLst>
              <a:ext uri="{FF2B5EF4-FFF2-40B4-BE49-F238E27FC236}">
                <a16:creationId xmlns:a16="http://schemas.microsoft.com/office/drawing/2014/main" id="{CD8491A3-08B7-FA5A-4041-46A2AE1229DF}"/>
              </a:ext>
            </a:extLst>
          </p:cNvPr>
          <p:cNvSpPr>
            <a:spLocks noGrp="1"/>
          </p:cNvSpPr>
          <p:nvPr>
            <p:ph idx="1"/>
          </p:nvPr>
        </p:nvSpPr>
        <p:spPr>
          <a:xfrm>
            <a:off x="695325" y="1628999"/>
            <a:ext cx="7848676" cy="4535265"/>
          </a:xfrm>
        </p:spPr>
        <p:txBody>
          <a:bodyPr>
            <a:normAutofit/>
          </a:bodyPr>
          <a:lstStyle/>
          <a:p>
            <a:pPr marL="0" indent="0">
              <a:buNone/>
            </a:pPr>
            <a:r>
              <a:rPr lang="en-GB" sz="2400" dirty="0"/>
              <a:t>Not Everything: </a:t>
            </a:r>
            <a:r>
              <a:rPr lang="en-GB" sz="2400" b="1" dirty="0"/>
              <a:t>But management</a:t>
            </a:r>
          </a:p>
          <a:p>
            <a:pPr>
              <a:spcAft>
                <a:spcPts val="800"/>
              </a:spcAft>
            </a:pPr>
            <a:r>
              <a:rPr lang="en-GB" sz="2400" dirty="0"/>
              <a:t>“Management is a distinct process consisting of planning, organising, actuating, and controlling, performed to determine and accomplish stated objectives.” (Terry 1953)</a:t>
            </a:r>
          </a:p>
          <a:p>
            <a:pPr>
              <a:spcAft>
                <a:spcPts val="800"/>
              </a:spcAft>
            </a:pPr>
            <a:r>
              <a:rPr lang="en-GB" sz="2400" dirty="0"/>
              <a:t>“To manage is to forecast and plan, to organise, to command, to coordinate and to control.” (Fayol 1916)</a:t>
            </a:r>
          </a:p>
          <a:p>
            <a:pPr>
              <a:spcAft>
                <a:spcPts val="800"/>
              </a:spcAft>
            </a:pPr>
            <a:endParaRPr lang="en-GB" sz="1200" dirty="0"/>
          </a:p>
          <a:p>
            <a:pPr>
              <a:spcAft>
                <a:spcPts val="800"/>
              </a:spcAft>
            </a:pPr>
            <a:r>
              <a:rPr lang="en-GB" sz="2400" b="1" dirty="0">
                <a:solidFill>
                  <a:schemeClr val="tx2"/>
                </a:solidFill>
              </a:rPr>
              <a:t>👉 ideally: based on hard empiric evidence = data</a:t>
            </a:r>
            <a:endParaRPr lang="en-GB" sz="2400" dirty="0">
              <a:solidFill>
                <a:schemeClr val="tx2"/>
              </a:solidFill>
            </a:endParaRPr>
          </a:p>
        </p:txBody>
      </p:sp>
      <p:sp>
        <p:nvSpPr>
          <p:cNvPr id="5" name="Date Placeholder 4">
            <a:extLst>
              <a:ext uri="{FF2B5EF4-FFF2-40B4-BE49-F238E27FC236}">
                <a16:creationId xmlns:a16="http://schemas.microsoft.com/office/drawing/2014/main" id="{C8A8B975-F598-E8F1-9115-DFED11DAB050}"/>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8CB52E1A-3233-FFEE-EA65-8016F8AA5539}"/>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694947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B971AC-0035-3A41-7B45-BD7AD7F9C8AE}"/>
              </a:ext>
            </a:extLst>
          </p:cNvPr>
          <p:cNvSpPr>
            <a:spLocks noGrp="1"/>
          </p:cNvSpPr>
          <p:nvPr>
            <p:ph type="sldNum" sz="quarter" idx="12"/>
          </p:nvPr>
        </p:nvSpPr>
        <p:spPr/>
        <p:txBody>
          <a:bodyPr/>
          <a:lstStyle/>
          <a:p>
            <a:fld id="{D836C0FE-70CA-4950-82D6-CF602CC2B770}" type="slidenum">
              <a:rPr lang="en-GB" smtClean="0"/>
              <a:t>5</a:t>
            </a:fld>
            <a:endParaRPr lang="en-GB" dirty="0"/>
          </a:p>
        </p:txBody>
      </p:sp>
      <p:sp>
        <p:nvSpPr>
          <p:cNvPr id="3" name="Title 2">
            <a:extLst>
              <a:ext uri="{FF2B5EF4-FFF2-40B4-BE49-F238E27FC236}">
                <a16:creationId xmlns:a16="http://schemas.microsoft.com/office/drawing/2014/main" id="{6F470EE4-2BCC-B132-F8BD-903886EB1B05}"/>
              </a:ext>
            </a:extLst>
          </p:cNvPr>
          <p:cNvSpPr>
            <a:spLocks noGrp="1"/>
          </p:cNvSpPr>
          <p:nvPr>
            <p:ph type="title"/>
          </p:nvPr>
        </p:nvSpPr>
        <p:spPr/>
        <p:txBody>
          <a:bodyPr/>
          <a:lstStyle/>
          <a:p>
            <a:r>
              <a:rPr lang="en-GB" dirty="0"/>
              <a:t>But: Why Data Driven … Everything?</a:t>
            </a:r>
          </a:p>
        </p:txBody>
      </p:sp>
      <p:sp>
        <p:nvSpPr>
          <p:cNvPr id="4" name="Content Placeholder 3">
            <a:extLst>
              <a:ext uri="{FF2B5EF4-FFF2-40B4-BE49-F238E27FC236}">
                <a16:creationId xmlns:a16="http://schemas.microsoft.com/office/drawing/2014/main" id="{EF83090B-7B85-CF58-307F-D8C14541463A}"/>
              </a:ext>
            </a:extLst>
          </p:cNvPr>
          <p:cNvSpPr>
            <a:spLocks noGrp="1"/>
          </p:cNvSpPr>
          <p:nvPr>
            <p:ph idx="1"/>
          </p:nvPr>
        </p:nvSpPr>
        <p:spPr>
          <a:xfrm>
            <a:off x="695324" y="1485000"/>
            <a:ext cx="10800675" cy="4535265"/>
          </a:xfrm>
        </p:spPr>
        <p:txBody>
          <a:bodyPr>
            <a:normAutofit fontScale="85000" lnSpcReduction="20000"/>
          </a:bodyPr>
          <a:lstStyle/>
          <a:p>
            <a:r>
              <a:rPr lang="en-GB" dirty="0"/>
              <a:t>Reduces reliance on intuition, hierarchy or anecdote</a:t>
            </a:r>
          </a:p>
          <a:p>
            <a:r>
              <a:rPr lang="en-GB" dirty="0"/>
              <a:t>Improves decision quality through systematic data analysis</a:t>
            </a:r>
          </a:p>
          <a:p>
            <a:r>
              <a:rPr lang="en-GB" dirty="0"/>
              <a:t>Makes assumptions transparent &amp; testable</a:t>
            </a:r>
          </a:p>
          <a:p>
            <a:r>
              <a:rPr lang="en-GB" dirty="0"/>
              <a:t>Helps identify real drivers of performance and risk</a:t>
            </a:r>
          </a:p>
          <a:p>
            <a:r>
              <a:rPr lang="en-GB" dirty="0"/>
              <a:t>Enables evaluation of strategic alternatives before committing resources</a:t>
            </a:r>
          </a:p>
          <a:p>
            <a:r>
              <a:rPr lang="en-GB" dirty="0"/>
              <a:t>Supports learning from past decisions through measurable outcomes</a:t>
            </a:r>
          </a:p>
          <a:p>
            <a:r>
              <a:rPr lang="en-GB" dirty="0"/>
              <a:t>Strengthens accountability towards stakeholders</a:t>
            </a:r>
          </a:p>
          <a:p>
            <a:r>
              <a:rPr lang="en-GB" dirty="0"/>
              <a:t>Increases organisational credibility and legitimacy</a:t>
            </a:r>
          </a:p>
          <a:p>
            <a:r>
              <a:rPr lang="en-GB" dirty="0"/>
              <a:t>Improves adaptability in dynamic and uncertain environments</a:t>
            </a:r>
          </a:p>
          <a:p>
            <a:r>
              <a:rPr lang="en-GB" dirty="0"/>
              <a:t>Aligns strategy with measurable impact rather than opinion</a:t>
            </a:r>
          </a:p>
        </p:txBody>
      </p:sp>
      <p:sp>
        <p:nvSpPr>
          <p:cNvPr id="5" name="Date Placeholder 4">
            <a:extLst>
              <a:ext uri="{FF2B5EF4-FFF2-40B4-BE49-F238E27FC236}">
                <a16:creationId xmlns:a16="http://schemas.microsoft.com/office/drawing/2014/main" id="{5E336C9D-3E7E-F7C1-8032-440FCD838525}"/>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29F06C73-77F5-BB5A-CA6C-FAEF3BA5B1B1}"/>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582338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9D00E777-86DA-B82C-C692-F80EA719084B}"/>
              </a:ext>
            </a:extLst>
          </p:cNvPr>
          <p:cNvSpPr>
            <a:spLocks noGrp="1"/>
          </p:cNvSpPr>
          <p:nvPr>
            <p:ph type="sldNum" sz="quarter" idx="12"/>
          </p:nvPr>
        </p:nvSpPr>
        <p:spPr/>
        <p:txBody>
          <a:bodyPr/>
          <a:lstStyle/>
          <a:p>
            <a:fld id="{D836C0FE-70CA-4950-82D6-CF602CC2B770}" type="slidenum">
              <a:rPr lang="en-GB" smtClean="0"/>
              <a:t>6</a:t>
            </a:fld>
            <a:endParaRPr lang="en-GB" dirty="0"/>
          </a:p>
        </p:txBody>
      </p:sp>
      <p:sp>
        <p:nvSpPr>
          <p:cNvPr id="3" name="Titel 2">
            <a:extLst>
              <a:ext uri="{FF2B5EF4-FFF2-40B4-BE49-F238E27FC236}">
                <a16:creationId xmlns:a16="http://schemas.microsoft.com/office/drawing/2014/main" id="{4D4582AD-8F5B-81E3-133A-24E5CE63EBAC}"/>
              </a:ext>
            </a:extLst>
          </p:cNvPr>
          <p:cNvSpPr>
            <a:spLocks noGrp="1"/>
          </p:cNvSpPr>
          <p:nvPr>
            <p:ph type="title"/>
          </p:nvPr>
        </p:nvSpPr>
        <p:spPr/>
        <p:txBody>
          <a:bodyPr/>
          <a:lstStyle/>
          <a:p>
            <a:r>
              <a:rPr lang="en-GB" dirty="0"/>
              <a:t>Data Driven … Everything?	</a:t>
            </a:r>
          </a:p>
        </p:txBody>
      </p:sp>
      <p:pic>
        <p:nvPicPr>
          <p:cNvPr id="11" name="Content Placeholder 10">
            <a:extLst>
              <a:ext uri="{FF2B5EF4-FFF2-40B4-BE49-F238E27FC236}">
                <a16:creationId xmlns:a16="http://schemas.microsoft.com/office/drawing/2014/main" id="{85219576-4C5A-9430-38EE-C1B4C623BF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0000" y="516750"/>
            <a:ext cx="4320000" cy="5737501"/>
          </a:xfrm>
          <a:ln w="6350">
            <a:solidFill>
              <a:schemeClr val="tx1"/>
            </a:solidFill>
          </a:ln>
          <a:effectLst>
            <a:outerShdw blurRad="254000" dist="107763" dir="2699994" algn="tl">
              <a:prstClr val="black">
                <a:alpha val="40000"/>
              </a:prstClr>
            </a:outerShdw>
          </a:effectLst>
        </p:spPr>
      </p:pic>
      <p:sp>
        <p:nvSpPr>
          <p:cNvPr id="5" name="Datumsplatzhalter 4">
            <a:extLst>
              <a:ext uri="{FF2B5EF4-FFF2-40B4-BE49-F238E27FC236}">
                <a16:creationId xmlns:a16="http://schemas.microsoft.com/office/drawing/2014/main" id="{8F78561A-9F66-B012-DB98-9D626C0BA58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D75FC8E4-095D-6691-B660-EC44A5D1C513}"/>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346317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DEB8-5385-2BED-B386-9C3F150D4CA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4637CC97-552F-07CA-334E-4F9594BE1EB2}"/>
              </a:ext>
            </a:extLst>
          </p:cNvPr>
          <p:cNvSpPr>
            <a:spLocks noGrp="1"/>
          </p:cNvSpPr>
          <p:nvPr>
            <p:ph type="title"/>
          </p:nvPr>
        </p:nvSpPr>
        <p:spPr/>
        <p:txBody>
          <a:bodyPr/>
          <a:lstStyle/>
          <a:p>
            <a:r>
              <a:rPr lang="en-GB" dirty="0"/>
              <a:t>Data Driven … Everything?	</a:t>
            </a:r>
          </a:p>
        </p:txBody>
      </p:sp>
      <p:pic>
        <p:nvPicPr>
          <p:cNvPr id="9" name="Inhaltsplatzhalter 8" descr="Ein Bild, das Text, Handy, Menschliches Gesicht, Screenshot enthält.&#10;&#10;KI-generierte Inhalte können fehlerhaft sein.">
            <a:extLst>
              <a:ext uri="{FF2B5EF4-FFF2-40B4-BE49-F238E27FC236}">
                <a16:creationId xmlns:a16="http://schemas.microsoft.com/office/drawing/2014/main" id="{56F22875-BFD1-6397-CFFC-BF49895934CD}"/>
              </a:ext>
            </a:extLst>
          </p:cNvPr>
          <p:cNvPicPr>
            <a:picLocks noGrp="1" noChangeAspect="1"/>
          </p:cNvPicPr>
          <p:nvPr>
            <p:ph idx="1"/>
          </p:nvPr>
        </p:nvPicPr>
        <p:blipFill>
          <a:blip r:embed="rId2"/>
          <a:stretch>
            <a:fillRect/>
          </a:stretch>
        </p:blipFill>
        <p:spPr bwMode="gray">
          <a:xfrm>
            <a:off x="1522928" y="1844037"/>
            <a:ext cx="9146144" cy="4104964"/>
          </a:xfrm>
          <a:prstGeom prst="rect">
            <a:avLst/>
          </a:prstGeom>
        </p:spPr>
      </p:pic>
      <p:sp>
        <p:nvSpPr>
          <p:cNvPr id="5" name="Datumsplatzhalter 4">
            <a:extLst>
              <a:ext uri="{FF2B5EF4-FFF2-40B4-BE49-F238E27FC236}">
                <a16:creationId xmlns:a16="http://schemas.microsoft.com/office/drawing/2014/main" id="{8D89BDC8-7037-DC4A-96B7-097E992CF23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EBA3F892-FEB2-F96A-3617-F2547FFE68DF}"/>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6673D170-311B-0E44-8C42-CB2E41044E75}"/>
              </a:ext>
            </a:extLst>
          </p:cNvPr>
          <p:cNvSpPr>
            <a:spLocks noGrp="1"/>
          </p:cNvSpPr>
          <p:nvPr>
            <p:ph type="sldNum" sz="quarter" idx="12"/>
          </p:nvPr>
        </p:nvSpPr>
        <p:spPr/>
        <p:txBody>
          <a:bodyPr/>
          <a:lstStyle/>
          <a:p>
            <a:fld id="{D836C0FE-70CA-4950-82D6-CF602CC2B770}" type="slidenum">
              <a:rPr lang="en-GB" smtClean="0"/>
              <a:t>7</a:t>
            </a:fld>
            <a:endParaRPr lang="en-GB" dirty="0"/>
          </a:p>
        </p:txBody>
      </p:sp>
    </p:spTree>
    <p:extLst>
      <p:ext uri="{BB962C8B-B14F-4D97-AF65-F5344CB8AC3E}">
        <p14:creationId xmlns:p14="http://schemas.microsoft.com/office/powerpoint/2010/main" val="2074244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7B2E142-0F97-8638-6CF6-A18D0AF82B51}"/>
              </a:ext>
            </a:extLst>
          </p:cNvPr>
          <p:cNvSpPr>
            <a:spLocks noGrp="1"/>
          </p:cNvSpPr>
          <p:nvPr>
            <p:ph type="sldNum" sz="quarter" idx="12"/>
          </p:nvPr>
        </p:nvSpPr>
        <p:spPr/>
        <p:txBody>
          <a:bodyPr/>
          <a:lstStyle/>
          <a:p>
            <a:fld id="{D836C0FE-70CA-4950-82D6-CF602CC2B770}" type="slidenum">
              <a:rPr lang="en-GB" smtClean="0"/>
              <a:t>8</a:t>
            </a:fld>
            <a:endParaRPr lang="en-GB" dirty="0"/>
          </a:p>
        </p:txBody>
      </p:sp>
      <p:sp>
        <p:nvSpPr>
          <p:cNvPr id="3" name="Titel 2">
            <a:extLst>
              <a:ext uri="{FF2B5EF4-FFF2-40B4-BE49-F238E27FC236}">
                <a16:creationId xmlns:a16="http://schemas.microsoft.com/office/drawing/2014/main" id="{89B430DA-A732-D84B-EE2F-0181142EDA83}"/>
              </a:ext>
            </a:extLst>
          </p:cNvPr>
          <p:cNvSpPr>
            <a:spLocks noGrp="1"/>
          </p:cNvSpPr>
          <p:nvPr>
            <p:ph type="title"/>
          </p:nvPr>
        </p:nvSpPr>
        <p:spPr/>
        <p:txBody>
          <a:bodyPr/>
          <a:lstStyle/>
          <a:p>
            <a:r>
              <a:rPr lang="en-GB" dirty="0"/>
              <a:t>From Statistics to Data Science</a:t>
            </a:r>
          </a:p>
        </p:txBody>
      </p:sp>
      <p:sp>
        <p:nvSpPr>
          <p:cNvPr id="6" name="Datumsplatzhalter 5">
            <a:extLst>
              <a:ext uri="{FF2B5EF4-FFF2-40B4-BE49-F238E27FC236}">
                <a16:creationId xmlns:a16="http://schemas.microsoft.com/office/drawing/2014/main" id="{28177751-CF43-A768-1240-21EA6ACF8152}"/>
              </a:ext>
            </a:extLst>
          </p:cNvPr>
          <p:cNvSpPr>
            <a:spLocks noGrp="1"/>
          </p:cNvSpPr>
          <p:nvPr>
            <p:ph type="dt" sz="half" idx="10"/>
          </p:nvPr>
        </p:nvSpPr>
        <p:spPr/>
        <p:txBody>
          <a:bodyPr/>
          <a:lstStyle/>
          <a:p>
            <a:r>
              <a:rPr lang="en-GB" dirty="0"/>
              <a:t>(Baldassarre, 2016: n.p.)</a:t>
            </a:r>
          </a:p>
        </p:txBody>
      </p:sp>
      <p:sp>
        <p:nvSpPr>
          <p:cNvPr id="7" name="Fußzeilenplatzhalter 6">
            <a:extLst>
              <a:ext uri="{FF2B5EF4-FFF2-40B4-BE49-F238E27FC236}">
                <a16:creationId xmlns:a16="http://schemas.microsoft.com/office/drawing/2014/main" id="{6F279A3D-7509-E270-3BC9-43047DC80E0F}"/>
              </a:ext>
            </a:extLst>
          </p:cNvPr>
          <p:cNvSpPr>
            <a:spLocks noGrp="1"/>
          </p:cNvSpPr>
          <p:nvPr>
            <p:ph type="ftr" sz="quarter" idx="11"/>
          </p:nvPr>
        </p:nvSpPr>
        <p:spPr/>
        <p:txBody>
          <a:bodyPr/>
          <a:lstStyle/>
          <a:p>
            <a:r>
              <a:rPr lang="en-GB" dirty="0"/>
              <a:t>KMH / IMC-Mehrwerttag Jänner 2026</a:t>
            </a:r>
          </a:p>
        </p:txBody>
      </p:sp>
      <p:pic>
        <p:nvPicPr>
          <p:cNvPr id="12" name="Picture 2">
            <a:hlinkClick r:id="rId2"/>
            <a:extLst>
              <a:ext uri="{FF2B5EF4-FFF2-40B4-BE49-F238E27FC236}">
                <a16:creationId xmlns:a16="http://schemas.microsoft.com/office/drawing/2014/main" id="{04F74109-C2B3-6445-0E7C-0C81C9434EF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16877" y="1594581"/>
            <a:ext cx="10152675" cy="4586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705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49605D3-3956-C837-8776-BA885E55B179}"/>
              </a:ext>
            </a:extLst>
          </p:cNvPr>
          <p:cNvSpPr>
            <a:spLocks noGrp="1"/>
          </p:cNvSpPr>
          <p:nvPr>
            <p:ph type="sldNum" sz="quarter" idx="12"/>
          </p:nvPr>
        </p:nvSpPr>
        <p:spPr/>
        <p:txBody>
          <a:bodyPr/>
          <a:lstStyle/>
          <a:p>
            <a:fld id="{D836C0FE-70CA-4950-82D6-CF602CC2B770}" type="slidenum">
              <a:rPr lang="en-GB" smtClean="0"/>
              <a:t>9</a:t>
            </a:fld>
            <a:endParaRPr lang="en-GB" dirty="0"/>
          </a:p>
        </p:txBody>
      </p:sp>
      <p:sp>
        <p:nvSpPr>
          <p:cNvPr id="8" name="Titel 7">
            <a:extLst>
              <a:ext uri="{FF2B5EF4-FFF2-40B4-BE49-F238E27FC236}">
                <a16:creationId xmlns:a16="http://schemas.microsoft.com/office/drawing/2014/main" id="{A83498AE-8FF1-A37B-BDE8-8F1A642A714B}"/>
              </a:ext>
            </a:extLst>
          </p:cNvPr>
          <p:cNvSpPr>
            <a:spLocks noGrp="1"/>
          </p:cNvSpPr>
          <p:nvPr>
            <p:ph type="title"/>
          </p:nvPr>
        </p:nvSpPr>
        <p:spPr/>
        <p:txBody>
          <a:bodyPr/>
          <a:lstStyle/>
          <a:p>
            <a:r>
              <a:rPr lang="en-GB" dirty="0"/>
              <a:t>Statistics vs. Data Science</a:t>
            </a:r>
          </a:p>
        </p:txBody>
      </p:sp>
      <p:sp>
        <p:nvSpPr>
          <p:cNvPr id="9" name="Inhaltsplatzhalter 8">
            <a:extLst>
              <a:ext uri="{FF2B5EF4-FFF2-40B4-BE49-F238E27FC236}">
                <a16:creationId xmlns:a16="http://schemas.microsoft.com/office/drawing/2014/main" id="{309719F5-FB2A-55D8-9A3B-08DA10FFD3CF}"/>
              </a:ext>
            </a:extLst>
          </p:cNvPr>
          <p:cNvSpPr>
            <a:spLocks noGrp="1"/>
          </p:cNvSpPr>
          <p:nvPr>
            <p:ph sz="half" idx="1"/>
          </p:nvPr>
        </p:nvSpPr>
        <p:spPr>
          <a:xfrm>
            <a:off x="695325" y="1593794"/>
            <a:ext cx="4176675" cy="4320000"/>
          </a:xfrm>
        </p:spPr>
        <p:txBody>
          <a:bodyPr anchor="t">
            <a:normAutofit fontScale="92500" lnSpcReduction="20000"/>
          </a:bodyPr>
          <a:lstStyle/>
          <a:p>
            <a:pPr marL="0" indent="0">
              <a:buNone/>
            </a:pPr>
            <a:r>
              <a:rPr lang="en-GB" sz="3000" b="1" dirty="0"/>
              <a:t>Statistics:</a:t>
            </a:r>
          </a:p>
          <a:p>
            <a:r>
              <a:rPr lang="en-GB" sz="2400" dirty="0">
                <a:solidFill>
                  <a:srgbClr val="FF9E1B"/>
                </a:solidFill>
              </a:rPr>
              <a:t>👉 Gaining knowledge &amp; </a:t>
            </a:r>
            <a:br>
              <a:rPr lang="en-GB" sz="2400" dirty="0">
                <a:solidFill>
                  <a:srgbClr val="FF9E1B"/>
                </a:solidFill>
              </a:rPr>
            </a:br>
            <a:r>
              <a:rPr lang="en-GB" sz="2400" dirty="0">
                <a:solidFill>
                  <a:srgbClr val="FF9E1B"/>
                </a:solidFill>
              </a:rPr>
              <a:t>testing hypotheses</a:t>
            </a:r>
          </a:p>
          <a:p>
            <a:r>
              <a:rPr lang="en-GB" sz="2400" dirty="0"/>
              <a:t>Planned data collection  &amp; </a:t>
            </a:r>
            <a:br>
              <a:rPr lang="en-GB" sz="2400" dirty="0"/>
            </a:br>
            <a:r>
              <a:rPr lang="en-GB" sz="2400" dirty="0"/>
              <a:t>sampling design</a:t>
            </a:r>
          </a:p>
          <a:p>
            <a:r>
              <a:rPr lang="en-GB" sz="2400" dirty="0"/>
              <a:t>Explanation of correlations, </a:t>
            </a:r>
            <a:br>
              <a:rPr lang="en-GB" sz="2400" dirty="0"/>
            </a:br>
            <a:r>
              <a:rPr lang="en-GB" sz="2400" dirty="0"/>
              <a:t>causalities and uncertainties</a:t>
            </a:r>
          </a:p>
          <a:p>
            <a:r>
              <a:rPr lang="en-GB" sz="2400" dirty="0"/>
              <a:t>Model-based analysis</a:t>
            </a:r>
          </a:p>
          <a:p>
            <a:r>
              <a:rPr lang="en-GB" sz="2400" dirty="0"/>
              <a:t>Focus on inference, significance &amp; interpretation</a:t>
            </a:r>
          </a:p>
        </p:txBody>
      </p:sp>
      <p:sp>
        <p:nvSpPr>
          <p:cNvPr id="10" name="Inhaltsplatzhalter 9">
            <a:extLst>
              <a:ext uri="{FF2B5EF4-FFF2-40B4-BE49-F238E27FC236}">
                <a16:creationId xmlns:a16="http://schemas.microsoft.com/office/drawing/2014/main" id="{13552E58-05C2-3A99-E53B-3E129A29184C}"/>
              </a:ext>
            </a:extLst>
          </p:cNvPr>
          <p:cNvSpPr>
            <a:spLocks noGrp="1"/>
          </p:cNvSpPr>
          <p:nvPr>
            <p:ph sz="half" idx="2"/>
          </p:nvPr>
        </p:nvSpPr>
        <p:spPr>
          <a:xfrm>
            <a:off x="6311900" y="1593794"/>
            <a:ext cx="5184775" cy="4320000"/>
          </a:xfrm>
        </p:spPr>
        <p:txBody>
          <a:bodyPr anchor="t">
            <a:normAutofit fontScale="92500" lnSpcReduction="20000"/>
          </a:bodyPr>
          <a:lstStyle/>
          <a:p>
            <a:pPr marL="0" indent="0">
              <a:buNone/>
            </a:pPr>
            <a:r>
              <a:rPr lang="en-GB" sz="3000" b="1" dirty="0"/>
              <a:t>Data Science:</a:t>
            </a:r>
          </a:p>
          <a:p>
            <a:r>
              <a:rPr lang="en-GB" sz="2400" dirty="0">
                <a:solidFill>
                  <a:srgbClr val="FF9E1B"/>
                </a:solidFill>
              </a:rPr>
              <a:t>👉 Pattern recognition, prediction &amp; decision support</a:t>
            </a:r>
          </a:p>
          <a:p>
            <a:r>
              <a:rPr lang="en-GB" sz="2400" dirty="0"/>
              <a:t>Use of large, unstructured data sets</a:t>
            </a:r>
          </a:p>
          <a:p>
            <a:r>
              <a:rPr lang="en-GB" sz="2400" dirty="0"/>
              <a:t>Strong emphasis on data validation &amp; exploration</a:t>
            </a:r>
          </a:p>
          <a:p>
            <a:r>
              <a:rPr lang="en-GB" sz="2400" dirty="0"/>
              <a:t>Use of machine learning  &amp;</a:t>
            </a:r>
            <a:br>
              <a:rPr lang="en-GB" sz="2400" dirty="0"/>
            </a:br>
            <a:r>
              <a:rPr lang="en-GB" sz="2400" dirty="0"/>
              <a:t> algorithmic methods</a:t>
            </a:r>
          </a:p>
          <a:p>
            <a:r>
              <a:rPr lang="en-GB" sz="2400" dirty="0"/>
              <a:t>Focus on performance &amp; scalability</a:t>
            </a:r>
          </a:p>
        </p:txBody>
      </p:sp>
      <p:sp>
        <p:nvSpPr>
          <p:cNvPr id="6" name="Datumsplatzhalter 5">
            <a:extLst>
              <a:ext uri="{FF2B5EF4-FFF2-40B4-BE49-F238E27FC236}">
                <a16:creationId xmlns:a16="http://schemas.microsoft.com/office/drawing/2014/main" id="{E5C75A86-ACD8-3053-B966-E3C79F56B8D6}"/>
              </a:ext>
            </a:extLst>
          </p:cNvPr>
          <p:cNvSpPr>
            <a:spLocks noGrp="1"/>
          </p:cNvSpPr>
          <p:nvPr>
            <p:ph type="dt" sz="half" idx="10"/>
          </p:nvPr>
        </p:nvSpPr>
        <p:spPr/>
        <p:txBody>
          <a:bodyPr/>
          <a:lstStyle/>
          <a:p>
            <a:endParaRPr lang="en-GB" dirty="0"/>
          </a:p>
        </p:txBody>
      </p:sp>
      <p:sp>
        <p:nvSpPr>
          <p:cNvPr id="7" name="Fußzeilenplatzhalter 6">
            <a:extLst>
              <a:ext uri="{FF2B5EF4-FFF2-40B4-BE49-F238E27FC236}">
                <a16:creationId xmlns:a16="http://schemas.microsoft.com/office/drawing/2014/main" id="{D5A15213-9144-B7A8-B995-F0F5328CC852}"/>
              </a:ext>
            </a:extLst>
          </p:cNvPr>
          <p:cNvSpPr>
            <a:spLocks noGrp="1"/>
          </p:cNvSpPr>
          <p:nvPr>
            <p:ph type="ftr" sz="quarter" idx="11"/>
          </p:nvPr>
        </p:nvSpPr>
        <p:spPr/>
        <p:txBody>
          <a:bodyPr/>
          <a:lstStyle/>
          <a:p>
            <a:r>
              <a:rPr lang="en-GB" dirty="0"/>
              <a:t>KMH / IMC-Mehrwerttag Jänner 2026</a:t>
            </a:r>
          </a:p>
        </p:txBody>
      </p:sp>
    </p:spTree>
    <p:extLst>
      <p:ext uri="{BB962C8B-B14F-4D97-AF65-F5344CB8AC3E}">
        <p14:creationId xmlns:p14="http://schemas.microsoft.com/office/powerpoint/2010/main" val="3388336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7617C-21AB-C6C4-3159-2BBA165849F9}"/>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847BAE0-E814-17FB-5E49-282C13879DE7}"/>
              </a:ext>
            </a:extLst>
          </p:cNvPr>
          <p:cNvSpPr>
            <a:spLocks noGrp="1"/>
          </p:cNvSpPr>
          <p:nvPr>
            <p:ph type="sldNum" sz="quarter" idx="12"/>
          </p:nvPr>
        </p:nvSpPr>
        <p:spPr/>
        <p:txBody>
          <a:bodyPr/>
          <a:lstStyle/>
          <a:p>
            <a:fld id="{D836C0FE-70CA-4950-82D6-CF602CC2B770}" type="slidenum">
              <a:rPr lang="en-GB" smtClean="0"/>
              <a:t>10</a:t>
            </a:fld>
            <a:endParaRPr lang="en-GB" dirty="0"/>
          </a:p>
        </p:txBody>
      </p:sp>
      <p:sp>
        <p:nvSpPr>
          <p:cNvPr id="3" name="Titel 2">
            <a:extLst>
              <a:ext uri="{FF2B5EF4-FFF2-40B4-BE49-F238E27FC236}">
                <a16:creationId xmlns:a16="http://schemas.microsoft.com/office/drawing/2014/main" id="{006B88EC-733C-8B86-A864-F3A7C5803311}"/>
              </a:ext>
            </a:extLst>
          </p:cNvPr>
          <p:cNvSpPr>
            <a:spLocks noGrp="1"/>
          </p:cNvSpPr>
          <p:nvPr>
            <p:ph type="title"/>
          </p:nvPr>
        </p:nvSpPr>
        <p:spPr>
          <a:xfrm>
            <a:off x="695325" y="549000"/>
            <a:ext cx="10056495" cy="792000"/>
          </a:xfrm>
        </p:spPr>
        <p:txBody>
          <a:bodyPr/>
          <a:lstStyle/>
          <a:p>
            <a:r>
              <a:rPr lang="en-GB" dirty="0"/>
              <a:t>Let`s Start with the Basics (yeah: Statistics)</a:t>
            </a:r>
          </a:p>
        </p:txBody>
      </p:sp>
      <p:sp>
        <p:nvSpPr>
          <p:cNvPr id="6" name="Datumsplatzhalter 5">
            <a:extLst>
              <a:ext uri="{FF2B5EF4-FFF2-40B4-BE49-F238E27FC236}">
                <a16:creationId xmlns:a16="http://schemas.microsoft.com/office/drawing/2014/main" id="{84B38881-10DC-8AD4-F259-52FA055DF357}"/>
              </a:ext>
            </a:extLst>
          </p:cNvPr>
          <p:cNvSpPr>
            <a:spLocks noGrp="1"/>
          </p:cNvSpPr>
          <p:nvPr>
            <p:ph type="dt" sz="half" idx="10"/>
          </p:nvPr>
        </p:nvSpPr>
        <p:spPr/>
        <p:txBody>
          <a:bodyPr/>
          <a:lstStyle/>
          <a:p>
            <a:r>
              <a:rPr lang="en-GB" dirty="0"/>
              <a:t>(Baldassarre, 2016: n.p.)</a:t>
            </a:r>
          </a:p>
        </p:txBody>
      </p:sp>
      <p:sp>
        <p:nvSpPr>
          <p:cNvPr id="7" name="Fußzeilenplatzhalter 6">
            <a:extLst>
              <a:ext uri="{FF2B5EF4-FFF2-40B4-BE49-F238E27FC236}">
                <a16:creationId xmlns:a16="http://schemas.microsoft.com/office/drawing/2014/main" id="{0BE331FA-C897-7724-0898-D97756B837B1}"/>
              </a:ext>
            </a:extLst>
          </p:cNvPr>
          <p:cNvSpPr>
            <a:spLocks noGrp="1"/>
          </p:cNvSpPr>
          <p:nvPr>
            <p:ph type="ftr" sz="quarter" idx="11"/>
          </p:nvPr>
        </p:nvSpPr>
        <p:spPr/>
        <p:txBody>
          <a:bodyPr/>
          <a:lstStyle/>
          <a:p>
            <a:r>
              <a:rPr lang="en-GB" dirty="0"/>
              <a:t>KMH / IMC-Mehrwerttag Jänner 2026</a:t>
            </a:r>
          </a:p>
        </p:txBody>
      </p:sp>
      <p:pic>
        <p:nvPicPr>
          <p:cNvPr id="12" name="Picture 2">
            <a:extLst>
              <a:ext uri="{FF2B5EF4-FFF2-40B4-BE49-F238E27FC236}">
                <a16:creationId xmlns:a16="http://schemas.microsoft.com/office/drawing/2014/main" id="{12852DB0-172F-E21D-D043-11A231D26C7B}"/>
              </a:ext>
            </a:extLst>
          </p:cNvPr>
          <p:cNvPicPr>
            <a:picLocks noGrp="1" noChangeAspect="1" noChangeArrowheads="1"/>
          </p:cNvPicPr>
          <p:nvPr>
            <p:ph sz="half" idx="1"/>
          </p:nvPr>
        </p:nvPicPr>
        <p:blipFill>
          <a:blip r:embed="rId2">
            <a:grayscl/>
            <a:extLst>
              <a:ext uri="{28A0092B-C50C-407E-A947-70E740481C1C}">
                <a14:useLocalDpi xmlns:a14="http://schemas.microsoft.com/office/drawing/2010/main" val="0"/>
              </a:ext>
            </a:extLst>
          </a:blip>
          <a:srcRect/>
          <a:stretch>
            <a:fillRect/>
          </a:stretch>
        </p:blipFill>
        <p:spPr bwMode="auto">
          <a:xfrm>
            <a:off x="1016877" y="1594581"/>
            <a:ext cx="10152675" cy="4586619"/>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abgerundete Ecken 3">
            <a:extLst>
              <a:ext uri="{FF2B5EF4-FFF2-40B4-BE49-F238E27FC236}">
                <a16:creationId xmlns:a16="http://schemas.microsoft.com/office/drawing/2014/main" id="{F5686989-6BF0-B52F-2D7D-0ACAB805BFB9}"/>
              </a:ext>
            </a:extLst>
          </p:cNvPr>
          <p:cNvSpPr/>
          <p:nvPr/>
        </p:nvSpPr>
        <p:spPr>
          <a:xfrm rot="16200000">
            <a:off x="4486157" y="3993680"/>
            <a:ext cx="2160000" cy="1135147"/>
          </a:xfrm>
          <a:prstGeom prst="roundRect">
            <a:avLst/>
          </a:prstGeom>
          <a:ln w="76200" cap="rnd"/>
          <a:effectLst>
            <a:glow rad="127000">
              <a:schemeClr val="bg1"/>
            </a:glow>
          </a:effectLst>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3897242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10A6B7-E82B-9D1A-B950-EDB61E4E92F8}"/>
              </a:ext>
            </a:extLst>
          </p:cNvPr>
          <p:cNvSpPr>
            <a:spLocks noGrp="1"/>
          </p:cNvSpPr>
          <p:nvPr>
            <p:ph type="title"/>
          </p:nvPr>
        </p:nvSpPr>
        <p:spPr/>
        <p:txBody>
          <a:bodyPr/>
          <a:lstStyle/>
          <a:p>
            <a:r>
              <a:rPr lang="en-GB" dirty="0"/>
              <a:t>A typical Workflow</a:t>
            </a:r>
          </a:p>
        </p:txBody>
      </p:sp>
      <p:grpSp>
        <p:nvGrpSpPr>
          <p:cNvPr id="23" name="Group 22">
            <a:extLst>
              <a:ext uri="{FF2B5EF4-FFF2-40B4-BE49-F238E27FC236}">
                <a16:creationId xmlns:a16="http://schemas.microsoft.com/office/drawing/2014/main" id="{E5D36125-7940-3D91-7711-78305E2CA778}"/>
              </a:ext>
            </a:extLst>
          </p:cNvPr>
          <p:cNvGrpSpPr/>
          <p:nvPr/>
        </p:nvGrpSpPr>
        <p:grpSpPr>
          <a:xfrm>
            <a:off x="1577990" y="765000"/>
            <a:ext cx="8766010" cy="5511615"/>
            <a:chOff x="1200000" y="980382"/>
            <a:chExt cx="8766010" cy="5511615"/>
          </a:xfrm>
        </p:grpSpPr>
        <p:graphicFrame>
          <p:nvGraphicFramePr>
            <p:cNvPr id="7" name="Inhaltsplatzhalter 4">
              <a:extLst>
                <a:ext uri="{FF2B5EF4-FFF2-40B4-BE49-F238E27FC236}">
                  <a16:creationId xmlns:a16="http://schemas.microsoft.com/office/drawing/2014/main" id="{5764C9C2-020A-AF27-4EC8-E180A3B51B7D}"/>
                </a:ext>
              </a:extLst>
            </p:cNvPr>
            <p:cNvGraphicFramePr>
              <a:graphicFrameLocks/>
            </p:cNvGraphicFramePr>
            <p:nvPr/>
          </p:nvGraphicFramePr>
          <p:xfrm>
            <a:off x="1200000" y="4366219"/>
            <a:ext cx="8732713" cy="1671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Pfeil: gebogen 8">
              <a:extLst>
                <a:ext uri="{FF2B5EF4-FFF2-40B4-BE49-F238E27FC236}">
                  <a16:creationId xmlns:a16="http://schemas.microsoft.com/office/drawing/2014/main" id="{84B7352B-E6B9-6986-1DAB-E30A346766A9}"/>
                </a:ext>
              </a:extLst>
            </p:cNvPr>
            <p:cNvSpPr/>
            <p:nvPr/>
          </p:nvSpPr>
          <p:spPr>
            <a:xfrm rot="5400000" flipV="1">
              <a:off x="3007257" y="2249551"/>
              <a:ext cx="1100043" cy="3997398"/>
            </a:xfrm>
            <a:prstGeom prst="bentArrow">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sp>
          <p:nvSpPr>
            <p:cNvPr id="9" name="Pfeil: gebogen 7">
              <a:extLst>
                <a:ext uri="{FF2B5EF4-FFF2-40B4-BE49-F238E27FC236}">
                  <a16:creationId xmlns:a16="http://schemas.microsoft.com/office/drawing/2014/main" id="{97E1282E-B62F-30B2-22A9-F130659CA012}"/>
                </a:ext>
              </a:extLst>
            </p:cNvPr>
            <p:cNvSpPr/>
            <p:nvPr/>
          </p:nvSpPr>
          <p:spPr>
            <a:xfrm rot="10800000">
              <a:off x="5338016" y="2957876"/>
              <a:ext cx="4176464" cy="1147029"/>
            </a:xfrm>
            <a:prstGeom prst="bentArrow">
              <a:avLst>
                <a:gd name="adj1" fmla="val 25000"/>
                <a:gd name="adj2" fmla="val 22939"/>
                <a:gd name="adj3" fmla="val 25000"/>
                <a:gd name="adj4" fmla="val 47213"/>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graphicFrame>
          <p:nvGraphicFramePr>
            <p:cNvPr id="10" name="Inhaltsplatzhalter 4">
              <a:extLst>
                <a:ext uri="{FF2B5EF4-FFF2-40B4-BE49-F238E27FC236}">
                  <a16:creationId xmlns:a16="http://schemas.microsoft.com/office/drawing/2014/main" id="{73106FFD-60A8-EF26-90BE-FD235415C964}"/>
                </a:ext>
              </a:extLst>
            </p:cNvPr>
            <p:cNvGraphicFramePr>
              <a:graphicFrameLocks/>
            </p:cNvGraphicFramePr>
            <p:nvPr/>
          </p:nvGraphicFramePr>
          <p:xfrm>
            <a:off x="1200000" y="1882372"/>
            <a:ext cx="8732713" cy="16718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Textfeld 2">
              <a:extLst>
                <a:ext uri="{FF2B5EF4-FFF2-40B4-BE49-F238E27FC236}">
                  <a16:creationId xmlns:a16="http://schemas.microsoft.com/office/drawing/2014/main" id="{D5E6D71A-498C-0EA2-2439-75932AA5A808}"/>
                </a:ext>
              </a:extLst>
            </p:cNvPr>
            <p:cNvSpPr txBox="1"/>
            <p:nvPr/>
          </p:nvSpPr>
          <p:spPr>
            <a:xfrm>
              <a:off x="3611759" y="1719046"/>
              <a:ext cx="1152128" cy="461665"/>
            </a:xfrm>
            <a:prstGeom prst="rect">
              <a:avLst/>
            </a:prstGeom>
            <a:noFill/>
          </p:spPr>
          <p:txBody>
            <a:bodyPr wrap="square" rtlCol="0" anchor="b">
              <a:spAutoFit/>
            </a:bodyPr>
            <a:lstStyle/>
            <a:p>
              <a:pPr marL="88900" indent="-88900" defTabSz="457200" fontAlgn="base">
                <a:spcBef>
                  <a:spcPct val="0"/>
                </a:spcBef>
                <a:spcAft>
                  <a:spcPct val="0"/>
                </a:spcAft>
                <a:buFont typeface="Wingdings" panose="05000000000000000000" pitchFamily="2" charset="2"/>
                <a:buChar char="§"/>
              </a:pPr>
              <a:r>
                <a:rPr lang="de-AT" sz="1200" dirty="0">
                  <a:solidFill>
                    <a:prstClr val="black"/>
                  </a:solidFill>
                  <a:latin typeface="Calibri"/>
                  <a:ea typeface="ＭＳ Ｐゴシック" pitchFamily="-104" charset="-128"/>
                </a:rPr>
                <a:t>Collect</a:t>
              </a:r>
            </a:p>
            <a:p>
              <a:pPr marL="88900" indent="-88900" defTabSz="457200" fontAlgn="base">
                <a:spcBef>
                  <a:spcPct val="0"/>
                </a:spcBef>
                <a:spcAft>
                  <a:spcPct val="0"/>
                </a:spcAft>
                <a:buFont typeface="Wingdings" panose="05000000000000000000" pitchFamily="2" charset="2"/>
                <a:buChar char="§"/>
              </a:pPr>
              <a:r>
                <a:rPr lang="de-AT" sz="1200" dirty="0">
                  <a:solidFill>
                    <a:prstClr val="black"/>
                  </a:solidFill>
                  <a:latin typeface="Calibri"/>
                  <a:ea typeface="ＭＳ Ｐゴシック" pitchFamily="-104" charset="-128"/>
                </a:rPr>
                <a:t>Repositories</a:t>
              </a:r>
            </a:p>
          </p:txBody>
        </p:sp>
        <p:sp>
          <p:nvSpPr>
            <p:cNvPr id="12" name="Textfeld 9">
              <a:extLst>
                <a:ext uri="{FF2B5EF4-FFF2-40B4-BE49-F238E27FC236}">
                  <a16:creationId xmlns:a16="http://schemas.microsoft.com/office/drawing/2014/main" id="{E19157B1-F2EE-054D-DDDB-F1CB93949535}"/>
                </a:ext>
              </a:extLst>
            </p:cNvPr>
            <p:cNvSpPr txBox="1"/>
            <p:nvPr/>
          </p:nvSpPr>
          <p:spPr>
            <a:xfrm>
              <a:off x="5225448" y="1349714"/>
              <a:ext cx="1152128" cy="830997"/>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Encoding problems</a:t>
              </a:r>
            </a:p>
            <a:p>
              <a:pPr defTabSz="457200" fontAlgn="base">
                <a:spcBef>
                  <a:spcPct val="0"/>
                </a:spcBef>
                <a:spcAft>
                  <a:spcPct val="0"/>
                </a:spcAft>
              </a:pPr>
              <a:r>
                <a:rPr lang="de-AT" dirty="0">
                  <a:solidFill>
                    <a:prstClr val="black"/>
                  </a:solidFill>
                  <a:latin typeface="Calibri"/>
                  <a:ea typeface="ＭＳ Ｐゴシック" pitchFamily="-104" charset="-128"/>
                </a:rPr>
                <a:t>Data types</a:t>
              </a:r>
            </a:p>
            <a:p>
              <a:pPr defTabSz="457200" fontAlgn="base">
                <a:spcBef>
                  <a:spcPct val="0"/>
                </a:spcBef>
                <a:spcAft>
                  <a:spcPct val="0"/>
                </a:spcAft>
              </a:pPr>
              <a:r>
                <a:rPr lang="de-AT" dirty="0">
                  <a:solidFill>
                    <a:prstClr val="black"/>
                  </a:solidFill>
                  <a:latin typeface="Calibri"/>
                  <a:ea typeface="ＭＳ Ｐゴシック" pitchFamily="-104" charset="-128"/>
                </a:rPr>
                <a:t>Labels</a:t>
              </a:r>
            </a:p>
          </p:txBody>
        </p:sp>
        <p:sp>
          <p:nvSpPr>
            <p:cNvPr id="13" name="Textfeld 10">
              <a:extLst>
                <a:ext uri="{FF2B5EF4-FFF2-40B4-BE49-F238E27FC236}">
                  <a16:creationId xmlns:a16="http://schemas.microsoft.com/office/drawing/2014/main" id="{6A6A7246-262F-E641-F417-A995A96B92AC}"/>
                </a:ext>
              </a:extLst>
            </p:cNvPr>
            <p:cNvSpPr txBox="1"/>
            <p:nvPr/>
          </p:nvSpPr>
          <p:spPr>
            <a:xfrm>
              <a:off x="6911145" y="1534380"/>
              <a:ext cx="1260648" cy="646331"/>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Completeness</a:t>
              </a:r>
            </a:p>
            <a:p>
              <a:pPr defTabSz="457200" fontAlgn="base">
                <a:spcBef>
                  <a:spcPct val="0"/>
                </a:spcBef>
                <a:spcAft>
                  <a:spcPct val="0"/>
                </a:spcAft>
              </a:pPr>
              <a:r>
                <a:rPr lang="de-AT" dirty="0">
                  <a:solidFill>
                    <a:prstClr val="black"/>
                  </a:solidFill>
                  <a:latin typeface="Calibri"/>
                  <a:ea typeface="ＭＳ Ｐゴシック" pitchFamily="-104" charset="-128"/>
                </a:rPr>
                <a:t>Missing Values</a:t>
              </a:r>
            </a:p>
            <a:p>
              <a:pPr defTabSz="457200" fontAlgn="base">
                <a:spcBef>
                  <a:spcPct val="0"/>
                </a:spcBef>
                <a:spcAft>
                  <a:spcPct val="0"/>
                </a:spcAft>
              </a:pPr>
              <a:r>
                <a:rPr lang="de-AT" dirty="0">
                  <a:solidFill>
                    <a:prstClr val="black"/>
                  </a:solidFill>
                  <a:latin typeface="Calibri"/>
                  <a:ea typeface="ＭＳ Ｐゴシック" pitchFamily="-104" charset="-128"/>
                </a:rPr>
                <a:t>Plausibility</a:t>
              </a:r>
            </a:p>
          </p:txBody>
        </p:sp>
        <p:sp>
          <p:nvSpPr>
            <p:cNvPr id="14" name="Textfeld 11">
              <a:extLst>
                <a:ext uri="{FF2B5EF4-FFF2-40B4-BE49-F238E27FC236}">
                  <a16:creationId xmlns:a16="http://schemas.microsoft.com/office/drawing/2014/main" id="{8B1318B4-196D-B972-5479-4EF229CED4F2}"/>
                </a:ext>
              </a:extLst>
            </p:cNvPr>
            <p:cNvSpPr txBox="1"/>
            <p:nvPr/>
          </p:nvSpPr>
          <p:spPr>
            <a:xfrm>
              <a:off x="8705362" y="980382"/>
              <a:ext cx="1260648" cy="1200329"/>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Reduction</a:t>
              </a:r>
            </a:p>
            <a:p>
              <a:pPr defTabSz="457200" fontAlgn="base">
                <a:spcBef>
                  <a:spcPct val="0"/>
                </a:spcBef>
                <a:spcAft>
                  <a:spcPct val="0"/>
                </a:spcAft>
              </a:pPr>
              <a:r>
                <a:rPr lang="de-AT" dirty="0">
                  <a:solidFill>
                    <a:prstClr val="black"/>
                  </a:solidFill>
                  <a:latin typeface="Calibri"/>
                  <a:ea typeface="ＭＳ Ｐゴシック" pitchFamily="-104" charset="-128"/>
                </a:rPr>
                <a:t>Imputation</a:t>
              </a:r>
            </a:p>
            <a:p>
              <a:pPr defTabSz="457200" fontAlgn="base">
                <a:spcBef>
                  <a:spcPct val="0"/>
                </a:spcBef>
                <a:spcAft>
                  <a:spcPct val="0"/>
                </a:spcAft>
              </a:pPr>
              <a:r>
                <a:rPr lang="de-AT" dirty="0">
                  <a:solidFill>
                    <a:prstClr val="black"/>
                  </a:solidFill>
                  <a:latin typeface="Calibri"/>
                  <a:ea typeface="ＭＳ Ｐゴシック" pitchFamily="-104" charset="-128"/>
                </a:rPr>
                <a:t>Aggregation</a:t>
              </a:r>
            </a:p>
            <a:p>
              <a:pPr defTabSz="457200" fontAlgn="base">
                <a:spcBef>
                  <a:spcPct val="0"/>
                </a:spcBef>
                <a:spcAft>
                  <a:spcPct val="0"/>
                </a:spcAft>
              </a:pPr>
              <a:r>
                <a:rPr lang="de-AT" dirty="0">
                  <a:solidFill>
                    <a:prstClr val="black"/>
                  </a:solidFill>
                  <a:latin typeface="Calibri"/>
                  <a:ea typeface="ＭＳ Ｐゴシック" pitchFamily="-104" charset="-128"/>
                </a:rPr>
                <a:t>Classification</a:t>
              </a:r>
            </a:p>
            <a:p>
              <a:pPr defTabSz="457200" fontAlgn="base">
                <a:spcBef>
                  <a:spcPct val="0"/>
                </a:spcBef>
                <a:spcAft>
                  <a:spcPct val="0"/>
                </a:spcAft>
              </a:pPr>
              <a:r>
                <a:rPr lang="de-AT" dirty="0">
                  <a:solidFill>
                    <a:prstClr val="black"/>
                  </a:solidFill>
                  <a:latin typeface="Calibri"/>
                  <a:ea typeface="ＭＳ Ｐゴシック" pitchFamily="-104" charset="-128"/>
                </a:rPr>
                <a:t>Generalisation</a:t>
              </a:r>
            </a:p>
            <a:p>
              <a:pPr defTabSz="457200" fontAlgn="base">
                <a:spcBef>
                  <a:spcPct val="0"/>
                </a:spcBef>
                <a:spcAft>
                  <a:spcPct val="0"/>
                </a:spcAft>
              </a:pPr>
              <a:r>
                <a:rPr lang="de-AT" dirty="0">
                  <a:solidFill>
                    <a:prstClr val="black"/>
                  </a:solidFill>
                  <a:latin typeface="Calibri"/>
                  <a:ea typeface="ＭＳ Ｐゴシック" pitchFamily="-104" charset="-128"/>
                </a:rPr>
                <a:t>Documentation</a:t>
              </a:r>
            </a:p>
          </p:txBody>
        </p:sp>
        <p:sp>
          <p:nvSpPr>
            <p:cNvPr id="15" name="Textfeld 12">
              <a:extLst>
                <a:ext uri="{FF2B5EF4-FFF2-40B4-BE49-F238E27FC236}">
                  <a16:creationId xmlns:a16="http://schemas.microsoft.com/office/drawing/2014/main" id="{7B751D66-68AF-5C8A-6DF0-DF11B330680B}"/>
                </a:ext>
              </a:extLst>
            </p:cNvPr>
            <p:cNvSpPr txBox="1"/>
            <p:nvPr/>
          </p:nvSpPr>
          <p:spPr>
            <a:xfrm>
              <a:off x="1342999" y="5661000"/>
              <a:ext cx="1260648" cy="646331"/>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Univariate</a:t>
              </a:r>
            </a:p>
            <a:p>
              <a:pPr defTabSz="457200" fontAlgn="base">
                <a:spcBef>
                  <a:spcPct val="0"/>
                </a:spcBef>
                <a:spcAft>
                  <a:spcPct val="0"/>
                </a:spcAft>
              </a:pPr>
              <a:r>
                <a:rPr lang="de-AT" dirty="0">
                  <a:solidFill>
                    <a:prstClr val="black"/>
                  </a:solidFill>
                  <a:latin typeface="Calibri"/>
                  <a:ea typeface="ＭＳ Ｐゴシック" pitchFamily="-104" charset="-128"/>
                </a:rPr>
                <a:t>Bivariate</a:t>
              </a:r>
            </a:p>
            <a:p>
              <a:pPr defTabSz="457200" fontAlgn="base">
                <a:spcBef>
                  <a:spcPct val="0"/>
                </a:spcBef>
                <a:spcAft>
                  <a:spcPct val="0"/>
                </a:spcAft>
              </a:pPr>
              <a:r>
                <a:rPr lang="de-AT" dirty="0">
                  <a:solidFill>
                    <a:prstClr val="black"/>
                  </a:solidFill>
                  <a:latin typeface="Calibri"/>
                  <a:ea typeface="ＭＳ Ｐゴシック" pitchFamily="-104" charset="-128"/>
                </a:rPr>
                <a:t>Multivariat</a:t>
              </a:r>
            </a:p>
          </p:txBody>
        </p:sp>
        <p:sp>
          <p:nvSpPr>
            <p:cNvPr id="16" name="Textfeld 13">
              <a:extLst>
                <a:ext uri="{FF2B5EF4-FFF2-40B4-BE49-F238E27FC236}">
                  <a16:creationId xmlns:a16="http://schemas.microsoft.com/office/drawing/2014/main" id="{EF32CB2C-748A-ECBA-CC2E-675518A19A03}"/>
                </a:ext>
              </a:extLst>
            </p:cNvPr>
            <p:cNvSpPr txBox="1"/>
            <p:nvPr/>
          </p:nvSpPr>
          <p:spPr>
            <a:xfrm>
              <a:off x="3073697" y="5661000"/>
              <a:ext cx="1260648"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Segment data record</a:t>
              </a:r>
            </a:p>
            <a:p>
              <a:pPr defTabSz="457200" fontAlgn="base">
                <a:spcBef>
                  <a:spcPct val="0"/>
                </a:spcBef>
                <a:spcAft>
                  <a:spcPct val="0"/>
                </a:spcAft>
              </a:pPr>
              <a:r>
                <a:rPr lang="de-AT" dirty="0">
                  <a:solidFill>
                    <a:prstClr val="black"/>
                  </a:solidFill>
                  <a:latin typeface="Calibri"/>
                  <a:ea typeface="ＭＳ Ｐゴシック" pitchFamily="-104" charset="-128"/>
                </a:rPr>
                <a:t>Sensitivity analysis</a:t>
              </a:r>
            </a:p>
          </p:txBody>
        </p:sp>
        <p:sp>
          <p:nvSpPr>
            <p:cNvPr id="17" name="Textfeld 14">
              <a:extLst>
                <a:ext uri="{FF2B5EF4-FFF2-40B4-BE49-F238E27FC236}">
                  <a16:creationId xmlns:a16="http://schemas.microsoft.com/office/drawing/2014/main" id="{947DEB83-6B5D-0D7E-5EC0-551534DD2D66}"/>
                </a:ext>
              </a:extLst>
            </p:cNvPr>
            <p:cNvSpPr txBox="1"/>
            <p:nvPr/>
          </p:nvSpPr>
          <p:spPr>
            <a:xfrm>
              <a:off x="4781635" y="5661000"/>
              <a:ext cx="1494420"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Explanatory power</a:t>
              </a:r>
            </a:p>
            <a:p>
              <a:pPr defTabSz="457200" fontAlgn="base">
                <a:spcBef>
                  <a:spcPct val="0"/>
                </a:spcBef>
                <a:spcAft>
                  <a:spcPct val="0"/>
                </a:spcAft>
              </a:pPr>
              <a:r>
                <a:rPr lang="de-AT" dirty="0">
                  <a:solidFill>
                    <a:prstClr val="black"/>
                  </a:solidFill>
                  <a:latin typeface="Calibri"/>
                  <a:ea typeface="ＭＳ Ｐゴシック" pitchFamily="-104" charset="-128"/>
                </a:rPr>
                <a:t>Number of variables</a:t>
              </a:r>
            </a:p>
            <a:p>
              <a:pPr defTabSz="457200" fontAlgn="base">
                <a:spcBef>
                  <a:spcPct val="0"/>
                </a:spcBef>
                <a:spcAft>
                  <a:spcPct val="0"/>
                </a:spcAft>
              </a:pPr>
              <a:r>
                <a:rPr lang="de-AT" dirty="0">
                  <a:solidFill>
                    <a:prstClr val="black"/>
                  </a:solidFill>
                  <a:latin typeface="Calibri"/>
                  <a:ea typeface="ＭＳ Ｐゴシック" pitchFamily="-104" charset="-128"/>
                </a:rPr>
                <a:t>Effect strength</a:t>
              </a:r>
            </a:p>
          </p:txBody>
        </p:sp>
      </p:grpSp>
      <p:sp>
        <p:nvSpPr>
          <p:cNvPr id="20" name="Date Placeholder 19">
            <a:extLst>
              <a:ext uri="{FF2B5EF4-FFF2-40B4-BE49-F238E27FC236}">
                <a16:creationId xmlns:a16="http://schemas.microsoft.com/office/drawing/2014/main" id="{C95878FD-1556-EA0B-6B3C-235F96D2E561}"/>
              </a:ext>
            </a:extLst>
          </p:cNvPr>
          <p:cNvSpPr>
            <a:spLocks noGrp="1"/>
          </p:cNvSpPr>
          <p:nvPr>
            <p:ph type="dt" sz="half" idx="10"/>
          </p:nvPr>
        </p:nvSpPr>
        <p:spPr/>
        <p:txBody>
          <a:bodyPr/>
          <a:lstStyle/>
          <a:p>
            <a:endParaRPr lang="en-GB" dirty="0"/>
          </a:p>
        </p:txBody>
      </p:sp>
      <p:sp>
        <p:nvSpPr>
          <p:cNvPr id="21" name="Footer Placeholder 20">
            <a:extLst>
              <a:ext uri="{FF2B5EF4-FFF2-40B4-BE49-F238E27FC236}">
                <a16:creationId xmlns:a16="http://schemas.microsoft.com/office/drawing/2014/main" id="{5CE02DE5-6CBB-1A35-36C6-7B465361CC5B}"/>
              </a:ext>
            </a:extLst>
          </p:cNvPr>
          <p:cNvSpPr>
            <a:spLocks noGrp="1"/>
          </p:cNvSpPr>
          <p:nvPr>
            <p:ph type="ftr" sz="quarter" idx="11"/>
          </p:nvPr>
        </p:nvSpPr>
        <p:spPr/>
        <p:txBody>
          <a:bodyPr/>
          <a:lstStyle/>
          <a:p>
            <a:r>
              <a:rPr lang="en-GB" dirty="0"/>
              <a:t>KMH</a:t>
            </a:r>
          </a:p>
        </p:txBody>
      </p:sp>
      <p:sp>
        <p:nvSpPr>
          <p:cNvPr id="22" name="Slide Number Placeholder 21">
            <a:extLst>
              <a:ext uri="{FF2B5EF4-FFF2-40B4-BE49-F238E27FC236}">
                <a16:creationId xmlns:a16="http://schemas.microsoft.com/office/drawing/2014/main" id="{98C02D29-FD4E-0BCF-7EE2-A37B35E329AE}"/>
              </a:ext>
            </a:extLst>
          </p:cNvPr>
          <p:cNvSpPr>
            <a:spLocks noGrp="1"/>
          </p:cNvSpPr>
          <p:nvPr>
            <p:ph type="sldNum" sz="quarter" idx="12"/>
          </p:nvPr>
        </p:nvSpPr>
        <p:spPr/>
        <p:txBody>
          <a:bodyPr/>
          <a:lstStyle/>
          <a:p>
            <a:fld id="{D836C0FE-70CA-4950-82D6-CF602CC2B770}" type="slidenum">
              <a:rPr lang="en-GB" smtClean="0"/>
              <a:t>11</a:t>
            </a:fld>
            <a:endParaRPr lang="en-GB" dirty="0"/>
          </a:p>
        </p:txBody>
      </p:sp>
    </p:spTree>
    <p:extLst>
      <p:ext uri="{BB962C8B-B14F-4D97-AF65-F5344CB8AC3E}">
        <p14:creationId xmlns:p14="http://schemas.microsoft.com/office/powerpoint/2010/main" val="3190630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2E2243E-4C94-C2CB-AB36-219A502727ED}"/>
              </a:ext>
            </a:extLst>
          </p:cNvPr>
          <p:cNvSpPr>
            <a:spLocks noGrp="1"/>
          </p:cNvSpPr>
          <p:nvPr>
            <p:ph type="title"/>
          </p:nvPr>
        </p:nvSpPr>
        <p:spPr/>
        <p:txBody>
          <a:bodyPr/>
          <a:lstStyle/>
          <a:p>
            <a:r>
              <a:rPr lang="en-GB" dirty="0"/>
              <a:t>What is a Decision?</a:t>
            </a:r>
          </a:p>
        </p:txBody>
      </p:sp>
      <p:sp>
        <p:nvSpPr>
          <p:cNvPr id="4" name="Inhaltsplatzhalter 3">
            <a:extLst>
              <a:ext uri="{FF2B5EF4-FFF2-40B4-BE49-F238E27FC236}">
                <a16:creationId xmlns:a16="http://schemas.microsoft.com/office/drawing/2014/main" id="{3C5913B5-AC42-75FD-CED0-F089BA612366}"/>
              </a:ext>
            </a:extLst>
          </p:cNvPr>
          <p:cNvSpPr>
            <a:spLocks noGrp="1"/>
          </p:cNvSpPr>
          <p:nvPr>
            <p:ph idx="1"/>
          </p:nvPr>
        </p:nvSpPr>
        <p:spPr>
          <a:xfrm>
            <a:off x="695324" y="1485000"/>
            <a:ext cx="10800675" cy="4535265"/>
          </a:xfrm>
        </p:spPr>
        <p:txBody>
          <a:bodyPr>
            <a:normAutofit fontScale="85000" lnSpcReduction="10000"/>
          </a:bodyPr>
          <a:lstStyle/>
          <a:p>
            <a:pPr marL="0" indent="0" algn="ctr">
              <a:buNone/>
            </a:pPr>
            <a:r>
              <a:rPr lang="en-GB" sz="32400" dirty="0"/>
              <a:t>🤔</a:t>
            </a:r>
          </a:p>
        </p:txBody>
      </p:sp>
      <p:sp>
        <p:nvSpPr>
          <p:cNvPr id="5" name="Datumsplatzhalter 4">
            <a:extLst>
              <a:ext uri="{FF2B5EF4-FFF2-40B4-BE49-F238E27FC236}">
                <a16:creationId xmlns:a16="http://schemas.microsoft.com/office/drawing/2014/main" id="{0D9B8C7F-BB6F-7F34-71E9-E77329E6D64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8628EE11-D9A7-1FEB-8B2B-80E0A36E1699}"/>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C1BC1898-3C8E-002C-2D89-555A36CFAFE3}"/>
              </a:ext>
            </a:extLst>
          </p:cNvPr>
          <p:cNvSpPr>
            <a:spLocks noGrp="1"/>
          </p:cNvSpPr>
          <p:nvPr>
            <p:ph type="sldNum" sz="quarter" idx="12"/>
          </p:nvPr>
        </p:nvSpPr>
        <p:spPr/>
        <p:txBody>
          <a:bodyPr/>
          <a:lstStyle/>
          <a:p>
            <a:fld id="{D836C0FE-70CA-4950-82D6-CF602CC2B770}" type="slidenum">
              <a:rPr lang="en-GB" smtClean="0"/>
              <a:t>12</a:t>
            </a:fld>
            <a:endParaRPr lang="en-GB" dirty="0"/>
          </a:p>
        </p:txBody>
      </p:sp>
    </p:spTree>
    <p:extLst>
      <p:ext uri="{BB962C8B-B14F-4D97-AF65-F5344CB8AC3E}">
        <p14:creationId xmlns:p14="http://schemas.microsoft.com/office/powerpoint/2010/main" val="453366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6D98A11-D1C3-19C8-9AAC-BFBC036E16BD}"/>
              </a:ext>
            </a:extLst>
          </p:cNvPr>
          <p:cNvSpPr>
            <a:spLocks noGrp="1"/>
          </p:cNvSpPr>
          <p:nvPr>
            <p:ph type="sldNum" sz="quarter" idx="12"/>
          </p:nvPr>
        </p:nvSpPr>
        <p:spPr/>
        <p:txBody>
          <a:bodyPr/>
          <a:lstStyle/>
          <a:p>
            <a:fld id="{D836C0FE-70CA-4950-82D6-CF602CC2B770}" type="slidenum">
              <a:rPr lang="en-GB" smtClean="0"/>
              <a:t>13</a:t>
            </a:fld>
            <a:endParaRPr lang="en-GB" dirty="0"/>
          </a:p>
        </p:txBody>
      </p:sp>
      <p:sp>
        <p:nvSpPr>
          <p:cNvPr id="3" name="Titel 2">
            <a:extLst>
              <a:ext uri="{FF2B5EF4-FFF2-40B4-BE49-F238E27FC236}">
                <a16:creationId xmlns:a16="http://schemas.microsoft.com/office/drawing/2014/main" id="{00387653-71EA-F451-615D-AAF40BA03FF5}"/>
              </a:ext>
            </a:extLst>
          </p:cNvPr>
          <p:cNvSpPr>
            <a:spLocks noGrp="1"/>
          </p:cNvSpPr>
          <p:nvPr>
            <p:ph type="title"/>
          </p:nvPr>
        </p:nvSpPr>
        <p:spPr/>
        <p:txBody>
          <a:bodyPr/>
          <a:lstStyle/>
          <a:p>
            <a:r>
              <a:rPr lang="en-GB" dirty="0"/>
              <a:t>A Decision</a:t>
            </a:r>
          </a:p>
        </p:txBody>
      </p:sp>
      <p:sp>
        <p:nvSpPr>
          <p:cNvPr id="4" name="Inhaltsplatzhalter 3">
            <a:extLst>
              <a:ext uri="{FF2B5EF4-FFF2-40B4-BE49-F238E27FC236}">
                <a16:creationId xmlns:a16="http://schemas.microsoft.com/office/drawing/2014/main" id="{F367AC7B-EDB8-7EAE-F611-5D611A1DC5EA}"/>
              </a:ext>
            </a:extLst>
          </p:cNvPr>
          <p:cNvSpPr>
            <a:spLocks noGrp="1"/>
          </p:cNvSpPr>
          <p:nvPr>
            <p:ph idx="1"/>
          </p:nvPr>
        </p:nvSpPr>
        <p:spPr/>
        <p:txBody>
          <a:bodyPr/>
          <a:lstStyle/>
          <a:p>
            <a:r>
              <a:rPr lang="en-GB" b="1" dirty="0"/>
              <a:t>A decision is a choice you make when you have more than one option and the outcome is not yet certain.</a:t>
            </a:r>
          </a:p>
          <a:p>
            <a:r>
              <a:rPr lang="en-GB" dirty="0"/>
              <a:t>An example:</a:t>
            </a:r>
            <a:br>
              <a:rPr lang="en-GB" dirty="0"/>
            </a:br>
            <a:r>
              <a:rPr lang="en-GB" dirty="0"/>
              <a:t>Should I take an umbrella today?</a:t>
            </a:r>
          </a:p>
          <a:p>
            <a:pPr lvl="1"/>
            <a:r>
              <a:rPr lang="en-GB" dirty="0"/>
              <a:t>Two options</a:t>
            </a:r>
          </a:p>
          <a:p>
            <a:pPr lvl="1"/>
            <a:r>
              <a:rPr lang="en-GB" dirty="0"/>
              <a:t>Uncertain weather 👉 risk</a:t>
            </a:r>
          </a:p>
          <a:p>
            <a:pPr lvl="1"/>
            <a:r>
              <a:rPr lang="en-GB" dirty="0"/>
              <a:t>Choice affects outcome</a:t>
            </a:r>
          </a:p>
        </p:txBody>
      </p:sp>
      <p:sp>
        <p:nvSpPr>
          <p:cNvPr id="5" name="Datumsplatzhalter 4">
            <a:extLst>
              <a:ext uri="{FF2B5EF4-FFF2-40B4-BE49-F238E27FC236}">
                <a16:creationId xmlns:a16="http://schemas.microsoft.com/office/drawing/2014/main" id="{46979B90-8F27-75C6-A08C-194BFB7DC9F6}"/>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7F79AC8-47B0-E976-6552-A65AF2693FC9}"/>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960926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2AD2F5D-3D13-2C22-AB3B-CB3449491FD3}"/>
              </a:ext>
            </a:extLst>
          </p:cNvPr>
          <p:cNvSpPr>
            <a:spLocks noGrp="1"/>
          </p:cNvSpPr>
          <p:nvPr>
            <p:ph type="sldNum" sz="quarter" idx="12"/>
          </p:nvPr>
        </p:nvSpPr>
        <p:spPr/>
        <p:txBody>
          <a:bodyPr/>
          <a:lstStyle/>
          <a:p>
            <a:fld id="{D836C0FE-70CA-4950-82D6-CF602CC2B770}" type="slidenum">
              <a:rPr lang="en-GB" smtClean="0"/>
              <a:t>14</a:t>
            </a:fld>
            <a:endParaRPr lang="en-GB" dirty="0"/>
          </a:p>
        </p:txBody>
      </p:sp>
      <p:sp>
        <p:nvSpPr>
          <p:cNvPr id="3" name="Titel 2">
            <a:extLst>
              <a:ext uri="{FF2B5EF4-FFF2-40B4-BE49-F238E27FC236}">
                <a16:creationId xmlns:a16="http://schemas.microsoft.com/office/drawing/2014/main" id="{90D652A2-6DC6-9D2A-6AC7-526DCA73F561}"/>
              </a:ext>
            </a:extLst>
          </p:cNvPr>
          <p:cNvSpPr>
            <a:spLocks noGrp="1"/>
          </p:cNvSpPr>
          <p:nvPr>
            <p:ph type="title"/>
          </p:nvPr>
        </p:nvSpPr>
        <p:spPr/>
        <p:txBody>
          <a:bodyPr/>
          <a:lstStyle/>
          <a:p>
            <a:r>
              <a:rPr lang="en-GB" dirty="0"/>
              <a:t>A Decision</a:t>
            </a:r>
          </a:p>
        </p:txBody>
      </p:sp>
      <p:sp>
        <p:nvSpPr>
          <p:cNvPr id="4" name="Inhaltsplatzhalter 3">
            <a:extLst>
              <a:ext uri="{FF2B5EF4-FFF2-40B4-BE49-F238E27FC236}">
                <a16:creationId xmlns:a16="http://schemas.microsoft.com/office/drawing/2014/main" id="{71DF6493-D5EC-866A-4977-621171411C99}"/>
              </a:ext>
            </a:extLst>
          </p:cNvPr>
          <p:cNvSpPr>
            <a:spLocks noGrp="1"/>
          </p:cNvSpPr>
          <p:nvPr>
            <p:ph idx="1"/>
          </p:nvPr>
        </p:nvSpPr>
        <p:spPr/>
        <p:txBody>
          <a:bodyPr>
            <a:normAutofit/>
          </a:bodyPr>
          <a:lstStyle/>
          <a:p>
            <a:pPr>
              <a:spcAft>
                <a:spcPts val="1000"/>
              </a:spcAft>
            </a:pPr>
            <a:r>
              <a:rPr lang="en-GB" sz="2400" dirty="0"/>
              <a:t>A deliberate </a:t>
            </a:r>
            <a:r>
              <a:rPr lang="en-GB" sz="2400" b="1" dirty="0"/>
              <a:t>choice among two or more alternative </a:t>
            </a:r>
            <a:r>
              <a:rPr lang="en-GB" sz="2400" dirty="0"/>
              <a:t>courses of action, made by an agent with </a:t>
            </a:r>
            <a:r>
              <a:rPr lang="en-GB" sz="2400" b="1" dirty="0"/>
              <a:t>defined preferences </a:t>
            </a:r>
            <a:r>
              <a:rPr lang="en-GB" sz="2400" dirty="0"/>
              <a:t>and objectives, based on </a:t>
            </a:r>
            <a:r>
              <a:rPr lang="en-GB" sz="2400" b="1" dirty="0"/>
              <a:t>available information </a:t>
            </a:r>
            <a:r>
              <a:rPr lang="en-GB" sz="2400" dirty="0"/>
              <a:t>about the state of the world and the anticipated consequences of each alternative.</a:t>
            </a:r>
          </a:p>
        </p:txBody>
      </p:sp>
      <p:sp>
        <p:nvSpPr>
          <p:cNvPr id="5" name="Datumsplatzhalter 4">
            <a:extLst>
              <a:ext uri="{FF2B5EF4-FFF2-40B4-BE49-F238E27FC236}">
                <a16:creationId xmlns:a16="http://schemas.microsoft.com/office/drawing/2014/main" id="{DEE3F0BB-E14A-5703-CDBF-70BB1010223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870707B-25E3-ED0D-C949-E2391842AFF5}"/>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80291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CD90249-122E-DA17-4751-DE31443F6946}"/>
              </a:ext>
            </a:extLst>
          </p:cNvPr>
          <p:cNvSpPr>
            <a:spLocks noGrp="1"/>
          </p:cNvSpPr>
          <p:nvPr>
            <p:ph type="sldNum" sz="quarter" idx="12"/>
          </p:nvPr>
        </p:nvSpPr>
        <p:spPr/>
        <p:txBody>
          <a:bodyPr/>
          <a:lstStyle/>
          <a:p>
            <a:fld id="{D836C0FE-70CA-4950-82D6-CF602CC2B770}" type="slidenum">
              <a:rPr lang="en-GB" smtClean="0"/>
              <a:t>15</a:t>
            </a:fld>
            <a:endParaRPr lang="en-GB" dirty="0"/>
          </a:p>
        </p:txBody>
      </p:sp>
      <p:sp>
        <p:nvSpPr>
          <p:cNvPr id="3" name="Titel 2">
            <a:extLst>
              <a:ext uri="{FF2B5EF4-FFF2-40B4-BE49-F238E27FC236}">
                <a16:creationId xmlns:a16="http://schemas.microsoft.com/office/drawing/2014/main" id="{74BC8565-47BB-D409-B5EE-F41E9F047B83}"/>
              </a:ext>
            </a:extLst>
          </p:cNvPr>
          <p:cNvSpPr>
            <a:spLocks noGrp="1"/>
          </p:cNvSpPr>
          <p:nvPr>
            <p:ph type="title"/>
          </p:nvPr>
        </p:nvSpPr>
        <p:spPr/>
        <p:txBody>
          <a:bodyPr/>
          <a:lstStyle/>
          <a:p>
            <a:r>
              <a:rPr lang="en-GB" dirty="0"/>
              <a:t>A Decision</a:t>
            </a:r>
          </a:p>
        </p:txBody>
      </p:sp>
      <p:sp>
        <p:nvSpPr>
          <p:cNvPr id="4" name="Inhaltsplatzhalter 3">
            <a:extLst>
              <a:ext uri="{FF2B5EF4-FFF2-40B4-BE49-F238E27FC236}">
                <a16:creationId xmlns:a16="http://schemas.microsoft.com/office/drawing/2014/main" id="{F8ECC903-4756-3A6E-9DD6-AA94FA43575A}"/>
              </a:ext>
            </a:extLst>
          </p:cNvPr>
          <p:cNvSpPr>
            <a:spLocks noGrp="1"/>
          </p:cNvSpPr>
          <p:nvPr>
            <p:ph idx="1"/>
          </p:nvPr>
        </p:nvSpPr>
        <p:spPr/>
        <p:txBody>
          <a:bodyPr>
            <a:normAutofit fontScale="92500" lnSpcReduction="10000"/>
          </a:bodyPr>
          <a:lstStyle/>
          <a:p>
            <a:r>
              <a:rPr lang="en-GB" dirty="0"/>
              <a:t>A deliberate choice among two or more alternative courses of action, made by an agent with defined preferences and objectives, based on available information about the state of the world and the expected consequences of each alternative.</a:t>
            </a:r>
            <a:br>
              <a:rPr lang="en-GB" dirty="0"/>
            </a:br>
            <a:endParaRPr lang="en-GB" dirty="0"/>
          </a:p>
          <a:p>
            <a:r>
              <a:rPr lang="en-GB" b="1" dirty="0"/>
              <a:t>Agent: </a:t>
            </a:r>
            <a:r>
              <a:rPr lang="en-GB" dirty="0"/>
              <a:t>Person or group in charge of the choice</a:t>
            </a:r>
          </a:p>
          <a:p>
            <a:r>
              <a:rPr lang="en-GB" b="1" dirty="0"/>
              <a:t>Alternatives: </a:t>
            </a:r>
            <a:r>
              <a:rPr lang="en-GB" dirty="0"/>
              <a:t>≥ two courses of action</a:t>
            </a:r>
          </a:p>
          <a:p>
            <a:r>
              <a:rPr lang="en-GB" b="1" dirty="0"/>
              <a:t>Uncertainty: </a:t>
            </a:r>
            <a:r>
              <a:rPr lang="en-GB" dirty="0"/>
              <a:t>future consequences of actions often not known with certainty</a:t>
            </a:r>
          </a:p>
          <a:p>
            <a:r>
              <a:rPr lang="en-GB" b="1" dirty="0"/>
              <a:t>Preferences / objectives: </a:t>
            </a:r>
            <a:r>
              <a:rPr lang="en-GB" dirty="0"/>
              <a:t>decision maker has goals against the outcomes can be evaluated</a:t>
            </a:r>
          </a:p>
          <a:p>
            <a:r>
              <a:rPr lang="en-GB" b="1" dirty="0"/>
              <a:t>Information: </a:t>
            </a:r>
            <a:r>
              <a:rPr lang="en-GB" dirty="0"/>
              <a:t>decision makers uses data and/or beliefs about the world</a:t>
            </a:r>
          </a:p>
          <a:p>
            <a:r>
              <a:rPr lang="en-GB" b="1" dirty="0"/>
              <a:t>Commitment: </a:t>
            </a:r>
            <a:r>
              <a:rPr lang="en-GB" dirty="0"/>
              <a:t>decision implies action</a:t>
            </a:r>
          </a:p>
        </p:txBody>
      </p:sp>
      <p:sp>
        <p:nvSpPr>
          <p:cNvPr id="5" name="Datumsplatzhalter 4">
            <a:extLst>
              <a:ext uri="{FF2B5EF4-FFF2-40B4-BE49-F238E27FC236}">
                <a16:creationId xmlns:a16="http://schemas.microsoft.com/office/drawing/2014/main" id="{5EA45F79-8604-C3B5-771D-370A7153D35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4208C36-7408-505E-A817-5BC96B83380C}"/>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539562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06F4E69-0FC9-1FFB-59EE-00F588911D25}"/>
              </a:ext>
            </a:extLst>
          </p:cNvPr>
          <p:cNvSpPr>
            <a:spLocks noGrp="1"/>
          </p:cNvSpPr>
          <p:nvPr>
            <p:ph type="sldNum" sz="quarter" idx="12"/>
          </p:nvPr>
        </p:nvSpPr>
        <p:spPr/>
        <p:txBody>
          <a:bodyPr/>
          <a:lstStyle/>
          <a:p>
            <a:fld id="{D836C0FE-70CA-4950-82D6-CF602CC2B770}" type="slidenum">
              <a:rPr lang="en-GB" smtClean="0"/>
              <a:t>16</a:t>
            </a:fld>
            <a:endParaRPr lang="en-GB" dirty="0"/>
          </a:p>
        </p:txBody>
      </p:sp>
      <p:sp>
        <p:nvSpPr>
          <p:cNvPr id="3" name="Titel 2">
            <a:extLst>
              <a:ext uri="{FF2B5EF4-FFF2-40B4-BE49-F238E27FC236}">
                <a16:creationId xmlns:a16="http://schemas.microsoft.com/office/drawing/2014/main" id="{1D0E403A-49C1-9E7E-A6CC-A571C6790C17}"/>
              </a:ext>
            </a:extLst>
          </p:cNvPr>
          <p:cNvSpPr>
            <a:spLocks noGrp="1"/>
          </p:cNvSpPr>
          <p:nvPr>
            <p:ph type="title"/>
          </p:nvPr>
        </p:nvSpPr>
        <p:spPr/>
        <p:txBody>
          <a:bodyPr/>
          <a:lstStyle/>
          <a:p>
            <a:r>
              <a:rPr lang="en-GB" dirty="0"/>
              <a:t>Two Ways to Think About Decision-Making</a:t>
            </a:r>
            <a:br>
              <a:rPr lang="en-GB" dirty="0"/>
            </a:br>
            <a:endParaRPr lang="en-GB" dirty="0"/>
          </a:p>
        </p:txBody>
      </p:sp>
      <p:sp>
        <p:nvSpPr>
          <p:cNvPr id="4" name="Inhaltsplatzhalter 3">
            <a:extLst>
              <a:ext uri="{FF2B5EF4-FFF2-40B4-BE49-F238E27FC236}">
                <a16:creationId xmlns:a16="http://schemas.microsoft.com/office/drawing/2014/main" id="{403A4BC9-4750-41D7-1549-F89B53CE3880}"/>
              </a:ext>
            </a:extLst>
          </p:cNvPr>
          <p:cNvSpPr>
            <a:spLocks noGrp="1"/>
          </p:cNvSpPr>
          <p:nvPr>
            <p:ph idx="1"/>
          </p:nvPr>
        </p:nvSpPr>
        <p:spPr/>
        <p:txBody>
          <a:bodyPr>
            <a:normAutofit/>
          </a:bodyPr>
          <a:lstStyle/>
          <a:p>
            <a:r>
              <a:rPr lang="en-GB" b="1" dirty="0"/>
              <a:t>Prescriptive</a:t>
            </a:r>
            <a:r>
              <a:rPr lang="en-GB" dirty="0"/>
              <a:t> theories define how people </a:t>
            </a:r>
            <a:r>
              <a:rPr lang="en-GB" i="1" dirty="0"/>
              <a:t>should</a:t>
            </a:r>
            <a:r>
              <a:rPr lang="en-GB" dirty="0"/>
              <a:t> make decisions to achieve the best possible outcome 👉 logically and consistently</a:t>
            </a:r>
          </a:p>
          <a:p>
            <a:pPr lvl="1"/>
            <a:r>
              <a:rPr lang="en-GB" dirty="0"/>
              <a:t>Prescriptive models assume a rational agent who weighs all options </a:t>
            </a:r>
            <a:br>
              <a:rPr lang="en-GB" dirty="0"/>
            </a:br>
            <a:r>
              <a:rPr lang="en-GB" dirty="0"/>
              <a:t>&amp; picks the one with the highest expected value</a:t>
            </a:r>
          </a:p>
        </p:txBody>
      </p:sp>
      <p:sp>
        <p:nvSpPr>
          <p:cNvPr id="5" name="Datumsplatzhalter 4">
            <a:extLst>
              <a:ext uri="{FF2B5EF4-FFF2-40B4-BE49-F238E27FC236}">
                <a16:creationId xmlns:a16="http://schemas.microsoft.com/office/drawing/2014/main" id="{6EF3CD21-45E3-43A6-6625-50B50C75748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351607A2-85EB-EABE-394F-CB3A790E800E}"/>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041614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AE3431E-55AA-E003-6D32-B92C73F09118}"/>
              </a:ext>
            </a:extLst>
          </p:cNvPr>
          <p:cNvSpPr>
            <a:spLocks noGrp="1"/>
          </p:cNvSpPr>
          <p:nvPr>
            <p:ph type="sldNum" sz="quarter" idx="12"/>
          </p:nvPr>
        </p:nvSpPr>
        <p:spPr/>
        <p:txBody>
          <a:bodyPr/>
          <a:lstStyle/>
          <a:p>
            <a:fld id="{D836C0FE-70CA-4950-82D6-CF602CC2B770}" type="slidenum">
              <a:rPr lang="en-GB" smtClean="0"/>
              <a:t>17</a:t>
            </a:fld>
            <a:endParaRPr lang="en-GB" dirty="0"/>
          </a:p>
        </p:txBody>
      </p:sp>
      <p:sp>
        <p:nvSpPr>
          <p:cNvPr id="3" name="Titel 2">
            <a:extLst>
              <a:ext uri="{FF2B5EF4-FFF2-40B4-BE49-F238E27FC236}">
                <a16:creationId xmlns:a16="http://schemas.microsoft.com/office/drawing/2014/main" id="{11F5B8A4-D051-3193-489B-2C00C58FA713}"/>
              </a:ext>
            </a:extLst>
          </p:cNvPr>
          <p:cNvSpPr>
            <a:spLocks noGrp="1"/>
          </p:cNvSpPr>
          <p:nvPr>
            <p:ph type="title"/>
          </p:nvPr>
        </p:nvSpPr>
        <p:spPr/>
        <p:txBody>
          <a:bodyPr/>
          <a:lstStyle/>
          <a:p>
            <a:r>
              <a:rPr lang="en-GB" dirty="0"/>
              <a:t>The Foundations of Prescriptive (“Rational”) Decision Theory</a:t>
            </a:r>
          </a:p>
        </p:txBody>
      </p:sp>
      <p:sp>
        <p:nvSpPr>
          <p:cNvPr id="4" name="Inhaltsplatzhalter 3">
            <a:extLst>
              <a:ext uri="{FF2B5EF4-FFF2-40B4-BE49-F238E27FC236}">
                <a16:creationId xmlns:a16="http://schemas.microsoft.com/office/drawing/2014/main" id="{16A28CB5-EE1E-A957-039A-61CA248FBB2A}"/>
              </a:ext>
            </a:extLst>
          </p:cNvPr>
          <p:cNvSpPr>
            <a:spLocks noGrp="1"/>
          </p:cNvSpPr>
          <p:nvPr>
            <p:ph idx="1"/>
          </p:nvPr>
        </p:nvSpPr>
        <p:spPr/>
        <p:txBody>
          <a:bodyPr/>
          <a:lstStyle/>
          <a:p>
            <a:r>
              <a:rPr lang="en-GB" dirty="0"/>
              <a:t>John von Neumann and Oskar Morgenstern “Theory of Games and Economic Behavior” (1944)</a:t>
            </a:r>
          </a:p>
          <a:p>
            <a:r>
              <a:rPr lang="en-GB" b="1" dirty="0"/>
              <a:t>Expected Utility Theory (EUT)</a:t>
            </a:r>
            <a:r>
              <a:rPr lang="en-GB" dirty="0"/>
              <a:t> — the idea that a rational decision maker should choose the option with the highest expected utility</a:t>
            </a:r>
          </a:p>
          <a:p>
            <a:pPr lvl="1"/>
            <a:r>
              <a:rPr lang="en-GB" dirty="0"/>
              <a:t>weighting the utility of each possible outcome by its probability of occurring</a:t>
            </a:r>
          </a:p>
          <a:p>
            <a:r>
              <a:rPr lang="en-GB" b="1" dirty="0"/>
              <a:t>Rationality:</a:t>
            </a:r>
          </a:p>
          <a:p>
            <a:pPr lvl="1"/>
            <a:r>
              <a:rPr lang="en-GB" dirty="0"/>
              <a:t>choices can be represented by a </a:t>
            </a:r>
            <a:r>
              <a:rPr lang="en-GB" b="1" dirty="0"/>
              <a:t>utility function</a:t>
            </a:r>
            <a:r>
              <a:rPr lang="en-GB" dirty="0"/>
              <a:t> — preferences become mathematically measurable</a:t>
            </a:r>
          </a:p>
        </p:txBody>
      </p:sp>
      <p:sp>
        <p:nvSpPr>
          <p:cNvPr id="5" name="Datumsplatzhalter 4">
            <a:extLst>
              <a:ext uri="{FF2B5EF4-FFF2-40B4-BE49-F238E27FC236}">
                <a16:creationId xmlns:a16="http://schemas.microsoft.com/office/drawing/2014/main" id="{116F2F95-6E53-8092-9A16-956E1B1BE80C}"/>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61DECD0-CA1C-007E-C4C5-B74618BD231C}"/>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468158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FEF5FBB-FF6A-846F-E1BA-3E26834980FA}"/>
              </a:ext>
            </a:extLst>
          </p:cNvPr>
          <p:cNvSpPr>
            <a:spLocks noGrp="1"/>
          </p:cNvSpPr>
          <p:nvPr>
            <p:ph type="sldNum" sz="quarter" idx="12"/>
          </p:nvPr>
        </p:nvSpPr>
        <p:spPr/>
        <p:txBody>
          <a:bodyPr/>
          <a:lstStyle/>
          <a:p>
            <a:fld id="{D836C0FE-70CA-4950-82D6-CF602CC2B770}" type="slidenum">
              <a:rPr lang="en-GB" smtClean="0"/>
              <a:t>18</a:t>
            </a:fld>
            <a:endParaRPr lang="en-GB" dirty="0"/>
          </a:p>
        </p:txBody>
      </p:sp>
      <p:sp>
        <p:nvSpPr>
          <p:cNvPr id="3" name="Titel 2">
            <a:extLst>
              <a:ext uri="{FF2B5EF4-FFF2-40B4-BE49-F238E27FC236}">
                <a16:creationId xmlns:a16="http://schemas.microsoft.com/office/drawing/2014/main" id="{FCAA2922-8D6E-B283-7A4B-0C56E70FD141}"/>
              </a:ext>
            </a:extLst>
          </p:cNvPr>
          <p:cNvSpPr>
            <a:spLocks noGrp="1"/>
          </p:cNvSpPr>
          <p:nvPr>
            <p:ph type="title"/>
          </p:nvPr>
        </p:nvSpPr>
        <p:spPr>
          <a:xfrm>
            <a:off x="695326" y="549000"/>
            <a:ext cx="10080674" cy="792000"/>
          </a:xfrm>
        </p:spPr>
        <p:txBody>
          <a:bodyPr/>
          <a:lstStyle/>
          <a:p>
            <a:r>
              <a:rPr lang="en-GB" dirty="0"/>
              <a:t>The Foundations of Prescriptive (“Rational”) Decision Theory</a:t>
            </a:r>
          </a:p>
        </p:txBody>
      </p:sp>
      <p:sp>
        <p:nvSpPr>
          <p:cNvPr id="4" name="Inhaltsplatzhalter 3">
            <a:extLst>
              <a:ext uri="{FF2B5EF4-FFF2-40B4-BE49-F238E27FC236}">
                <a16:creationId xmlns:a16="http://schemas.microsoft.com/office/drawing/2014/main" id="{4513D4C3-B52E-878C-6375-7B47DA43DE44}"/>
              </a:ext>
            </a:extLst>
          </p:cNvPr>
          <p:cNvSpPr>
            <a:spLocks noGrp="1"/>
          </p:cNvSpPr>
          <p:nvPr>
            <p:ph idx="1"/>
          </p:nvPr>
        </p:nvSpPr>
        <p:spPr/>
        <p:txBody>
          <a:bodyPr>
            <a:normAutofit fontScale="85000" lnSpcReduction="20000"/>
          </a:bodyPr>
          <a:lstStyle/>
          <a:p>
            <a:pPr marL="0" indent="0">
              <a:buNone/>
            </a:pPr>
            <a:r>
              <a:rPr lang="en-GB" b="1" dirty="0"/>
              <a:t>Rationality axioms 👉 set of logical rules that consistent preferences must follow</a:t>
            </a:r>
          </a:p>
          <a:p>
            <a:endParaRPr lang="en-GB" sz="1100" b="1" dirty="0"/>
          </a:p>
          <a:p>
            <a:r>
              <a:rPr lang="en-GB" b="1" dirty="0"/>
              <a:t>Completeness: </a:t>
            </a:r>
            <a:r>
              <a:rPr lang="en-GB" dirty="0"/>
              <a:t>a comparison of two options &amp; stating a preference for one of them  is always possible</a:t>
            </a:r>
          </a:p>
          <a:p>
            <a:pPr lvl="1"/>
            <a:r>
              <a:rPr lang="en-GB" dirty="0"/>
              <a:t>No option = ‘incomparable’</a:t>
            </a:r>
          </a:p>
          <a:p>
            <a:r>
              <a:rPr lang="en-GB" b="1" dirty="0"/>
              <a:t>Transitivity: </a:t>
            </a:r>
            <a:r>
              <a:rPr lang="en-GB" dirty="0"/>
              <a:t>preferences = logically consistent</a:t>
            </a:r>
          </a:p>
          <a:p>
            <a:pPr lvl="1"/>
            <a:r>
              <a:rPr lang="en-GB" dirty="0"/>
              <a:t>If A is preferred over B, and B to C  👉 A must be preferred to C</a:t>
            </a:r>
          </a:p>
          <a:p>
            <a:r>
              <a:rPr lang="en-GB" b="1" dirty="0"/>
              <a:t>Continuity: </a:t>
            </a:r>
            <a:r>
              <a:rPr lang="en-GB" dirty="0"/>
              <a:t>small enough chance of the worst outcome but you would still accept the gamble for a shot at the best outcome</a:t>
            </a:r>
          </a:p>
          <a:p>
            <a:r>
              <a:rPr lang="en-GB" b="1" dirty="0"/>
              <a:t>Independence: </a:t>
            </a:r>
            <a:r>
              <a:rPr lang="en-GB" dirty="0"/>
              <a:t>if A is preferred to B, then a lottery involving A should be preferred to the same lottery involving B</a:t>
            </a:r>
          </a:p>
          <a:p>
            <a:pPr lvl="1"/>
            <a:r>
              <a:rPr lang="en-GB" dirty="0"/>
              <a:t>Adding identical options to both does not change the preferences</a:t>
            </a:r>
          </a:p>
          <a:p>
            <a:pPr lvl="1"/>
            <a:endParaRPr lang="en-GB" dirty="0"/>
          </a:p>
        </p:txBody>
      </p:sp>
      <p:sp>
        <p:nvSpPr>
          <p:cNvPr id="5" name="Datumsplatzhalter 4">
            <a:extLst>
              <a:ext uri="{FF2B5EF4-FFF2-40B4-BE49-F238E27FC236}">
                <a16:creationId xmlns:a16="http://schemas.microsoft.com/office/drawing/2014/main" id="{D05313B3-C447-4755-FEBD-B84E19A28A5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AF98E31-0C9E-0DCF-F2A9-5F5896701B1A}"/>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34632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0054-19D4-7BE8-C070-16C269883E28}"/>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B672CD36-8526-DBDD-D5C9-0B3D52241A2C}"/>
              </a:ext>
            </a:extLst>
          </p:cNvPr>
          <p:cNvSpPr>
            <a:spLocks noGrp="1"/>
          </p:cNvSpPr>
          <p:nvPr>
            <p:ph type="title"/>
          </p:nvPr>
        </p:nvSpPr>
        <p:spPr/>
        <p:txBody>
          <a:bodyPr/>
          <a:lstStyle/>
          <a:p>
            <a:r>
              <a:rPr lang="en-GB" dirty="0"/>
              <a:t>Does it work?</a:t>
            </a:r>
          </a:p>
        </p:txBody>
      </p:sp>
      <p:sp>
        <p:nvSpPr>
          <p:cNvPr id="4" name="Inhaltsplatzhalter 3">
            <a:extLst>
              <a:ext uri="{FF2B5EF4-FFF2-40B4-BE49-F238E27FC236}">
                <a16:creationId xmlns:a16="http://schemas.microsoft.com/office/drawing/2014/main" id="{9777CBAB-C5EF-D12E-85B4-2F43FD89396E}"/>
              </a:ext>
            </a:extLst>
          </p:cNvPr>
          <p:cNvSpPr>
            <a:spLocks noGrp="1"/>
          </p:cNvSpPr>
          <p:nvPr>
            <p:ph idx="1"/>
          </p:nvPr>
        </p:nvSpPr>
        <p:spPr>
          <a:xfrm>
            <a:off x="695324" y="1485000"/>
            <a:ext cx="10800675" cy="4535265"/>
          </a:xfrm>
        </p:spPr>
        <p:txBody>
          <a:bodyPr>
            <a:normAutofit fontScale="85000" lnSpcReduction="10000"/>
          </a:bodyPr>
          <a:lstStyle/>
          <a:p>
            <a:pPr marL="0" indent="0" algn="ctr">
              <a:buNone/>
            </a:pPr>
            <a:r>
              <a:rPr lang="en-GB" sz="32400" dirty="0"/>
              <a:t>🤔</a:t>
            </a:r>
          </a:p>
        </p:txBody>
      </p:sp>
      <p:sp>
        <p:nvSpPr>
          <p:cNvPr id="5" name="Datumsplatzhalter 4">
            <a:extLst>
              <a:ext uri="{FF2B5EF4-FFF2-40B4-BE49-F238E27FC236}">
                <a16:creationId xmlns:a16="http://schemas.microsoft.com/office/drawing/2014/main" id="{42F5EF55-9F83-A375-4206-AD705900F53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5EEE7B3-8830-5C58-2399-6D1458CD14FB}"/>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7D91D252-4A4A-3B5D-EB0D-BB637FF1B2CF}"/>
              </a:ext>
            </a:extLst>
          </p:cNvPr>
          <p:cNvSpPr>
            <a:spLocks noGrp="1"/>
          </p:cNvSpPr>
          <p:nvPr>
            <p:ph type="sldNum" sz="quarter" idx="12"/>
          </p:nvPr>
        </p:nvSpPr>
        <p:spPr/>
        <p:txBody>
          <a:bodyPr/>
          <a:lstStyle/>
          <a:p>
            <a:fld id="{D836C0FE-70CA-4950-82D6-CF602CC2B770}" type="slidenum">
              <a:rPr lang="en-GB" smtClean="0"/>
              <a:t>19</a:t>
            </a:fld>
            <a:endParaRPr lang="en-GB" dirty="0"/>
          </a:p>
        </p:txBody>
      </p:sp>
    </p:spTree>
    <p:extLst>
      <p:ext uri="{BB962C8B-B14F-4D97-AF65-F5344CB8AC3E}">
        <p14:creationId xmlns:p14="http://schemas.microsoft.com/office/powerpoint/2010/main" val="2907136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5A234-3528-780D-46C3-D8D567BFD6B7}"/>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F485EAEC-2E62-F174-F053-F923A170F1EC}"/>
              </a:ext>
            </a:extLst>
          </p:cNvPr>
          <p:cNvSpPr>
            <a:spLocks noGrp="1"/>
          </p:cNvSpPr>
          <p:nvPr>
            <p:ph type="title"/>
          </p:nvPr>
        </p:nvSpPr>
        <p:spPr/>
        <p:txBody>
          <a:bodyPr/>
          <a:lstStyle/>
          <a:p>
            <a:r>
              <a:rPr lang="en-GB" dirty="0"/>
              <a:t>An Exercise</a:t>
            </a:r>
            <a:br>
              <a:rPr lang="en-GB" dirty="0"/>
            </a:br>
            <a:r>
              <a:rPr lang="en-GB" dirty="0"/>
              <a:t>in Rationality</a:t>
            </a:r>
          </a:p>
        </p:txBody>
      </p:sp>
      <p:sp>
        <p:nvSpPr>
          <p:cNvPr id="2" name="Foliennummernplatzhalter 1">
            <a:extLst>
              <a:ext uri="{FF2B5EF4-FFF2-40B4-BE49-F238E27FC236}">
                <a16:creationId xmlns:a16="http://schemas.microsoft.com/office/drawing/2014/main" id="{B3F90DD3-A194-9687-08B1-550A8998237B}"/>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20</a:t>
            </a:fld>
            <a:endParaRPr lang="en-GB" dirty="0"/>
          </a:p>
        </p:txBody>
      </p:sp>
    </p:spTree>
    <p:extLst>
      <p:ext uri="{BB962C8B-B14F-4D97-AF65-F5344CB8AC3E}">
        <p14:creationId xmlns:p14="http://schemas.microsoft.com/office/powerpoint/2010/main" val="1285431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569C9BD-8353-5BF5-3D17-12145E74F5BC}"/>
              </a:ext>
            </a:extLst>
          </p:cNvPr>
          <p:cNvSpPr>
            <a:spLocks noGrp="1"/>
          </p:cNvSpPr>
          <p:nvPr>
            <p:ph type="sldNum" sz="quarter" idx="12"/>
          </p:nvPr>
        </p:nvSpPr>
        <p:spPr/>
        <p:txBody>
          <a:bodyPr/>
          <a:lstStyle/>
          <a:p>
            <a:fld id="{D836C0FE-70CA-4950-82D6-CF602CC2B770}" type="slidenum">
              <a:rPr lang="en-GB" smtClean="0"/>
              <a:t>21</a:t>
            </a:fld>
            <a:endParaRPr lang="en-GB" dirty="0"/>
          </a:p>
        </p:txBody>
      </p:sp>
      <p:sp>
        <p:nvSpPr>
          <p:cNvPr id="3" name="Titel 2">
            <a:extLst>
              <a:ext uri="{FF2B5EF4-FFF2-40B4-BE49-F238E27FC236}">
                <a16:creationId xmlns:a16="http://schemas.microsoft.com/office/drawing/2014/main" id="{10E581DF-0467-1FC1-C9F0-AA1C7BF09DFF}"/>
              </a:ext>
            </a:extLst>
          </p:cNvPr>
          <p:cNvSpPr>
            <a:spLocks noGrp="1"/>
          </p:cNvSpPr>
          <p:nvPr>
            <p:ph type="title"/>
          </p:nvPr>
        </p:nvSpPr>
        <p:spPr/>
        <p:txBody>
          <a:bodyPr/>
          <a:lstStyle/>
          <a:p>
            <a:r>
              <a:rPr lang="en-GB" dirty="0"/>
              <a:t>Welcome board members!</a:t>
            </a:r>
            <a:br>
              <a:rPr lang="en-GB" dirty="0"/>
            </a:br>
            <a:endParaRPr lang="en-GB" dirty="0"/>
          </a:p>
        </p:txBody>
      </p:sp>
      <p:sp>
        <p:nvSpPr>
          <p:cNvPr id="4" name="Inhaltsplatzhalter 3">
            <a:extLst>
              <a:ext uri="{FF2B5EF4-FFF2-40B4-BE49-F238E27FC236}">
                <a16:creationId xmlns:a16="http://schemas.microsoft.com/office/drawing/2014/main" id="{41CE975C-6632-564A-9597-4251D84E7CAA}"/>
              </a:ext>
            </a:extLst>
          </p:cNvPr>
          <p:cNvSpPr>
            <a:spLocks noGrp="1"/>
          </p:cNvSpPr>
          <p:nvPr>
            <p:ph idx="1"/>
          </p:nvPr>
        </p:nvSpPr>
        <p:spPr>
          <a:xfrm>
            <a:off x="695325" y="1345223"/>
            <a:ext cx="5807075" cy="4819041"/>
          </a:xfrm>
        </p:spPr>
        <p:txBody>
          <a:bodyPr/>
          <a:lstStyle/>
          <a:p>
            <a:r>
              <a:rPr lang="en-GB" b="1" dirty="0"/>
              <a:t>AllTech Ltd.</a:t>
            </a:r>
          </a:p>
          <a:p>
            <a:r>
              <a:rPr lang="en-GB" b="1" dirty="0"/>
              <a:t>BestProduct Inc.</a:t>
            </a:r>
          </a:p>
          <a:p>
            <a:endParaRPr lang="en-GB" b="1" dirty="0"/>
          </a:p>
          <a:p>
            <a:pPr marL="0" indent="0">
              <a:buNone/>
            </a:pPr>
            <a:r>
              <a:rPr lang="en-GB" b="1" dirty="0"/>
              <a:t>👉 Your 2 tasks:</a:t>
            </a:r>
          </a:p>
          <a:p>
            <a:r>
              <a:rPr lang="en-GB" dirty="0"/>
              <a:t>🤔 invest in </a:t>
            </a:r>
            <a:r>
              <a:rPr lang="en-GB" b="1" dirty="0">
                <a:solidFill>
                  <a:schemeClr val="tx2"/>
                </a:solidFill>
              </a:rPr>
              <a:t>renewable energy </a:t>
            </a:r>
            <a:r>
              <a:rPr lang="en-GB" dirty="0"/>
              <a:t>to transition away from fossil fuels or continue relying on cheaper, non-renewable energy sources to maximize short-term profits</a:t>
            </a:r>
          </a:p>
          <a:p>
            <a:r>
              <a:rPr lang="en-GB" dirty="0"/>
              <a:t>Secure the </a:t>
            </a:r>
            <a:r>
              <a:rPr lang="en-GB" b="1" dirty="0">
                <a:solidFill>
                  <a:schemeClr val="tx2"/>
                </a:solidFill>
              </a:rPr>
              <a:t>rentability</a:t>
            </a:r>
            <a:r>
              <a:rPr lang="en-GB" dirty="0"/>
              <a:t> of your company</a:t>
            </a:r>
          </a:p>
        </p:txBody>
      </p:sp>
      <p:sp>
        <p:nvSpPr>
          <p:cNvPr id="5" name="Datumsplatzhalter 4">
            <a:extLst>
              <a:ext uri="{FF2B5EF4-FFF2-40B4-BE49-F238E27FC236}">
                <a16:creationId xmlns:a16="http://schemas.microsoft.com/office/drawing/2014/main" id="{3DD2DB69-BD83-1091-B437-9CA062071A4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813342A-CFD5-07AF-C077-6A078DFDE3EB}"/>
              </a:ext>
            </a:extLst>
          </p:cNvPr>
          <p:cNvSpPr>
            <a:spLocks noGrp="1"/>
          </p:cNvSpPr>
          <p:nvPr>
            <p:ph type="ftr" sz="quarter" idx="11"/>
          </p:nvPr>
        </p:nvSpPr>
        <p:spPr/>
        <p:txBody>
          <a:bodyPr/>
          <a:lstStyle/>
          <a:p>
            <a:r>
              <a:rPr lang="en-GB" dirty="0"/>
              <a:t>KMH | L POS</a:t>
            </a:r>
          </a:p>
        </p:txBody>
      </p:sp>
      <p:pic>
        <p:nvPicPr>
          <p:cNvPr id="21" name="Inhaltsplatzhalter 20">
            <a:extLst>
              <a:ext uri="{FF2B5EF4-FFF2-40B4-BE49-F238E27FC236}">
                <a16:creationId xmlns:a16="http://schemas.microsoft.com/office/drawing/2014/main" id="{EBC4B53E-B6A6-AD21-164E-AF8AF9B96448}"/>
              </a:ext>
            </a:extLst>
          </p:cNvPr>
          <p:cNvPicPr>
            <a:picLocks noChangeAspect="1"/>
          </p:cNvPicPr>
          <p:nvPr/>
        </p:nvPicPr>
        <p:blipFill>
          <a:blip r:embed="rId2"/>
          <a:stretch>
            <a:fillRect/>
          </a:stretch>
        </p:blipFill>
        <p:spPr bwMode="gray">
          <a:xfrm>
            <a:off x="7266069" y="1549217"/>
            <a:ext cx="4229931" cy="4276211"/>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4167439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569C9BD-8353-5BF5-3D17-12145E74F5BC}"/>
              </a:ext>
            </a:extLst>
          </p:cNvPr>
          <p:cNvSpPr>
            <a:spLocks noGrp="1"/>
          </p:cNvSpPr>
          <p:nvPr>
            <p:ph type="sldNum" sz="quarter" idx="12"/>
          </p:nvPr>
        </p:nvSpPr>
        <p:spPr/>
        <p:txBody>
          <a:bodyPr/>
          <a:lstStyle/>
          <a:p>
            <a:fld id="{D836C0FE-70CA-4950-82D6-CF602CC2B770}" type="slidenum">
              <a:rPr lang="en-GB" smtClean="0"/>
              <a:t>22</a:t>
            </a:fld>
            <a:endParaRPr lang="en-GB" dirty="0"/>
          </a:p>
        </p:txBody>
      </p:sp>
      <p:sp>
        <p:nvSpPr>
          <p:cNvPr id="3" name="Titel 2">
            <a:extLst>
              <a:ext uri="{FF2B5EF4-FFF2-40B4-BE49-F238E27FC236}">
                <a16:creationId xmlns:a16="http://schemas.microsoft.com/office/drawing/2014/main" id="{10E581DF-0467-1FC1-C9F0-AA1C7BF09DFF}"/>
              </a:ext>
            </a:extLst>
          </p:cNvPr>
          <p:cNvSpPr>
            <a:spLocks noGrp="1"/>
          </p:cNvSpPr>
          <p:nvPr>
            <p:ph type="title"/>
          </p:nvPr>
        </p:nvSpPr>
        <p:spPr/>
        <p:txBody>
          <a:bodyPr/>
          <a:lstStyle/>
          <a:p>
            <a:r>
              <a:rPr lang="en-GB" dirty="0"/>
              <a:t>Welcome board members!</a:t>
            </a:r>
            <a:br>
              <a:rPr lang="en-GB" dirty="0"/>
            </a:br>
            <a:endParaRPr lang="en-GB" dirty="0"/>
          </a:p>
        </p:txBody>
      </p:sp>
      <p:sp>
        <p:nvSpPr>
          <p:cNvPr id="4" name="Inhaltsplatzhalter 3">
            <a:extLst>
              <a:ext uri="{FF2B5EF4-FFF2-40B4-BE49-F238E27FC236}">
                <a16:creationId xmlns:a16="http://schemas.microsoft.com/office/drawing/2014/main" id="{41CE975C-6632-564A-9597-4251D84E7CAA}"/>
              </a:ext>
            </a:extLst>
          </p:cNvPr>
          <p:cNvSpPr>
            <a:spLocks noGrp="1"/>
          </p:cNvSpPr>
          <p:nvPr>
            <p:ph sz="half" idx="1"/>
          </p:nvPr>
        </p:nvSpPr>
        <p:spPr>
          <a:xfrm>
            <a:off x="695325" y="1451300"/>
            <a:ext cx="5184775" cy="4320000"/>
          </a:xfrm>
        </p:spPr>
        <p:txBody>
          <a:bodyPr>
            <a:normAutofit/>
          </a:bodyPr>
          <a:lstStyle/>
          <a:p>
            <a:pPr marL="0" indent="0">
              <a:buNone/>
            </a:pPr>
            <a:r>
              <a:rPr lang="en-GB" b="1" dirty="0"/>
              <a:t>10 rounds:</a:t>
            </a:r>
          </a:p>
          <a:p>
            <a:r>
              <a:rPr lang="en-GB" b="1" dirty="0"/>
              <a:t>Invest in Renewables:</a:t>
            </a:r>
          </a:p>
          <a:p>
            <a:pPr lvl="1"/>
            <a:r>
              <a:rPr lang="en-GB" dirty="0"/>
              <a:t>This involves significant</a:t>
            </a:r>
            <a:r>
              <a:rPr lang="en-GB" b="1" dirty="0"/>
              <a:t> upfront costs </a:t>
            </a:r>
            <a:r>
              <a:rPr lang="en-GB" dirty="0"/>
              <a:t>(e.g., installing solar panels, wind turbines, or upgrading infrastructure) but </a:t>
            </a:r>
            <a:r>
              <a:rPr lang="en-GB" b="1" dirty="0"/>
              <a:t>reduces emissions </a:t>
            </a:r>
            <a:r>
              <a:rPr lang="en-GB" dirty="0"/>
              <a:t>and aligns with consumer expectations. Long-term rewards include gaining market trust and avoiding future regulatory penalties.</a:t>
            </a:r>
          </a:p>
        </p:txBody>
      </p:sp>
      <p:sp>
        <p:nvSpPr>
          <p:cNvPr id="7" name="Inhaltsplatzhalter 6">
            <a:extLst>
              <a:ext uri="{FF2B5EF4-FFF2-40B4-BE49-F238E27FC236}">
                <a16:creationId xmlns:a16="http://schemas.microsoft.com/office/drawing/2014/main" id="{907C2070-623D-65A9-BEF2-A3DD602CA2CC}"/>
              </a:ext>
            </a:extLst>
          </p:cNvPr>
          <p:cNvSpPr>
            <a:spLocks noGrp="1"/>
          </p:cNvSpPr>
          <p:nvPr>
            <p:ph sz="half" idx="2"/>
          </p:nvPr>
        </p:nvSpPr>
        <p:spPr/>
        <p:txBody>
          <a:bodyPr>
            <a:normAutofit/>
          </a:bodyPr>
          <a:lstStyle/>
          <a:p>
            <a:r>
              <a:rPr lang="en-GB" b="1" dirty="0"/>
              <a:t>Not invest in Renewables:</a:t>
            </a:r>
          </a:p>
          <a:p>
            <a:pPr lvl="1"/>
            <a:r>
              <a:rPr lang="en-GB" dirty="0"/>
              <a:t>This option </a:t>
            </a:r>
            <a:r>
              <a:rPr lang="en-GB" b="1" dirty="0"/>
              <a:t>avoids immediate expenses</a:t>
            </a:r>
            <a:r>
              <a:rPr lang="en-GB" dirty="0"/>
              <a:t>, allowing the company to maintain competitive prices and </a:t>
            </a:r>
            <a:r>
              <a:rPr lang="en-GB" b="1" dirty="0"/>
              <a:t>higher profits </a:t>
            </a:r>
            <a:r>
              <a:rPr lang="en-GB" dirty="0"/>
              <a:t>in the short term. However, it risks reputational damage, regulatory fines, and consumer backlash in the future.</a:t>
            </a:r>
          </a:p>
          <a:p>
            <a:endParaRPr lang="en-GB" dirty="0"/>
          </a:p>
        </p:txBody>
      </p:sp>
      <p:sp>
        <p:nvSpPr>
          <p:cNvPr id="5" name="Datumsplatzhalter 4">
            <a:extLst>
              <a:ext uri="{FF2B5EF4-FFF2-40B4-BE49-F238E27FC236}">
                <a16:creationId xmlns:a16="http://schemas.microsoft.com/office/drawing/2014/main" id="{3DD2DB69-BD83-1091-B437-9CA062071A4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813342A-CFD5-07AF-C077-6A078DFDE3EB}"/>
              </a:ext>
            </a:extLst>
          </p:cNvPr>
          <p:cNvSpPr>
            <a:spLocks noGrp="1"/>
          </p:cNvSpPr>
          <p:nvPr>
            <p:ph type="ftr" sz="quarter" idx="11"/>
          </p:nvPr>
        </p:nvSpPr>
        <p:spPr/>
        <p:txBody>
          <a:bodyPr/>
          <a:lstStyle/>
          <a:p>
            <a:r>
              <a:rPr lang="en-GB" dirty="0"/>
              <a:t>KMH | L POS</a:t>
            </a:r>
          </a:p>
        </p:txBody>
      </p:sp>
      <p:pic>
        <p:nvPicPr>
          <p:cNvPr id="8" name="Inhaltsplatzhalter 20">
            <a:extLst>
              <a:ext uri="{FF2B5EF4-FFF2-40B4-BE49-F238E27FC236}">
                <a16:creationId xmlns:a16="http://schemas.microsoft.com/office/drawing/2014/main" id="{A0B6BC6E-6373-E3B8-E333-7EBC7D03A552}"/>
              </a:ext>
            </a:extLst>
          </p:cNvPr>
          <p:cNvPicPr>
            <a:picLocks noChangeAspect="1"/>
          </p:cNvPicPr>
          <p:nvPr/>
        </p:nvPicPr>
        <p:blipFill>
          <a:blip r:embed="rId2"/>
          <a:stretch>
            <a:fillRect/>
          </a:stretch>
        </p:blipFill>
        <p:spPr bwMode="gray">
          <a:xfrm>
            <a:off x="10112353" y="292148"/>
            <a:ext cx="1536047" cy="1552852"/>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1501995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569C9BD-8353-5BF5-3D17-12145E74F5BC}"/>
              </a:ext>
            </a:extLst>
          </p:cNvPr>
          <p:cNvSpPr>
            <a:spLocks noGrp="1"/>
          </p:cNvSpPr>
          <p:nvPr>
            <p:ph type="sldNum" sz="quarter" idx="12"/>
          </p:nvPr>
        </p:nvSpPr>
        <p:spPr/>
        <p:txBody>
          <a:bodyPr/>
          <a:lstStyle/>
          <a:p>
            <a:fld id="{D836C0FE-70CA-4950-82D6-CF602CC2B770}" type="slidenum">
              <a:rPr lang="en-GB" smtClean="0"/>
              <a:t>23</a:t>
            </a:fld>
            <a:endParaRPr lang="en-GB" dirty="0"/>
          </a:p>
        </p:txBody>
      </p:sp>
      <p:sp>
        <p:nvSpPr>
          <p:cNvPr id="3" name="Titel 2">
            <a:extLst>
              <a:ext uri="{FF2B5EF4-FFF2-40B4-BE49-F238E27FC236}">
                <a16:creationId xmlns:a16="http://schemas.microsoft.com/office/drawing/2014/main" id="{10E581DF-0467-1FC1-C9F0-AA1C7BF09DFF}"/>
              </a:ext>
            </a:extLst>
          </p:cNvPr>
          <p:cNvSpPr>
            <a:spLocks noGrp="1"/>
          </p:cNvSpPr>
          <p:nvPr>
            <p:ph type="title"/>
          </p:nvPr>
        </p:nvSpPr>
        <p:spPr/>
        <p:txBody>
          <a:bodyPr/>
          <a:lstStyle/>
          <a:p>
            <a:r>
              <a:rPr lang="en-GB" dirty="0"/>
              <a:t>Again: Welcome board members!</a:t>
            </a:r>
            <a:br>
              <a:rPr lang="en-GB" dirty="0"/>
            </a:br>
            <a:endParaRPr lang="en-GB" dirty="0"/>
          </a:p>
        </p:txBody>
      </p:sp>
      <p:sp>
        <p:nvSpPr>
          <p:cNvPr id="4" name="Inhaltsplatzhalter 3">
            <a:extLst>
              <a:ext uri="{FF2B5EF4-FFF2-40B4-BE49-F238E27FC236}">
                <a16:creationId xmlns:a16="http://schemas.microsoft.com/office/drawing/2014/main" id="{41CE975C-6632-564A-9597-4251D84E7CAA}"/>
              </a:ext>
            </a:extLst>
          </p:cNvPr>
          <p:cNvSpPr>
            <a:spLocks noGrp="1"/>
          </p:cNvSpPr>
          <p:nvPr>
            <p:ph sz="half" idx="1"/>
          </p:nvPr>
        </p:nvSpPr>
        <p:spPr>
          <a:xfrm>
            <a:off x="695325" y="1451300"/>
            <a:ext cx="5184775" cy="4320000"/>
          </a:xfrm>
        </p:spPr>
        <p:txBody>
          <a:bodyPr>
            <a:normAutofit/>
          </a:bodyPr>
          <a:lstStyle/>
          <a:p>
            <a:pPr marL="0" indent="0">
              <a:buNone/>
            </a:pPr>
            <a:r>
              <a:rPr lang="en-GB" b="1" dirty="0"/>
              <a:t>10 rounds:</a:t>
            </a:r>
          </a:p>
          <a:p>
            <a:r>
              <a:rPr lang="en-GB" b="1" dirty="0"/>
              <a:t>Invest in Renewables:</a:t>
            </a:r>
          </a:p>
          <a:p>
            <a:pPr lvl="1"/>
            <a:r>
              <a:rPr lang="en-GB" dirty="0"/>
              <a:t>This involves significant</a:t>
            </a:r>
            <a:r>
              <a:rPr lang="en-GB" b="1" dirty="0"/>
              <a:t> upfront costs </a:t>
            </a:r>
            <a:r>
              <a:rPr lang="en-GB" dirty="0"/>
              <a:t>(e.g., installing solar panels, wind turbines, or upgrading infrastructure) but </a:t>
            </a:r>
            <a:r>
              <a:rPr lang="en-GB" b="1" dirty="0"/>
              <a:t>reduces emissions </a:t>
            </a:r>
            <a:r>
              <a:rPr lang="en-GB" dirty="0"/>
              <a:t>and aligns with consumer expectations. Long-term rewards include gaining market trust and avoiding future regulatory penalties.</a:t>
            </a:r>
          </a:p>
        </p:txBody>
      </p:sp>
      <p:sp>
        <p:nvSpPr>
          <p:cNvPr id="7" name="Inhaltsplatzhalter 6">
            <a:extLst>
              <a:ext uri="{FF2B5EF4-FFF2-40B4-BE49-F238E27FC236}">
                <a16:creationId xmlns:a16="http://schemas.microsoft.com/office/drawing/2014/main" id="{907C2070-623D-65A9-BEF2-A3DD602CA2CC}"/>
              </a:ext>
            </a:extLst>
          </p:cNvPr>
          <p:cNvSpPr>
            <a:spLocks noGrp="1"/>
          </p:cNvSpPr>
          <p:nvPr>
            <p:ph sz="half" idx="2"/>
          </p:nvPr>
        </p:nvSpPr>
        <p:spPr/>
        <p:txBody>
          <a:bodyPr>
            <a:normAutofit/>
          </a:bodyPr>
          <a:lstStyle/>
          <a:p>
            <a:r>
              <a:rPr lang="en-GB" b="1" dirty="0"/>
              <a:t>Not invest in Renewables:</a:t>
            </a:r>
          </a:p>
          <a:p>
            <a:pPr lvl="1"/>
            <a:r>
              <a:rPr lang="en-GB" dirty="0"/>
              <a:t>This option </a:t>
            </a:r>
            <a:r>
              <a:rPr lang="en-GB" b="1" dirty="0"/>
              <a:t>avoids immediate expenses</a:t>
            </a:r>
            <a:r>
              <a:rPr lang="en-GB" dirty="0"/>
              <a:t>, allowing the company to maintain competitive prices and </a:t>
            </a:r>
            <a:r>
              <a:rPr lang="en-GB" b="1" dirty="0"/>
              <a:t>higher profits </a:t>
            </a:r>
            <a:r>
              <a:rPr lang="en-GB" dirty="0"/>
              <a:t>in the short term. However, it risks reputational damage, regulatory fines, and consumer backlash in the future.</a:t>
            </a:r>
          </a:p>
          <a:p>
            <a:endParaRPr lang="en-GB" dirty="0"/>
          </a:p>
        </p:txBody>
      </p:sp>
      <p:sp>
        <p:nvSpPr>
          <p:cNvPr id="5" name="Datumsplatzhalter 4">
            <a:extLst>
              <a:ext uri="{FF2B5EF4-FFF2-40B4-BE49-F238E27FC236}">
                <a16:creationId xmlns:a16="http://schemas.microsoft.com/office/drawing/2014/main" id="{3DD2DB69-BD83-1091-B437-9CA062071A4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813342A-CFD5-07AF-C077-6A078DFDE3EB}"/>
              </a:ext>
            </a:extLst>
          </p:cNvPr>
          <p:cNvSpPr>
            <a:spLocks noGrp="1"/>
          </p:cNvSpPr>
          <p:nvPr>
            <p:ph type="ftr" sz="quarter" idx="11"/>
          </p:nvPr>
        </p:nvSpPr>
        <p:spPr/>
        <p:txBody>
          <a:bodyPr/>
          <a:lstStyle/>
          <a:p>
            <a:r>
              <a:rPr lang="en-GB" dirty="0"/>
              <a:t>KMH | L POS</a:t>
            </a:r>
          </a:p>
        </p:txBody>
      </p:sp>
      <p:pic>
        <p:nvPicPr>
          <p:cNvPr id="8" name="Inhaltsplatzhalter 20">
            <a:extLst>
              <a:ext uri="{FF2B5EF4-FFF2-40B4-BE49-F238E27FC236}">
                <a16:creationId xmlns:a16="http://schemas.microsoft.com/office/drawing/2014/main" id="{A0B6BC6E-6373-E3B8-E333-7EBC7D03A552}"/>
              </a:ext>
            </a:extLst>
          </p:cNvPr>
          <p:cNvPicPr>
            <a:picLocks noChangeAspect="1"/>
          </p:cNvPicPr>
          <p:nvPr/>
        </p:nvPicPr>
        <p:blipFill>
          <a:blip r:embed="rId2"/>
          <a:stretch>
            <a:fillRect/>
          </a:stretch>
        </p:blipFill>
        <p:spPr bwMode="gray">
          <a:xfrm>
            <a:off x="10112353" y="292148"/>
            <a:ext cx="1536047" cy="1552852"/>
          </a:xfrm>
          <a:prstGeom prst="rect">
            <a:avLst/>
          </a:prstGeom>
          <a:ln w="6350">
            <a:solidFill>
              <a:schemeClr val="tx1"/>
            </a:solidFill>
          </a:ln>
          <a:effectLst>
            <a:outerShdw blurRad="254000" dist="107763" dir="2699994" algn="tl">
              <a:prstClr val="black">
                <a:alpha val="40000"/>
              </a:prstClr>
            </a:outerShdw>
          </a:effectLst>
        </p:spPr>
      </p:pic>
      <p:sp>
        <p:nvSpPr>
          <p:cNvPr id="9" name="Explosion: 14 Zacken 8">
            <a:extLst>
              <a:ext uri="{FF2B5EF4-FFF2-40B4-BE49-F238E27FC236}">
                <a16:creationId xmlns:a16="http://schemas.microsoft.com/office/drawing/2014/main" id="{32E52C68-55FB-31B8-7C18-FA39BB02B619}"/>
              </a:ext>
            </a:extLst>
          </p:cNvPr>
          <p:cNvSpPr/>
          <p:nvPr/>
        </p:nvSpPr>
        <p:spPr>
          <a:xfrm>
            <a:off x="3427629" y="2354400"/>
            <a:ext cx="5584371" cy="4229100"/>
          </a:xfrm>
          <a:prstGeom prst="irregularSeal2">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lnSpc>
                <a:spcPct val="120000"/>
              </a:lnSpc>
            </a:pPr>
            <a:r>
              <a:rPr lang="en-GB" sz="3200" b="1" dirty="0">
                <a:solidFill>
                  <a:schemeClr val="tx1"/>
                </a:solidFill>
              </a:rPr>
              <a:t>Now with 2 negotiators!</a:t>
            </a:r>
          </a:p>
        </p:txBody>
      </p:sp>
    </p:spTree>
    <p:extLst>
      <p:ext uri="{BB962C8B-B14F-4D97-AF65-F5344CB8AC3E}">
        <p14:creationId xmlns:p14="http://schemas.microsoft.com/office/powerpoint/2010/main" val="2148159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2DDBFF7-E37A-868C-DB35-D553502D1725}"/>
              </a:ext>
            </a:extLst>
          </p:cNvPr>
          <p:cNvSpPr>
            <a:spLocks noGrp="1"/>
          </p:cNvSpPr>
          <p:nvPr>
            <p:ph type="sldNum" sz="quarter" idx="12"/>
          </p:nvPr>
        </p:nvSpPr>
        <p:spPr/>
        <p:txBody>
          <a:bodyPr/>
          <a:lstStyle/>
          <a:p>
            <a:fld id="{D836C0FE-70CA-4950-82D6-CF602CC2B770}" type="slidenum">
              <a:rPr lang="en-GB" smtClean="0"/>
              <a:t>24</a:t>
            </a:fld>
            <a:endParaRPr lang="en-GB" dirty="0"/>
          </a:p>
        </p:txBody>
      </p:sp>
      <p:sp>
        <p:nvSpPr>
          <p:cNvPr id="3" name="Titel 2">
            <a:extLst>
              <a:ext uri="{FF2B5EF4-FFF2-40B4-BE49-F238E27FC236}">
                <a16:creationId xmlns:a16="http://schemas.microsoft.com/office/drawing/2014/main" id="{B61A4792-B8BE-2263-088C-280427CDD6CB}"/>
              </a:ext>
            </a:extLst>
          </p:cNvPr>
          <p:cNvSpPr>
            <a:spLocks noGrp="1"/>
          </p:cNvSpPr>
          <p:nvPr>
            <p:ph type="title"/>
          </p:nvPr>
        </p:nvSpPr>
        <p:spPr/>
        <p:txBody>
          <a:bodyPr/>
          <a:lstStyle/>
          <a:p>
            <a:r>
              <a:rPr lang="en-GB" dirty="0"/>
              <a:t>Outcomes of your decisions:</a:t>
            </a:r>
          </a:p>
        </p:txBody>
      </p:sp>
      <p:sp>
        <p:nvSpPr>
          <p:cNvPr id="5" name="Datumsplatzhalter 4">
            <a:extLst>
              <a:ext uri="{FF2B5EF4-FFF2-40B4-BE49-F238E27FC236}">
                <a16:creationId xmlns:a16="http://schemas.microsoft.com/office/drawing/2014/main" id="{D74B138C-3567-12B7-A77B-AF131CF32D71}"/>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59AE2CF-EED8-453A-20C7-94227EB0F5BA}"/>
              </a:ext>
            </a:extLst>
          </p:cNvPr>
          <p:cNvSpPr>
            <a:spLocks noGrp="1"/>
          </p:cNvSpPr>
          <p:nvPr>
            <p:ph type="ftr" sz="quarter" idx="11"/>
          </p:nvPr>
        </p:nvSpPr>
        <p:spPr/>
        <p:txBody>
          <a:bodyPr/>
          <a:lstStyle/>
          <a:p>
            <a:r>
              <a:rPr lang="en-GB" dirty="0"/>
              <a:t>KMH | L POS</a:t>
            </a:r>
          </a:p>
        </p:txBody>
      </p:sp>
      <p:sp>
        <p:nvSpPr>
          <p:cNvPr id="8" name="Rectangle 1">
            <a:extLst>
              <a:ext uri="{FF2B5EF4-FFF2-40B4-BE49-F238E27FC236}">
                <a16:creationId xmlns:a16="http://schemas.microsoft.com/office/drawing/2014/main" id="{CD0445AE-EFBA-2DA6-FC9D-1F7B236BA692}"/>
              </a:ext>
            </a:extLst>
          </p:cNvPr>
          <p:cNvSpPr>
            <a:spLocks noChangeArrowheads="1"/>
          </p:cNvSpPr>
          <p:nvPr/>
        </p:nvSpPr>
        <p:spPr bwMode="auto">
          <a:xfrm>
            <a:off x="695325" y="2399398"/>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GB" altLang="de-DE" sz="1800" b="0" i="0" u="none" strike="noStrike" cap="none" normalizeH="0" baseline="0" dirty="0">
                <a:ln>
                  <a:noFill/>
                </a:ln>
                <a:solidFill>
                  <a:schemeClr val="tx1"/>
                </a:solidFill>
                <a:effectLst/>
                <a:latin typeface="Arial" panose="020B0604020202020204" pitchFamily="34" charset="0"/>
              </a:rPr>
            </a:br>
            <a:endParaRPr kumimoji="0" lang="en-GB" altLang="de-DE" sz="1800" b="0" i="0" u="none" strike="noStrike" cap="none" normalizeH="0" baseline="0" dirty="0">
              <a:ln>
                <a:noFill/>
              </a:ln>
              <a:solidFill>
                <a:schemeClr val="tx1"/>
              </a:solidFill>
              <a:effectLst/>
              <a:latin typeface="Arial" panose="020B0604020202020204" pitchFamily="34" charset="0"/>
            </a:endParaRPr>
          </a:p>
        </p:txBody>
      </p:sp>
      <p:pic>
        <p:nvPicPr>
          <p:cNvPr id="13" name="Inhaltsplatzhalter 12">
            <a:extLst>
              <a:ext uri="{FF2B5EF4-FFF2-40B4-BE49-F238E27FC236}">
                <a16:creationId xmlns:a16="http://schemas.microsoft.com/office/drawing/2014/main" id="{6EFBF1EF-82AA-6FA2-7ECD-7058244E4B64}"/>
              </a:ext>
            </a:extLst>
          </p:cNvPr>
          <p:cNvPicPr>
            <a:picLocks noGrp="1" noChangeAspect="1"/>
          </p:cNvPicPr>
          <p:nvPr>
            <p:ph idx="1"/>
          </p:nvPr>
        </p:nvPicPr>
        <p:blipFill>
          <a:blip r:embed="rId2"/>
          <a:stretch>
            <a:fillRect/>
          </a:stretch>
        </p:blipFill>
        <p:spPr>
          <a:xfrm>
            <a:off x="3776390" y="1392792"/>
            <a:ext cx="4453210" cy="4431539"/>
          </a:xfrm>
          <a:prstGeom prst="rect">
            <a:avLst/>
          </a:prstGeom>
        </p:spPr>
      </p:pic>
    </p:spTree>
    <p:extLst>
      <p:ext uri="{BB962C8B-B14F-4D97-AF65-F5344CB8AC3E}">
        <p14:creationId xmlns:p14="http://schemas.microsoft.com/office/powerpoint/2010/main" val="836986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2DDBFF7-E37A-868C-DB35-D553502D1725}"/>
              </a:ext>
            </a:extLst>
          </p:cNvPr>
          <p:cNvSpPr>
            <a:spLocks noGrp="1"/>
          </p:cNvSpPr>
          <p:nvPr>
            <p:ph type="sldNum" sz="quarter" idx="12"/>
          </p:nvPr>
        </p:nvSpPr>
        <p:spPr/>
        <p:txBody>
          <a:bodyPr/>
          <a:lstStyle/>
          <a:p>
            <a:fld id="{D836C0FE-70CA-4950-82D6-CF602CC2B770}" type="slidenum">
              <a:rPr lang="en-GB" smtClean="0"/>
              <a:t>25</a:t>
            </a:fld>
            <a:endParaRPr lang="en-GB" dirty="0"/>
          </a:p>
        </p:txBody>
      </p:sp>
      <p:sp>
        <p:nvSpPr>
          <p:cNvPr id="3" name="Titel 2">
            <a:extLst>
              <a:ext uri="{FF2B5EF4-FFF2-40B4-BE49-F238E27FC236}">
                <a16:creationId xmlns:a16="http://schemas.microsoft.com/office/drawing/2014/main" id="{B61A4792-B8BE-2263-088C-280427CDD6CB}"/>
              </a:ext>
            </a:extLst>
          </p:cNvPr>
          <p:cNvSpPr>
            <a:spLocks noGrp="1"/>
          </p:cNvSpPr>
          <p:nvPr>
            <p:ph type="title"/>
          </p:nvPr>
        </p:nvSpPr>
        <p:spPr/>
        <p:txBody>
          <a:bodyPr/>
          <a:lstStyle/>
          <a:p>
            <a:r>
              <a:rPr lang="en-GB" dirty="0"/>
              <a:t>Outcomes of your decisions:</a:t>
            </a:r>
          </a:p>
        </p:txBody>
      </p:sp>
      <p:graphicFrame>
        <p:nvGraphicFramePr>
          <p:cNvPr id="7" name="Inhaltsplatzhalter 6">
            <a:extLst>
              <a:ext uri="{FF2B5EF4-FFF2-40B4-BE49-F238E27FC236}">
                <a16:creationId xmlns:a16="http://schemas.microsoft.com/office/drawing/2014/main" id="{AA36D0DC-DFBA-E515-252D-C2F33EBE3F78}"/>
              </a:ext>
            </a:extLst>
          </p:cNvPr>
          <p:cNvGraphicFramePr>
            <a:graphicFrameLocks noGrp="1"/>
          </p:cNvGraphicFramePr>
          <p:nvPr>
            <p:ph idx="1"/>
          </p:nvPr>
        </p:nvGraphicFramePr>
        <p:xfrm>
          <a:off x="771524" y="1471361"/>
          <a:ext cx="8281622" cy="4212239"/>
        </p:xfrm>
        <a:graphic>
          <a:graphicData uri="http://schemas.openxmlformats.org/drawingml/2006/table">
            <a:tbl>
              <a:tblPr>
                <a:tableStyleId>{5940675A-B579-460E-94D1-54222C63F5DA}</a:tableStyleId>
              </a:tblPr>
              <a:tblGrid>
                <a:gridCol w="1491808">
                  <a:extLst>
                    <a:ext uri="{9D8B030D-6E8A-4147-A177-3AD203B41FA5}">
                      <a16:colId xmlns:a16="http://schemas.microsoft.com/office/drawing/2014/main" val="1027614119"/>
                    </a:ext>
                  </a:extLst>
                </a:gridCol>
                <a:gridCol w="1688221">
                  <a:extLst>
                    <a:ext uri="{9D8B030D-6E8A-4147-A177-3AD203B41FA5}">
                      <a16:colId xmlns:a16="http://schemas.microsoft.com/office/drawing/2014/main" val="4185023332"/>
                    </a:ext>
                  </a:extLst>
                </a:gridCol>
                <a:gridCol w="2551824">
                  <a:extLst>
                    <a:ext uri="{9D8B030D-6E8A-4147-A177-3AD203B41FA5}">
                      <a16:colId xmlns:a16="http://schemas.microsoft.com/office/drawing/2014/main" val="3206181637"/>
                    </a:ext>
                  </a:extLst>
                </a:gridCol>
                <a:gridCol w="2549769">
                  <a:extLst>
                    <a:ext uri="{9D8B030D-6E8A-4147-A177-3AD203B41FA5}">
                      <a16:colId xmlns:a16="http://schemas.microsoft.com/office/drawing/2014/main" val="4235695785"/>
                    </a:ext>
                  </a:extLst>
                </a:gridCol>
              </a:tblGrid>
              <a:tr h="647276">
                <a:tc>
                  <a:txBody>
                    <a:bodyPr/>
                    <a:lstStyle/>
                    <a:p>
                      <a:pPr algn="l"/>
                      <a:endParaRPr lang="de-AT" sz="1500" dirty="0">
                        <a:effectLst/>
                      </a:endParaRPr>
                    </a:p>
                  </a:txBody>
                  <a:tcPr marL="78731" marR="78731" marT="39366" marB="39366"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endParaRPr lang="de-AT" sz="1500" dirty="0">
                        <a:effectLst/>
                      </a:endParaRPr>
                    </a:p>
                  </a:txBody>
                  <a:tcPr marL="78731" marR="78731" marT="39366" marB="39366" anchor="ctr">
                    <a:lnL w="12700" cmpd="sng">
                      <a:noFill/>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r>
                        <a:rPr lang="en-US" sz="2000" b="1" dirty="0">
                          <a:effectLst/>
                        </a:rPr>
                        <a:t>Company B: BestProduct Inc.</a:t>
                      </a:r>
                      <a:endParaRPr lang="en-US" sz="2000" dirty="0">
                        <a:effectLst/>
                      </a:endParaRPr>
                    </a:p>
                  </a:txBody>
                  <a:tcPr marL="78731" marR="78731" marT="39366" marB="39366" anchor="ctr">
                    <a:lnL w="28575" cap="flat" cmpd="sng" algn="ctr">
                      <a:solidFill>
                        <a:schemeClr val="tx1"/>
                      </a:solidFill>
                      <a:prstDash val="solid"/>
                      <a:round/>
                      <a:headEnd type="none" w="med" len="med"/>
                      <a:tailEnd type="none" w="med" len="med"/>
                    </a:lnL>
                    <a:solidFill>
                      <a:srgbClr val="92D050"/>
                    </a:solidFill>
                  </a:tcPr>
                </a:tc>
                <a:tc hMerge="1">
                  <a:txBody>
                    <a:bodyPr/>
                    <a:lstStyle/>
                    <a:p>
                      <a:endParaRPr dirty="0"/>
                    </a:p>
                  </a:txBody>
                  <a:tcPr marL="78731" marR="78731" marT="39366" marB="39366" anchor="ctr"/>
                </a:tc>
                <a:extLst>
                  <a:ext uri="{0D108BD9-81ED-4DB2-BD59-A6C34878D82A}">
                    <a16:rowId xmlns:a16="http://schemas.microsoft.com/office/drawing/2014/main" val="1601406805"/>
                  </a:ext>
                </a:extLst>
              </a:tr>
              <a:tr h="651788">
                <a:tc>
                  <a:txBody>
                    <a:bodyPr/>
                    <a:lstStyle/>
                    <a:p>
                      <a:pPr algn="l"/>
                      <a:endParaRPr lang="de-AT" sz="1500" dirty="0">
                        <a:effectLst/>
                      </a:endParaRPr>
                    </a:p>
                  </a:txBody>
                  <a:tcPr marL="78731" marR="78731" marT="39366" marB="39366"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AT" sz="1500" dirty="0">
                        <a:effectLst/>
                      </a:endParaRPr>
                    </a:p>
                  </a:txBody>
                  <a:tcPr marL="78731" marR="78731" marT="39366" marB="39366" anchor="ctr">
                    <a:lnL w="12700" cmpd="sng">
                      <a:noFill/>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effectLst/>
                        </a:rPr>
                        <a:t>Invest in Renewables (Cooperate)</a:t>
                      </a:r>
                      <a:endParaRPr lang="en-US" sz="1500" dirty="0">
                        <a:effectLst/>
                      </a:endParaRPr>
                    </a:p>
                  </a:txBody>
                  <a:tcPr marL="78731" marR="78731" marT="39366" marB="39366"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effectLst/>
                        </a:rPr>
                        <a:t>Stick with Fossil Fuels </a:t>
                      </a:r>
                      <a:br>
                        <a:rPr lang="en-US" sz="1500" b="1" dirty="0">
                          <a:effectLst/>
                        </a:rPr>
                      </a:br>
                      <a:r>
                        <a:rPr lang="en-US" sz="1500" b="1" dirty="0">
                          <a:effectLst/>
                        </a:rPr>
                        <a:t>(Defect)</a:t>
                      </a:r>
                      <a:endParaRPr lang="en-US" sz="1500" dirty="0">
                        <a:effectLst/>
                      </a:endParaRPr>
                    </a:p>
                  </a:txBody>
                  <a:tcPr marL="78731" marR="78731" marT="39366" marB="39366" anchor="ctr">
                    <a:lnB w="28575"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143749873"/>
                  </a:ext>
                </a:extLst>
              </a:tr>
              <a:tr h="1371729">
                <a:tc rowSpan="2">
                  <a:txBody>
                    <a:bodyPr/>
                    <a:lstStyle/>
                    <a:p>
                      <a:r>
                        <a:rPr lang="en-US" sz="2000" b="1" dirty="0">
                          <a:effectLst/>
                        </a:rPr>
                        <a:t>Company A:</a:t>
                      </a:r>
                      <a:br>
                        <a:rPr lang="en-US" sz="2000" b="1" dirty="0">
                          <a:effectLst/>
                        </a:rPr>
                      </a:br>
                      <a:r>
                        <a:rPr lang="de-AT" sz="2000" b="1" i="0" kern="1200" dirty="0">
                          <a:solidFill>
                            <a:schemeClr val="tx1"/>
                          </a:solidFill>
                          <a:effectLst/>
                          <a:latin typeface="+mn-lt"/>
                          <a:ea typeface="+mn-ea"/>
                          <a:cs typeface="+mn-cs"/>
                        </a:rPr>
                        <a:t>AllTech Ltd</a:t>
                      </a:r>
                      <a:endParaRPr lang="en-US" sz="2000" b="1" dirty="0">
                        <a:effectLst/>
                      </a:endParaRPr>
                    </a:p>
                  </a:txBody>
                  <a:tcPr marL="78731" marR="78731" marT="39366" marB="39366" anchor="ctr">
                    <a:lnL w="1905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2"/>
                    </a:solidFill>
                  </a:tcPr>
                </a:tc>
                <a:tc>
                  <a:txBody>
                    <a:bodyPr/>
                    <a:lstStyle/>
                    <a:p>
                      <a:r>
                        <a:rPr lang="en-US" sz="1500" b="1" dirty="0">
                          <a:effectLst/>
                        </a:rPr>
                        <a:t>Invest in Renewables (Cooperate)</a:t>
                      </a:r>
                      <a:endParaRPr lang="en-US" sz="1500" dirty="0">
                        <a:effectLst/>
                      </a:endParaRPr>
                    </a:p>
                  </a:txBody>
                  <a:tcPr marL="78731" marR="78731" marT="39366" marB="39366"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2"/>
                    </a:solidFill>
                  </a:tcPr>
                </a:tc>
                <a:tc>
                  <a:txBody>
                    <a:bodyPr/>
                    <a:lstStyle/>
                    <a:p>
                      <a:pPr algn="ctr"/>
                      <a:r>
                        <a:rPr lang="en-US" sz="1800" b="1" dirty="0">
                          <a:effectLst/>
                        </a:rPr>
                        <a:t>(5, 5)</a:t>
                      </a:r>
                      <a:r>
                        <a:rPr lang="en-US" sz="1800" dirty="0">
                          <a:effectLst/>
                        </a:rPr>
                        <a:t>: </a:t>
                      </a:r>
                      <a:br>
                        <a:rPr lang="en-US" sz="1500" dirty="0">
                          <a:effectLst/>
                        </a:rPr>
                      </a:br>
                      <a:r>
                        <a:rPr lang="en-US" sz="1500" dirty="0">
                          <a:effectLst/>
                        </a:rPr>
                        <a:t>Both cooperate; gain long-term stability and consumer trust.</a:t>
                      </a:r>
                    </a:p>
                  </a:txBody>
                  <a:tcPr marL="78731" marR="78731" marT="39366" marB="39366"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sz="1800" b="1" dirty="0">
                          <a:effectLst/>
                        </a:rPr>
                        <a:t>(1, 7)</a:t>
                      </a:r>
                      <a:r>
                        <a:rPr lang="en-US" sz="1800" dirty="0">
                          <a:effectLst/>
                        </a:rPr>
                        <a:t>: </a:t>
                      </a:r>
                      <a:br>
                        <a:rPr lang="en-US" sz="1500" dirty="0">
                          <a:effectLst/>
                        </a:rPr>
                      </a:br>
                      <a:r>
                        <a:rPr lang="en-US" sz="1500" dirty="0">
                          <a:effectLst/>
                        </a:rPr>
                        <a:t>A invests at a high cost, while B profits short-term by avoiding investment.</a:t>
                      </a:r>
                    </a:p>
                  </a:txBody>
                  <a:tcPr marL="78731" marR="78731" marT="39366" marB="39366" anchor="ct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9568880"/>
                  </a:ext>
                </a:extLst>
              </a:tr>
              <a:tr h="1541446">
                <a:tc vMerge="1">
                  <a:txBody>
                    <a:bodyPr/>
                    <a:lstStyle/>
                    <a:p>
                      <a:endParaRPr lang="en-US" sz="1500" dirty="0">
                        <a:effectLst/>
                      </a:endParaRPr>
                    </a:p>
                  </a:txBody>
                  <a:tcPr marL="78731" marR="78731" marT="39366" marB="39366" anchor="ctr"/>
                </a:tc>
                <a:tc>
                  <a:txBody>
                    <a:bodyPr/>
                    <a:lstStyle/>
                    <a:p>
                      <a:r>
                        <a:rPr lang="en-US" sz="1500" b="1" dirty="0">
                          <a:effectLst/>
                        </a:rPr>
                        <a:t>Stick with Fossil Fuels (Defect)</a:t>
                      </a:r>
                      <a:endParaRPr lang="en-US" sz="1500" dirty="0">
                        <a:effectLst/>
                      </a:endParaRPr>
                    </a:p>
                  </a:txBody>
                  <a:tcPr marL="78731" marR="78731" marT="39366" marB="39366" anchor="ctr">
                    <a:lnR w="28575" cap="flat" cmpd="sng" algn="ctr">
                      <a:solidFill>
                        <a:schemeClr val="tx1"/>
                      </a:solidFill>
                      <a:prstDash val="solid"/>
                      <a:round/>
                      <a:headEnd type="none" w="med" len="med"/>
                      <a:tailEnd type="none" w="med" len="med"/>
                    </a:lnR>
                    <a:solidFill>
                      <a:schemeClr val="tx2"/>
                    </a:solidFill>
                  </a:tcPr>
                </a:tc>
                <a:tc>
                  <a:txBody>
                    <a:bodyPr/>
                    <a:lstStyle/>
                    <a:p>
                      <a:pPr algn="ctr"/>
                      <a:r>
                        <a:rPr lang="en-US" sz="1800" b="1" dirty="0">
                          <a:effectLst/>
                        </a:rPr>
                        <a:t>(7, 1)</a:t>
                      </a:r>
                      <a:r>
                        <a:rPr lang="en-US" sz="1800" dirty="0">
                          <a:effectLst/>
                        </a:rPr>
                        <a:t>: </a:t>
                      </a:r>
                      <a:br>
                        <a:rPr lang="en-US" sz="1500" dirty="0">
                          <a:effectLst/>
                        </a:rPr>
                      </a:br>
                      <a:r>
                        <a:rPr lang="en-US" sz="1500" dirty="0">
                          <a:effectLst/>
                        </a:rPr>
                        <a:t>A profits short-term while B incurs renewable energy costs.</a:t>
                      </a:r>
                    </a:p>
                  </a:txBody>
                  <a:tcPr marL="78731" marR="78731" marT="39366" marB="39366" anchor="ctr">
                    <a:lnL w="28575" cap="flat" cmpd="sng" algn="ctr">
                      <a:solidFill>
                        <a:schemeClr val="tx1"/>
                      </a:solidFill>
                      <a:prstDash val="solid"/>
                      <a:round/>
                      <a:headEnd type="none" w="med" len="med"/>
                      <a:tailEnd type="none" w="med" len="med"/>
                    </a:lnL>
                  </a:tcPr>
                </a:tc>
                <a:tc>
                  <a:txBody>
                    <a:bodyPr/>
                    <a:lstStyle/>
                    <a:p>
                      <a:pPr algn="ctr"/>
                      <a:r>
                        <a:rPr lang="en-US" sz="1800" b="1" dirty="0">
                          <a:effectLst/>
                        </a:rPr>
                        <a:t>(3, 3)</a:t>
                      </a:r>
                      <a:r>
                        <a:rPr lang="en-US" sz="1800" dirty="0">
                          <a:effectLst/>
                        </a:rPr>
                        <a:t>: </a:t>
                      </a:r>
                      <a:br>
                        <a:rPr lang="en-US" sz="1500" dirty="0">
                          <a:effectLst/>
                        </a:rPr>
                      </a:br>
                      <a:r>
                        <a:rPr lang="en-US" sz="1500" dirty="0">
                          <a:effectLst/>
                        </a:rPr>
                        <a:t>Both compete, avoiding investment but face cumulative penalties over time.</a:t>
                      </a:r>
                    </a:p>
                  </a:txBody>
                  <a:tcPr marL="78731" marR="78731" marT="39366" marB="39366" anchor="ctr"/>
                </a:tc>
                <a:extLst>
                  <a:ext uri="{0D108BD9-81ED-4DB2-BD59-A6C34878D82A}">
                    <a16:rowId xmlns:a16="http://schemas.microsoft.com/office/drawing/2014/main" val="3458748727"/>
                  </a:ext>
                </a:extLst>
              </a:tr>
            </a:tbl>
          </a:graphicData>
        </a:graphic>
      </p:graphicFrame>
      <p:sp>
        <p:nvSpPr>
          <p:cNvPr id="5" name="Datumsplatzhalter 4">
            <a:extLst>
              <a:ext uri="{FF2B5EF4-FFF2-40B4-BE49-F238E27FC236}">
                <a16:creationId xmlns:a16="http://schemas.microsoft.com/office/drawing/2014/main" id="{D74B138C-3567-12B7-A77B-AF131CF32D71}"/>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59AE2CF-EED8-453A-20C7-94227EB0F5BA}"/>
              </a:ext>
            </a:extLst>
          </p:cNvPr>
          <p:cNvSpPr>
            <a:spLocks noGrp="1"/>
          </p:cNvSpPr>
          <p:nvPr>
            <p:ph type="ftr" sz="quarter" idx="11"/>
          </p:nvPr>
        </p:nvSpPr>
        <p:spPr/>
        <p:txBody>
          <a:bodyPr/>
          <a:lstStyle/>
          <a:p>
            <a:r>
              <a:rPr lang="en-GB" dirty="0"/>
              <a:t>KMH | L POS</a:t>
            </a:r>
          </a:p>
        </p:txBody>
      </p:sp>
      <p:sp>
        <p:nvSpPr>
          <p:cNvPr id="8" name="Rectangle 1">
            <a:extLst>
              <a:ext uri="{FF2B5EF4-FFF2-40B4-BE49-F238E27FC236}">
                <a16:creationId xmlns:a16="http://schemas.microsoft.com/office/drawing/2014/main" id="{CD0445AE-EFBA-2DA6-FC9D-1F7B236BA692}"/>
              </a:ext>
            </a:extLst>
          </p:cNvPr>
          <p:cNvSpPr>
            <a:spLocks noChangeArrowheads="1"/>
          </p:cNvSpPr>
          <p:nvPr/>
        </p:nvSpPr>
        <p:spPr bwMode="auto">
          <a:xfrm>
            <a:off x="695325" y="2399398"/>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GB" altLang="de-DE" sz="1800" b="0" i="0" u="none" strike="noStrike" cap="none" normalizeH="0" baseline="0" dirty="0">
                <a:ln>
                  <a:noFill/>
                </a:ln>
                <a:solidFill>
                  <a:schemeClr val="tx1"/>
                </a:solidFill>
                <a:effectLst/>
                <a:latin typeface="Arial" panose="020B0604020202020204" pitchFamily="34" charset="0"/>
              </a:rPr>
            </a:br>
            <a:endParaRPr kumimoji="0" lang="en-GB" altLang="de-DE" sz="1800" b="0" i="0" u="none" strike="noStrike" cap="none" normalizeH="0" baseline="0" dirty="0">
              <a:ln>
                <a:noFill/>
              </a:ln>
              <a:solidFill>
                <a:schemeClr val="tx1"/>
              </a:solidFill>
              <a:effectLst/>
              <a:latin typeface="Arial" panose="020B0604020202020204" pitchFamily="34" charset="0"/>
            </a:endParaRPr>
          </a:p>
        </p:txBody>
      </p:sp>
      <p:pic>
        <p:nvPicPr>
          <p:cNvPr id="12" name="Grafik 11">
            <a:extLst>
              <a:ext uri="{FF2B5EF4-FFF2-40B4-BE49-F238E27FC236}">
                <a16:creationId xmlns:a16="http://schemas.microsoft.com/office/drawing/2014/main" id="{6EFBF1EF-82AA-6FA2-7ECD-7058244E4B64}"/>
              </a:ext>
            </a:extLst>
          </p:cNvPr>
          <p:cNvPicPr>
            <a:picLocks noChangeAspect="1"/>
          </p:cNvPicPr>
          <p:nvPr/>
        </p:nvPicPr>
        <p:blipFill>
          <a:blip r:embed="rId2"/>
          <a:stretch>
            <a:fillRect/>
          </a:stretch>
        </p:blipFill>
        <p:spPr>
          <a:xfrm>
            <a:off x="9421351" y="2968206"/>
            <a:ext cx="2378292" cy="2366719"/>
          </a:xfrm>
          <a:prstGeom prst="rect">
            <a:avLst/>
          </a:prstGeom>
        </p:spPr>
      </p:pic>
    </p:spTree>
    <p:extLst>
      <p:ext uri="{BB962C8B-B14F-4D97-AF65-F5344CB8AC3E}">
        <p14:creationId xmlns:p14="http://schemas.microsoft.com/office/powerpoint/2010/main" val="31360057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EF11E6E-9E33-D700-BC64-F98DA7D1FA2F}"/>
              </a:ext>
            </a:extLst>
          </p:cNvPr>
          <p:cNvSpPr>
            <a:spLocks noGrp="1"/>
          </p:cNvSpPr>
          <p:nvPr>
            <p:ph type="sldNum" sz="quarter" idx="12"/>
          </p:nvPr>
        </p:nvSpPr>
        <p:spPr/>
        <p:txBody>
          <a:bodyPr/>
          <a:lstStyle/>
          <a:p>
            <a:fld id="{D836C0FE-70CA-4950-82D6-CF602CC2B770}" type="slidenum">
              <a:rPr lang="en-GB" smtClean="0"/>
              <a:t>26</a:t>
            </a:fld>
            <a:endParaRPr lang="en-GB" dirty="0"/>
          </a:p>
        </p:txBody>
      </p:sp>
      <p:sp>
        <p:nvSpPr>
          <p:cNvPr id="3" name="Titel 2">
            <a:extLst>
              <a:ext uri="{FF2B5EF4-FFF2-40B4-BE49-F238E27FC236}">
                <a16:creationId xmlns:a16="http://schemas.microsoft.com/office/drawing/2014/main" id="{4283B1B1-A7A5-EDB5-5A75-FEB4174D157E}"/>
              </a:ext>
            </a:extLst>
          </p:cNvPr>
          <p:cNvSpPr>
            <a:spLocks noGrp="1"/>
          </p:cNvSpPr>
          <p:nvPr>
            <p:ph type="title"/>
          </p:nvPr>
        </p:nvSpPr>
        <p:spPr/>
        <p:txBody>
          <a:bodyPr/>
          <a:lstStyle/>
          <a:p>
            <a:r>
              <a:rPr lang="en-GB" dirty="0"/>
              <a:t>Debriefing</a:t>
            </a:r>
          </a:p>
        </p:txBody>
      </p:sp>
      <p:sp>
        <p:nvSpPr>
          <p:cNvPr id="4" name="Inhaltsplatzhalter 3">
            <a:extLst>
              <a:ext uri="{FF2B5EF4-FFF2-40B4-BE49-F238E27FC236}">
                <a16:creationId xmlns:a16="http://schemas.microsoft.com/office/drawing/2014/main" id="{0CA1856E-339F-B5FC-9D65-1A1B2EE1AE99}"/>
              </a:ext>
            </a:extLst>
          </p:cNvPr>
          <p:cNvSpPr>
            <a:spLocks noGrp="1"/>
          </p:cNvSpPr>
          <p:nvPr>
            <p:ph idx="1"/>
          </p:nvPr>
        </p:nvSpPr>
        <p:spPr>
          <a:xfrm>
            <a:off x="695324" y="1345223"/>
            <a:ext cx="10556876" cy="4819041"/>
          </a:xfrm>
        </p:spPr>
        <p:txBody>
          <a:bodyPr>
            <a:normAutofit/>
          </a:bodyPr>
          <a:lstStyle/>
          <a:p>
            <a:pPr>
              <a:spcAft>
                <a:spcPts val="2000"/>
              </a:spcAft>
            </a:pPr>
            <a:r>
              <a:rPr lang="en-GB" sz="2800" dirty="0"/>
              <a:t>Why did you choose to cooperate or compete?</a:t>
            </a:r>
          </a:p>
          <a:p>
            <a:pPr>
              <a:spcAft>
                <a:spcPts val="2000"/>
              </a:spcAft>
            </a:pPr>
            <a:r>
              <a:rPr lang="en-GB" sz="2800" dirty="0"/>
              <a:t>How did your choices affect the outcome?</a:t>
            </a:r>
          </a:p>
          <a:p>
            <a:pPr>
              <a:spcAft>
                <a:spcPts val="2000"/>
              </a:spcAft>
            </a:pPr>
            <a:r>
              <a:rPr lang="en-GB" sz="2800" dirty="0"/>
              <a:t>What would encourage cooperation in real-world scenarios?</a:t>
            </a:r>
          </a:p>
          <a:p>
            <a:pPr lvl="1">
              <a:spcAft>
                <a:spcPts val="2000"/>
              </a:spcAft>
            </a:pPr>
            <a:r>
              <a:rPr lang="en-GB" sz="2600" dirty="0"/>
              <a:t>e.g., regulations, subsidies, consumer pressure, Xtinction Rebellion, …</a:t>
            </a:r>
          </a:p>
        </p:txBody>
      </p:sp>
      <p:sp>
        <p:nvSpPr>
          <p:cNvPr id="5" name="Datumsplatzhalter 4">
            <a:extLst>
              <a:ext uri="{FF2B5EF4-FFF2-40B4-BE49-F238E27FC236}">
                <a16:creationId xmlns:a16="http://schemas.microsoft.com/office/drawing/2014/main" id="{FC1954B9-E15E-63BE-1511-07F4796833C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154C5CD-25F0-75ED-53E4-D5A2CDFA1827}"/>
              </a:ext>
            </a:extLst>
          </p:cNvPr>
          <p:cNvSpPr>
            <a:spLocks noGrp="1"/>
          </p:cNvSpPr>
          <p:nvPr>
            <p:ph type="ftr" sz="quarter" idx="11"/>
          </p:nvPr>
        </p:nvSpPr>
        <p:spPr/>
        <p:txBody>
          <a:bodyPr/>
          <a:lstStyle/>
          <a:p>
            <a:r>
              <a:rPr lang="en-GB" dirty="0"/>
              <a:t>KMH | L POS</a:t>
            </a:r>
          </a:p>
        </p:txBody>
      </p:sp>
    </p:spTree>
    <p:extLst>
      <p:ext uri="{BB962C8B-B14F-4D97-AF65-F5344CB8AC3E}">
        <p14:creationId xmlns:p14="http://schemas.microsoft.com/office/powerpoint/2010/main" val="1713914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E30F0DB-4959-4C4B-6D79-37446F35DCC2}"/>
              </a:ext>
            </a:extLst>
          </p:cNvPr>
          <p:cNvSpPr>
            <a:spLocks noGrp="1"/>
          </p:cNvSpPr>
          <p:nvPr>
            <p:ph type="sldNum" sz="quarter" idx="12"/>
          </p:nvPr>
        </p:nvSpPr>
        <p:spPr/>
        <p:txBody>
          <a:bodyPr/>
          <a:lstStyle/>
          <a:p>
            <a:fld id="{D836C0FE-70CA-4950-82D6-CF602CC2B770}" type="slidenum">
              <a:rPr lang="en-GB" smtClean="0"/>
              <a:t>27</a:t>
            </a:fld>
            <a:endParaRPr lang="en-GB" dirty="0"/>
          </a:p>
        </p:txBody>
      </p:sp>
      <p:sp>
        <p:nvSpPr>
          <p:cNvPr id="3" name="Titel 2">
            <a:extLst>
              <a:ext uri="{FF2B5EF4-FFF2-40B4-BE49-F238E27FC236}">
                <a16:creationId xmlns:a16="http://schemas.microsoft.com/office/drawing/2014/main" id="{E7692B08-112F-B9E0-5563-405208BBFF0D}"/>
              </a:ext>
            </a:extLst>
          </p:cNvPr>
          <p:cNvSpPr>
            <a:spLocks noGrp="1"/>
          </p:cNvSpPr>
          <p:nvPr>
            <p:ph type="title"/>
          </p:nvPr>
        </p:nvSpPr>
        <p:spPr/>
        <p:txBody>
          <a:bodyPr/>
          <a:lstStyle/>
          <a:p>
            <a:r>
              <a:rPr lang="en-GB" dirty="0"/>
              <a:t>Some Conclusions on the EUT</a:t>
            </a:r>
          </a:p>
        </p:txBody>
      </p:sp>
      <p:sp>
        <p:nvSpPr>
          <p:cNvPr id="4" name="Inhaltsplatzhalter 3">
            <a:extLst>
              <a:ext uri="{FF2B5EF4-FFF2-40B4-BE49-F238E27FC236}">
                <a16:creationId xmlns:a16="http://schemas.microsoft.com/office/drawing/2014/main" id="{9E4E95E4-0812-3689-BC10-5C0607B1EDEE}"/>
              </a:ext>
            </a:extLst>
          </p:cNvPr>
          <p:cNvSpPr>
            <a:spLocks noGrp="1"/>
          </p:cNvSpPr>
          <p:nvPr>
            <p:ph idx="1"/>
          </p:nvPr>
        </p:nvSpPr>
        <p:spPr/>
        <p:txBody>
          <a:bodyPr/>
          <a:lstStyle/>
          <a:p>
            <a:r>
              <a:rPr lang="en-GB" dirty="0"/>
              <a:t>Rational individual decisions  ≠ guarantee optimal collective results</a:t>
            </a:r>
          </a:p>
          <a:p>
            <a:r>
              <a:rPr lang="en-GB" dirty="0"/>
              <a:t>EUT treats decisions in isolation</a:t>
            </a:r>
          </a:p>
          <a:p>
            <a:pPr lvl="1"/>
            <a:r>
              <a:rPr lang="en-GB" dirty="0"/>
              <a:t>No interdependence of decisions between agents</a:t>
            </a:r>
          </a:p>
          <a:p>
            <a:r>
              <a:rPr lang="en-GB" dirty="0"/>
              <a:t>Real people cooperate far more than EUT would predict</a:t>
            </a:r>
          </a:p>
          <a:p>
            <a:pPr lvl="1"/>
            <a:r>
              <a:rPr lang="en-GB" dirty="0"/>
              <a:t>Indication for “bounded” rationality</a:t>
            </a:r>
          </a:p>
          <a:p>
            <a:pPr lvl="1"/>
            <a:r>
              <a:rPr lang="en-GB" dirty="0"/>
              <a:t>Trust, context &amp; social norms have influence</a:t>
            </a:r>
          </a:p>
        </p:txBody>
      </p:sp>
      <p:sp>
        <p:nvSpPr>
          <p:cNvPr id="5" name="Datumsplatzhalter 4">
            <a:extLst>
              <a:ext uri="{FF2B5EF4-FFF2-40B4-BE49-F238E27FC236}">
                <a16:creationId xmlns:a16="http://schemas.microsoft.com/office/drawing/2014/main" id="{4E42406A-E45B-56B1-4D14-C63CACF7644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E18C7D00-F8B3-8334-723E-607C621DD123}"/>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981279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FC102-B752-F138-CE31-624782C45203}"/>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FB156E73-4B07-9F60-9961-FD24B9753889}"/>
              </a:ext>
            </a:extLst>
          </p:cNvPr>
          <p:cNvSpPr>
            <a:spLocks noGrp="1"/>
          </p:cNvSpPr>
          <p:nvPr>
            <p:ph type="title"/>
          </p:nvPr>
        </p:nvSpPr>
        <p:spPr/>
        <p:txBody>
          <a:bodyPr/>
          <a:lstStyle/>
          <a:p>
            <a:r>
              <a:rPr lang="en-GB" dirty="0"/>
              <a:t>A Look at Descriptive Approaches</a:t>
            </a:r>
          </a:p>
        </p:txBody>
      </p:sp>
      <p:sp>
        <p:nvSpPr>
          <p:cNvPr id="2" name="Foliennummernplatzhalter 1">
            <a:extLst>
              <a:ext uri="{FF2B5EF4-FFF2-40B4-BE49-F238E27FC236}">
                <a16:creationId xmlns:a16="http://schemas.microsoft.com/office/drawing/2014/main" id="{9BA645B2-2454-67ED-1B33-4F79145C63BC}"/>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28</a:t>
            </a:fld>
            <a:endParaRPr lang="en-GB" dirty="0"/>
          </a:p>
        </p:txBody>
      </p:sp>
    </p:spTree>
    <p:extLst>
      <p:ext uri="{BB962C8B-B14F-4D97-AF65-F5344CB8AC3E}">
        <p14:creationId xmlns:p14="http://schemas.microsoft.com/office/powerpoint/2010/main" val="679904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41609-CAA7-8F50-B1C3-0D88935005F5}"/>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E69167B-5619-6337-1EC8-5DCA5AC4F131}"/>
              </a:ext>
            </a:extLst>
          </p:cNvPr>
          <p:cNvSpPr>
            <a:spLocks noGrp="1"/>
          </p:cNvSpPr>
          <p:nvPr>
            <p:ph type="sldNum" sz="quarter" idx="12"/>
          </p:nvPr>
        </p:nvSpPr>
        <p:spPr/>
        <p:txBody>
          <a:bodyPr/>
          <a:lstStyle/>
          <a:p>
            <a:fld id="{D836C0FE-70CA-4950-82D6-CF602CC2B770}" type="slidenum">
              <a:rPr lang="en-GB" smtClean="0"/>
              <a:t>29</a:t>
            </a:fld>
            <a:endParaRPr lang="en-GB" dirty="0"/>
          </a:p>
        </p:txBody>
      </p:sp>
      <p:sp>
        <p:nvSpPr>
          <p:cNvPr id="3" name="Titel 2">
            <a:extLst>
              <a:ext uri="{FF2B5EF4-FFF2-40B4-BE49-F238E27FC236}">
                <a16:creationId xmlns:a16="http://schemas.microsoft.com/office/drawing/2014/main" id="{D84E2068-25DE-2820-E45A-AFB3F29AFF0D}"/>
              </a:ext>
            </a:extLst>
          </p:cNvPr>
          <p:cNvSpPr>
            <a:spLocks noGrp="1"/>
          </p:cNvSpPr>
          <p:nvPr>
            <p:ph type="title"/>
          </p:nvPr>
        </p:nvSpPr>
        <p:spPr/>
        <p:txBody>
          <a:bodyPr/>
          <a:lstStyle/>
          <a:p>
            <a:r>
              <a:rPr lang="en-GB" dirty="0"/>
              <a:t>Two Ways to Think About Decision-Making</a:t>
            </a:r>
            <a:br>
              <a:rPr lang="en-GB" dirty="0"/>
            </a:br>
            <a:endParaRPr lang="en-GB" dirty="0"/>
          </a:p>
        </p:txBody>
      </p:sp>
      <p:sp>
        <p:nvSpPr>
          <p:cNvPr id="4" name="Inhaltsplatzhalter 3">
            <a:extLst>
              <a:ext uri="{FF2B5EF4-FFF2-40B4-BE49-F238E27FC236}">
                <a16:creationId xmlns:a16="http://schemas.microsoft.com/office/drawing/2014/main" id="{17A6123B-6AC1-9D7F-CA8F-44FA2B33BD49}"/>
              </a:ext>
            </a:extLst>
          </p:cNvPr>
          <p:cNvSpPr>
            <a:spLocks noGrp="1"/>
          </p:cNvSpPr>
          <p:nvPr>
            <p:ph idx="1"/>
          </p:nvPr>
        </p:nvSpPr>
        <p:spPr>
          <a:xfrm>
            <a:off x="695324" y="1341001"/>
            <a:ext cx="10800675" cy="4823264"/>
          </a:xfrm>
        </p:spPr>
        <p:txBody>
          <a:bodyPr>
            <a:normAutofit/>
          </a:bodyPr>
          <a:lstStyle/>
          <a:p>
            <a:pPr>
              <a:spcAft>
                <a:spcPts val="1000"/>
              </a:spcAft>
            </a:pPr>
            <a:r>
              <a:rPr lang="en-GB" b="1" dirty="0"/>
              <a:t>Prescriptive</a:t>
            </a:r>
            <a:r>
              <a:rPr lang="en-GB" dirty="0"/>
              <a:t> theories define how people </a:t>
            </a:r>
            <a:r>
              <a:rPr lang="en-GB" b="1" i="1" dirty="0"/>
              <a:t>should</a:t>
            </a:r>
            <a:r>
              <a:rPr lang="en-GB" b="1" dirty="0"/>
              <a:t> make </a:t>
            </a:r>
            <a:r>
              <a:rPr lang="en-GB" dirty="0"/>
              <a:t>decisions to achieve the best possible outcome — logically and consistently</a:t>
            </a:r>
          </a:p>
          <a:p>
            <a:pPr lvl="1">
              <a:spcAft>
                <a:spcPts val="1000"/>
              </a:spcAft>
            </a:pPr>
            <a:r>
              <a:rPr lang="en-GB" dirty="0"/>
              <a:t>Prescriptive models assume a rational agent who weighs all options and picks the one with the highest expected value</a:t>
            </a:r>
          </a:p>
          <a:p>
            <a:pPr>
              <a:spcAft>
                <a:spcPts val="1000"/>
              </a:spcAft>
            </a:pPr>
            <a:r>
              <a:rPr lang="en-GB" b="1" dirty="0"/>
              <a:t>Descriptive</a:t>
            </a:r>
            <a:r>
              <a:rPr lang="en-GB" dirty="0"/>
              <a:t> theories explain how people </a:t>
            </a:r>
            <a:r>
              <a:rPr lang="en-GB" b="1" i="1" dirty="0"/>
              <a:t>actually</a:t>
            </a:r>
            <a:r>
              <a:rPr lang="en-GB" b="1" dirty="0"/>
              <a:t> make </a:t>
            </a:r>
            <a:r>
              <a:rPr lang="en-GB" dirty="0"/>
              <a:t>decisions in real life — including biases, shortcuts, and emotions</a:t>
            </a:r>
          </a:p>
          <a:p>
            <a:pPr lvl="1">
              <a:spcAft>
                <a:spcPts val="1000"/>
              </a:spcAft>
            </a:pPr>
            <a:r>
              <a:rPr lang="en-GB" dirty="0"/>
              <a:t>Descriptive research finds that humans often deviate from rational ideals (e.g. overconfidence, loss aversion, following the crowd)</a:t>
            </a:r>
          </a:p>
          <a:p>
            <a:pPr>
              <a:spcAft>
                <a:spcPts val="1000"/>
              </a:spcAft>
            </a:pPr>
            <a:r>
              <a:rPr lang="en-GB" dirty="0"/>
              <a:t>👉 In practice, data-driven decision support aims to </a:t>
            </a:r>
            <a:r>
              <a:rPr lang="en-GB" b="1" dirty="0"/>
              <a:t>bridge the gap</a:t>
            </a:r>
            <a:r>
              <a:rPr lang="en-GB" dirty="0"/>
              <a:t>: </a:t>
            </a:r>
            <a:br>
              <a:rPr lang="en-GB" dirty="0"/>
            </a:br>
            <a:r>
              <a:rPr lang="en-GB" dirty="0"/>
              <a:t>helping real people (descriptive) make better, more rational choices (prescriptive)</a:t>
            </a:r>
          </a:p>
        </p:txBody>
      </p:sp>
      <p:sp>
        <p:nvSpPr>
          <p:cNvPr id="5" name="Datumsplatzhalter 4">
            <a:extLst>
              <a:ext uri="{FF2B5EF4-FFF2-40B4-BE49-F238E27FC236}">
                <a16:creationId xmlns:a16="http://schemas.microsoft.com/office/drawing/2014/main" id="{930C0394-43BF-1E80-71F1-92C7C6B6EE0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A5E63D7-EAF4-4069-CCB9-DFAFF3A953D2}"/>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670988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5D3FEA0-48F7-1D46-4845-7D9A766623FA}"/>
              </a:ext>
            </a:extLst>
          </p:cNvPr>
          <p:cNvSpPr>
            <a:spLocks noGrp="1"/>
          </p:cNvSpPr>
          <p:nvPr>
            <p:ph type="sldNum" sz="quarter" idx="12"/>
          </p:nvPr>
        </p:nvSpPr>
        <p:spPr/>
        <p:txBody>
          <a:bodyPr/>
          <a:lstStyle/>
          <a:p>
            <a:fld id="{D836C0FE-70CA-4950-82D6-CF602CC2B770}" type="slidenum">
              <a:rPr lang="en-GB" smtClean="0"/>
              <a:t>30</a:t>
            </a:fld>
            <a:endParaRPr lang="en-GB" dirty="0"/>
          </a:p>
        </p:txBody>
      </p:sp>
      <p:sp>
        <p:nvSpPr>
          <p:cNvPr id="3" name="Titel 2">
            <a:extLst>
              <a:ext uri="{FF2B5EF4-FFF2-40B4-BE49-F238E27FC236}">
                <a16:creationId xmlns:a16="http://schemas.microsoft.com/office/drawing/2014/main" id="{062C6C80-377E-AB2D-5AC7-12DAA64520F2}"/>
              </a:ext>
            </a:extLst>
          </p:cNvPr>
          <p:cNvSpPr>
            <a:spLocks noGrp="1"/>
          </p:cNvSpPr>
          <p:nvPr>
            <p:ph type="title"/>
          </p:nvPr>
        </p:nvSpPr>
        <p:spPr>
          <a:xfrm>
            <a:off x="695326" y="549000"/>
            <a:ext cx="10008674" cy="792000"/>
          </a:xfrm>
        </p:spPr>
        <p:txBody>
          <a:bodyPr/>
          <a:lstStyle/>
          <a:p>
            <a:r>
              <a:rPr lang="en-GB" dirty="0"/>
              <a:t>Descriptive Decision Theory: How People Actually Decide</a:t>
            </a:r>
          </a:p>
        </p:txBody>
      </p:sp>
      <p:sp>
        <p:nvSpPr>
          <p:cNvPr id="4" name="Inhaltsplatzhalter 3">
            <a:extLst>
              <a:ext uri="{FF2B5EF4-FFF2-40B4-BE49-F238E27FC236}">
                <a16:creationId xmlns:a16="http://schemas.microsoft.com/office/drawing/2014/main" id="{F0182661-9867-81E3-46E3-411E2FA97C12}"/>
              </a:ext>
            </a:extLst>
          </p:cNvPr>
          <p:cNvSpPr>
            <a:spLocks noGrp="1"/>
          </p:cNvSpPr>
          <p:nvPr>
            <p:ph idx="1"/>
          </p:nvPr>
        </p:nvSpPr>
        <p:spPr>
          <a:xfrm>
            <a:off x="695324" y="1053001"/>
            <a:ext cx="10800675" cy="5111264"/>
          </a:xfrm>
        </p:spPr>
        <p:txBody>
          <a:bodyPr>
            <a:normAutofit fontScale="92500" lnSpcReduction="10000"/>
          </a:bodyPr>
          <a:lstStyle/>
          <a:p>
            <a:r>
              <a:rPr lang="en-GB" dirty="0"/>
              <a:t>Herbert Simon’s </a:t>
            </a:r>
            <a:r>
              <a:rPr lang="en-GB" b="1" dirty="0"/>
              <a:t>“Bounded Rationality” </a:t>
            </a:r>
            <a:r>
              <a:rPr lang="en-GB" dirty="0"/>
              <a:t>(1950s): people do not optimise, the satisfice</a:t>
            </a:r>
          </a:p>
          <a:p>
            <a:pPr lvl="1"/>
            <a:r>
              <a:rPr lang="en-GB" dirty="0"/>
              <a:t>Choosing the first “good enough” option due to limited time, information &amp; cognitive capacity</a:t>
            </a:r>
          </a:p>
          <a:p>
            <a:r>
              <a:rPr lang="en-GB" dirty="0"/>
              <a:t>Daniel Kahneman’s &amp; Amos Tversky’s “Prospect Theory” (1979) &amp; </a:t>
            </a:r>
            <a:r>
              <a:rPr lang="en-GB" b="1" dirty="0"/>
              <a:t>“Heuristics and Biases Framework”:</a:t>
            </a:r>
            <a:br>
              <a:rPr lang="en-GB" dirty="0"/>
            </a:br>
            <a:r>
              <a:rPr lang="en-GB" dirty="0"/>
              <a:t>people evaluate outcomes relative to a reference point</a:t>
            </a:r>
          </a:p>
          <a:p>
            <a:pPr lvl="1"/>
            <a:r>
              <a:rPr lang="en-GB" dirty="0"/>
              <a:t>Loss averse, distortion of probabilities</a:t>
            </a:r>
          </a:p>
          <a:p>
            <a:pPr lvl="1"/>
            <a:r>
              <a:rPr lang="en-GB" dirty="0"/>
              <a:t>Use of mental shortcuts (“heuristics”) :👉 simplify decisions, with systematic biases</a:t>
            </a:r>
          </a:p>
          <a:p>
            <a:pPr lvl="2"/>
            <a:r>
              <a:rPr lang="en-GB" dirty="0"/>
              <a:t>Anchoring, availability, representativeness</a:t>
            </a:r>
          </a:p>
          <a:p>
            <a:r>
              <a:rPr lang="en-GB" dirty="0"/>
              <a:t>Kahneman’s (2011) </a:t>
            </a:r>
            <a:r>
              <a:rPr lang="en-GB" b="1" dirty="0"/>
              <a:t>“Thinking, fast and slow”:</a:t>
            </a:r>
          </a:p>
          <a:p>
            <a:pPr lvl="1"/>
            <a:r>
              <a:rPr lang="en-GB" dirty="0"/>
              <a:t>System 1: fast, automatic, intuitive</a:t>
            </a:r>
          </a:p>
          <a:p>
            <a:pPr lvl="1"/>
            <a:r>
              <a:rPr lang="en-GB" dirty="0"/>
              <a:t>System 2: slow, deliberate, analytical</a:t>
            </a:r>
          </a:p>
        </p:txBody>
      </p:sp>
      <p:sp>
        <p:nvSpPr>
          <p:cNvPr id="5" name="Datumsplatzhalter 4">
            <a:extLst>
              <a:ext uri="{FF2B5EF4-FFF2-40B4-BE49-F238E27FC236}">
                <a16:creationId xmlns:a16="http://schemas.microsoft.com/office/drawing/2014/main" id="{D9B53DD2-C7EF-9F5D-47B0-8BB5763B5010}"/>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176E9A4-8904-8D2F-EF85-5DC16C06EE6C}"/>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06411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855DF6B-414C-608D-7DEE-0F5BC97DE3AC}"/>
              </a:ext>
            </a:extLst>
          </p:cNvPr>
          <p:cNvSpPr>
            <a:spLocks noGrp="1"/>
          </p:cNvSpPr>
          <p:nvPr>
            <p:ph type="sldNum" sz="quarter" idx="12"/>
          </p:nvPr>
        </p:nvSpPr>
        <p:spPr/>
        <p:txBody>
          <a:bodyPr/>
          <a:lstStyle/>
          <a:p>
            <a:fld id="{D836C0FE-70CA-4950-82D6-CF602CC2B770}" type="slidenum">
              <a:rPr lang="en-GB" smtClean="0"/>
              <a:t>31</a:t>
            </a:fld>
            <a:endParaRPr lang="en-GB" dirty="0"/>
          </a:p>
        </p:txBody>
      </p:sp>
      <p:sp>
        <p:nvSpPr>
          <p:cNvPr id="3" name="Titel 2">
            <a:extLst>
              <a:ext uri="{FF2B5EF4-FFF2-40B4-BE49-F238E27FC236}">
                <a16:creationId xmlns:a16="http://schemas.microsoft.com/office/drawing/2014/main" id="{0C28E6A1-FED2-F335-AF11-980EB22EF3EF}"/>
              </a:ext>
            </a:extLst>
          </p:cNvPr>
          <p:cNvSpPr>
            <a:spLocks noGrp="1"/>
          </p:cNvSpPr>
          <p:nvPr>
            <p:ph type="title"/>
          </p:nvPr>
        </p:nvSpPr>
        <p:spPr/>
        <p:txBody>
          <a:bodyPr/>
          <a:lstStyle/>
          <a:p>
            <a:r>
              <a:rPr lang="en-GB" dirty="0"/>
              <a:t>Since we are Here: A Recommendation</a:t>
            </a:r>
          </a:p>
        </p:txBody>
      </p:sp>
      <p:sp>
        <p:nvSpPr>
          <p:cNvPr id="5" name="Datumsplatzhalter 4">
            <a:extLst>
              <a:ext uri="{FF2B5EF4-FFF2-40B4-BE49-F238E27FC236}">
                <a16:creationId xmlns:a16="http://schemas.microsoft.com/office/drawing/2014/main" id="{DE18E098-27D0-129D-801E-092C10827BAB}"/>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803B5AC-C44D-F847-94A5-B2A81E4D0F50}"/>
              </a:ext>
            </a:extLst>
          </p:cNvPr>
          <p:cNvSpPr>
            <a:spLocks noGrp="1"/>
          </p:cNvSpPr>
          <p:nvPr>
            <p:ph type="ftr" sz="quarter" idx="11"/>
          </p:nvPr>
        </p:nvSpPr>
        <p:spPr/>
        <p:txBody>
          <a:bodyPr/>
          <a:lstStyle/>
          <a:p>
            <a:r>
              <a:rPr lang="en-GB" dirty="0"/>
              <a:t>KMH</a:t>
            </a:r>
          </a:p>
        </p:txBody>
      </p:sp>
      <p:pic>
        <p:nvPicPr>
          <p:cNvPr id="1026" name="Picture 2" descr="Die Logik des Mißlingens. Strategisches Denken in komplexen Situationen.">
            <a:extLst>
              <a:ext uri="{FF2B5EF4-FFF2-40B4-BE49-F238E27FC236}">
                <a16:creationId xmlns:a16="http://schemas.microsoft.com/office/drawing/2014/main" id="{432E7FD7-94A9-6E7C-32E4-52944B107F2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33912" y="1677194"/>
            <a:ext cx="2924175" cy="4438650"/>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413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C823B11-8038-0823-8E87-4A7EB88252D9}"/>
              </a:ext>
            </a:extLst>
          </p:cNvPr>
          <p:cNvSpPr>
            <a:spLocks noGrp="1"/>
          </p:cNvSpPr>
          <p:nvPr>
            <p:ph type="sldNum" sz="quarter" idx="12"/>
          </p:nvPr>
        </p:nvSpPr>
        <p:spPr/>
        <p:txBody>
          <a:bodyPr/>
          <a:lstStyle/>
          <a:p>
            <a:fld id="{D836C0FE-70CA-4950-82D6-CF602CC2B770}" type="slidenum">
              <a:rPr lang="en-GB" smtClean="0"/>
              <a:t>32</a:t>
            </a:fld>
            <a:endParaRPr lang="en-GB" dirty="0"/>
          </a:p>
        </p:txBody>
      </p:sp>
      <p:sp>
        <p:nvSpPr>
          <p:cNvPr id="3" name="Titel 2">
            <a:extLst>
              <a:ext uri="{FF2B5EF4-FFF2-40B4-BE49-F238E27FC236}">
                <a16:creationId xmlns:a16="http://schemas.microsoft.com/office/drawing/2014/main" id="{13F5733B-183D-C1DA-79FA-1A888DD67F81}"/>
              </a:ext>
            </a:extLst>
          </p:cNvPr>
          <p:cNvSpPr>
            <a:spLocks noGrp="1"/>
          </p:cNvSpPr>
          <p:nvPr>
            <p:ph type="title"/>
          </p:nvPr>
        </p:nvSpPr>
        <p:spPr/>
        <p:txBody>
          <a:bodyPr/>
          <a:lstStyle/>
          <a:p>
            <a:r>
              <a:rPr lang="en-GB" dirty="0"/>
              <a:t>Some selected Effects when People make Decisions</a:t>
            </a:r>
          </a:p>
        </p:txBody>
      </p:sp>
      <p:sp>
        <p:nvSpPr>
          <p:cNvPr id="4" name="Inhaltsplatzhalter 3">
            <a:extLst>
              <a:ext uri="{FF2B5EF4-FFF2-40B4-BE49-F238E27FC236}">
                <a16:creationId xmlns:a16="http://schemas.microsoft.com/office/drawing/2014/main" id="{9FF282AC-674C-4FBA-9FDF-3425DAA26376}"/>
              </a:ext>
            </a:extLst>
          </p:cNvPr>
          <p:cNvSpPr>
            <a:spLocks noGrp="1"/>
          </p:cNvSpPr>
          <p:nvPr>
            <p:ph idx="1"/>
          </p:nvPr>
        </p:nvSpPr>
        <p:spPr/>
        <p:txBody>
          <a:bodyPr>
            <a:normAutofit lnSpcReduction="10000"/>
          </a:bodyPr>
          <a:lstStyle/>
          <a:p>
            <a:r>
              <a:rPr lang="en-GB" b="1" dirty="0"/>
              <a:t>Veblen effect: </a:t>
            </a:r>
            <a:r>
              <a:rPr lang="en-GB" dirty="0"/>
              <a:t>demand for a good </a:t>
            </a:r>
            <a:r>
              <a:rPr lang="en-GB" i="1" dirty="0"/>
              <a:t>increases</a:t>
            </a:r>
            <a:r>
              <a:rPr lang="en-GB" dirty="0"/>
              <a:t> as its price rises because high price signals status and exclusivity</a:t>
            </a:r>
          </a:p>
          <a:p>
            <a:r>
              <a:rPr lang="en-GB" b="1" dirty="0"/>
              <a:t>Anchoring Effect: </a:t>
            </a:r>
            <a:r>
              <a:rPr lang="en-GB" dirty="0"/>
              <a:t>the first piece of information encountered disproportionately shapes all subsequent judgments, even if arbitrary</a:t>
            </a:r>
          </a:p>
          <a:p>
            <a:r>
              <a:rPr lang="en-GB" b="1" dirty="0"/>
              <a:t>Framing Effect</a:t>
            </a:r>
            <a:r>
              <a:rPr lang="en-GB" dirty="0"/>
              <a:t>: identical information presented differently (e.g. "90% survival" vs "10% mortality") leads to systematically different choices</a:t>
            </a:r>
          </a:p>
          <a:p>
            <a:r>
              <a:rPr lang="en-GB" b="1" dirty="0"/>
              <a:t>Sunk Cost Fallacy</a:t>
            </a:r>
            <a:r>
              <a:rPr lang="en-GB" dirty="0"/>
              <a:t>: people continue investing in failing projects because of resources already spent rather than future costs and benefits</a:t>
            </a:r>
          </a:p>
          <a:p>
            <a:r>
              <a:rPr lang="en-GB" b="1" dirty="0"/>
              <a:t>Bandwagon Effect</a:t>
            </a:r>
            <a:r>
              <a:rPr lang="en-GB" dirty="0"/>
              <a:t>: people adopt beliefs or behaviours simply because others do, ignoring independent evaluation of options</a:t>
            </a:r>
          </a:p>
        </p:txBody>
      </p:sp>
      <p:sp>
        <p:nvSpPr>
          <p:cNvPr id="5" name="Datumsplatzhalter 4">
            <a:extLst>
              <a:ext uri="{FF2B5EF4-FFF2-40B4-BE49-F238E27FC236}">
                <a16:creationId xmlns:a16="http://schemas.microsoft.com/office/drawing/2014/main" id="{F6D180E0-5768-4FAA-C373-315AC6809EE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342DF84-35A8-81B0-5E5E-BF66940B03F3}"/>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4008156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0A654-07A9-6592-4749-06D10D1B414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481C9BF-AA90-506D-BFBF-9D741A20ED26}"/>
              </a:ext>
            </a:extLst>
          </p:cNvPr>
          <p:cNvSpPr>
            <a:spLocks noGrp="1"/>
          </p:cNvSpPr>
          <p:nvPr>
            <p:ph type="title"/>
          </p:nvPr>
        </p:nvSpPr>
        <p:spPr>
          <a:xfrm>
            <a:off x="695326" y="549000"/>
            <a:ext cx="9720674" cy="792000"/>
          </a:xfrm>
        </p:spPr>
        <p:txBody>
          <a:bodyPr/>
          <a:lstStyle/>
          <a:p>
            <a:r>
              <a:rPr lang="en-GB" dirty="0"/>
              <a:t>When we are so bad at it: Why not Data Driven Everything?</a:t>
            </a:r>
          </a:p>
        </p:txBody>
      </p:sp>
      <p:pic>
        <p:nvPicPr>
          <p:cNvPr id="9" name="Inhaltsplatzhalter 8" descr="Ein Bild, das Text, Handy, Menschliches Gesicht, Screenshot enthält.&#10;&#10;KI-generierte Inhalte können fehlerhaft sein.">
            <a:extLst>
              <a:ext uri="{FF2B5EF4-FFF2-40B4-BE49-F238E27FC236}">
                <a16:creationId xmlns:a16="http://schemas.microsoft.com/office/drawing/2014/main" id="{3EA37BFC-7207-A63C-40E7-811B09926099}"/>
              </a:ext>
            </a:extLst>
          </p:cNvPr>
          <p:cNvPicPr>
            <a:picLocks noGrp="1" noChangeAspect="1"/>
          </p:cNvPicPr>
          <p:nvPr>
            <p:ph idx="1"/>
          </p:nvPr>
        </p:nvPicPr>
        <p:blipFill>
          <a:blip r:embed="rId3"/>
          <a:stretch>
            <a:fillRect/>
          </a:stretch>
        </p:blipFill>
        <p:spPr bwMode="gray">
          <a:xfrm>
            <a:off x="1522928" y="1844037"/>
            <a:ext cx="9146144" cy="4104964"/>
          </a:xfrm>
          <a:prstGeom prst="rect">
            <a:avLst/>
          </a:prstGeom>
        </p:spPr>
      </p:pic>
      <p:sp>
        <p:nvSpPr>
          <p:cNvPr id="5" name="Datumsplatzhalter 4">
            <a:extLst>
              <a:ext uri="{FF2B5EF4-FFF2-40B4-BE49-F238E27FC236}">
                <a16:creationId xmlns:a16="http://schemas.microsoft.com/office/drawing/2014/main" id="{281C550B-F6C1-C39B-5087-D33CF77DDC85}"/>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CD6DF63-CD8F-50FF-A99E-E4799D5A7D91}"/>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D5721434-0E83-0D1F-0A53-130D0F186C2C}"/>
              </a:ext>
            </a:extLst>
          </p:cNvPr>
          <p:cNvSpPr>
            <a:spLocks noGrp="1"/>
          </p:cNvSpPr>
          <p:nvPr>
            <p:ph type="sldNum" sz="quarter" idx="12"/>
          </p:nvPr>
        </p:nvSpPr>
        <p:spPr/>
        <p:txBody>
          <a:bodyPr/>
          <a:lstStyle/>
          <a:p>
            <a:fld id="{D836C0FE-70CA-4950-82D6-CF602CC2B770}" type="slidenum">
              <a:rPr lang="en-GB" smtClean="0"/>
              <a:t>33</a:t>
            </a:fld>
            <a:endParaRPr lang="en-GB" dirty="0"/>
          </a:p>
        </p:txBody>
      </p:sp>
    </p:spTree>
    <p:extLst>
      <p:ext uri="{BB962C8B-B14F-4D97-AF65-F5344CB8AC3E}">
        <p14:creationId xmlns:p14="http://schemas.microsoft.com/office/powerpoint/2010/main" val="14030432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5197A6A-856E-61D3-CE40-E56B1CE47BFF}"/>
              </a:ext>
            </a:extLst>
          </p:cNvPr>
          <p:cNvSpPr>
            <a:spLocks noGrp="1"/>
          </p:cNvSpPr>
          <p:nvPr>
            <p:ph type="sldNum" sz="quarter" idx="12"/>
          </p:nvPr>
        </p:nvSpPr>
        <p:spPr/>
        <p:txBody>
          <a:bodyPr/>
          <a:lstStyle/>
          <a:p>
            <a:fld id="{D836C0FE-70CA-4950-82D6-CF602CC2B770}" type="slidenum">
              <a:rPr lang="en-GB" smtClean="0"/>
              <a:t>34</a:t>
            </a:fld>
            <a:endParaRPr lang="en-GB" dirty="0"/>
          </a:p>
        </p:txBody>
      </p:sp>
      <p:sp>
        <p:nvSpPr>
          <p:cNvPr id="3" name="Titel 2">
            <a:extLst>
              <a:ext uri="{FF2B5EF4-FFF2-40B4-BE49-F238E27FC236}">
                <a16:creationId xmlns:a16="http://schemas.microsoft.com/office/drawing/2014/main" id="{541C1F6E-40DB-F36A-9776-95117508EEBE}"/>
              </a:ext>
            </a:extLst>
          </p:cNvPr>
          <p:cNvSpPr>
            <a:spLocks noGrp="1"/>
          </p:cNvSpPr>
          <p:nvPr>
            <p:ph type="title"/>
          </p:nvPr>
        </p:nvSpPr>
        <p:spPr>
          <a:xfrm>
            <a:off x="695326" y="477000"/>
            <a:ext cx="8928100" cy="792000"/>
          </a:xfrm>
        </p:spPr>
        <p:txBody>
          <a:bodyPr/>
          <a:lstStyle/>
          <a:p>
            <a:r>
              <a:rPr lang="en-GB" dirty="0"/>
              <a:t>Data Driven Decision Support: Navigating between Prescriptive and Descriptive Perspectives</a:t>
            </a:r>
          </a:p>
        </p:txBody>
      </p:sp>
      <p:sp>
        <p:nvSpPr>
          <p:cNvPr id="4" name="Inhaltsplatzhalter 3">
            <a:extLst>
              <a:ext uri="{FF2B5EF4-FFF2-40B4-BE49-F238E27FC236}">
                <a16:creationId xmlns:a16="http://schemas.microsoft.com/office/drawing/2014/main" id="{A31C37AD-9E02-8804-A0C4-F75447BD6F29}"/>
              </a:ext>
            </a:extLst>
          </p:cNvPr>
          <p:cNvSpPr>
            <a:spLocks noGrp="1"/>
          </p:cNvSpPr>
          <p:nvPr>
            <p:ph idx="1"/>
          </p:nvPr>
        </p:nvSpPr>
        <p:spPr/>
        <p:txBody>
          <a:bodyPr>
            <a:normAutofit lnSpcReduction="10000"/>
          </a:bodyPr>
          <a:lstStyle/>
          <a:p>
            <a:r>
              <a:rPr lang="en-GB" dirty="0"/>
              <a:t>Data driven approaches = bridge the gap how we should and actually do decide</a:t>
            </a:r>
          </a:p>
          <a:p>
            <a:pPr lvl="1"/>
            <a:r>
              <a:rPr lang="en-GB" dirty="0"/>
              <a:t>Data driven  ≠ guarantee for rational decisions</a:t>
            </a:r>
          </a:p>
          <a:p>
            <a:pPr lvl="2"/>
            <a:r>
              <a:rPr lang="en-GB" dirty="0"/>
              <a:t>Limitations in data &amp; analysis</a:t>
            </a:r>
          </a:p>
          <a:p>
            <a:r>
              <a:rPr lang="en-GB" dirty="0"/>
              <a:t>Uncertainty reduction: better data = better probability estimates</a:t>
            </a:r>
          </a:p>
          <a:p>
            <a:r>
              <a:rPr lang="en-GB" dirty="0"/>
              <a:t>Dashboards &amp; visualisations: make relevant data explicit &amp; comparable</a:t>
            </a:r>
          </a:p>
          <a:p>
            <a:pPr lvl="1"/>
            <a:r>
              <a:rPr lang="en-GB" dirty="0"/>
              <a:t>Counteracting overconfidence &amp; availability bias</a:t>
            </a:r>
          </a:p>
          <a:p>
            <a:r>
              <a:rPr lang="en-GB" dirty="0"/>
              <a:t>Algorithms, models &amp; methods: remove framing effects, anchoring &amp; emotional distortion</a:t>
            </a:r>
          </a:p>
          <a:p>
            <a:r>
              <a:rPr lang="en-GB" b="1" dirty="0"/>
              <a:t>👉 not replacing humans, but making them more rational, better informed, and less bias-prone</a:t>
            </a:r>
          </a:p>
        </p:txBody>
      </p:sp>
      <p:sp>
        <p:nvSpPr>
          <p:cNvPr id="5" name="Datumsplatzhalter 4">
            <a:extLst>
              <a:ext uri="{FF2B5EF4-FFF2-40B4-BE49-F238E27FC236}">
                <a16:creationId xmlns:a16="http://schemas.microsoft.com/office/drawing/2014/main" id="{67F41E69-3919-AE90-05BB-1ED64405A20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D15AF879-DAAD-D943-B6E4-C8F9421D65BE}"/>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819761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CFD7D-A8B7-00B0-09AE-113C2CD7EFB4}"/>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3E8FB752-7DBF-30C0-45E7-B036CC826843}"/>
              </a:ext>
            </a:extLst>
          </p:cNvPr>
          <p:cNvSpPr>
            <a:spLocks noGrp="1"/>
          </p:cNvSpPr>
          <p:nvPr>
            <p:ph type="title"/>
          </p:nvPr>
        </p:nvSpPr>
        <p:spPr/>
        <p:txBody>
          <a:bodyPr/>
          <a:lstStyle/>
          <a:p>
            <a:r>
              <a:rPr lang="en-GB" dirty="0"/>
              <a:t>Data-Based</a:t>
            </a:r>
            <a:br>
              <a:rPr lang="en-GB" dirty="0"/>
            </a:br>
            <a:r>
              <a:rPr lang="en-GB" dirty="0"/>
              <a:t>Decision</a:t>
            </a:r>
            <a:br>
              <a:rPr lang="en-GB" dirty="0"/>
            </a:br>
            <a:r>
              <a:rPr lang="en-GB" dirty="0"/>
              <a:t>Making </a:t>
            </a:r>
            <a:br>
              <a:rPr lang="en-GB" dirty="0"/>
            </a:br>
            <a:r>
              <a:rPr lang="en-GB" dirty="0"/>
              <a:t>in Real Life</a:t>
            </a:r>
          </a:p>
        </p:txBody>
      </p:sp>
      <p:sp>
        <p:nvSpPr>
          <p:cNvPr id="2" name="Foliennummernplatzhalter 1">
            <a:extLst>
              <a:ext uri="{FF2B5EF4-FFF2-40B4-BE49-F238E27FC236}">
                <a16:creationId xmlns:a16="http://schemas.microsoft.com/office/drawing/2014/main" id="{6A439305-475B-D0C4-5C40-162E3FDA0713}"/>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35</a:t>
            </a:fld>
            <a:endParaRPr lang="en-GB" dirty="0"/>
          </a:p>
        </p:txBody>
      </p:sp>
    </p:spTree>
    <p:extLst>
      <p:ext uri="{BB962C8B-B14F-4D97-AF65-F5344CB8AC3E}">
        <p14:creationId xmlns:p14="http://schemas.microsoft.com/office/powerpoint/2010/main" val="3682672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8633F-6872-BC7B-0474-4761B8108CD1}"/>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A35D790A-92A5-D58E-7E8F-68B48E6BBC65}"/>
              </a:ext>
            </a:extLst>
          </p:cNvPr>
          <p:cNvSpPr>
            <a:spLocks noGrp="1"/>
          </p:cNvSpPr>
          <p:nvPr>
            <p:ph type="title"/>
          </p:nvPr>
        </p:nvSpPr>
        <p:spPr/>
        <p:txBody>
          <a:bodyPr/>
          <a:lstStyle/>
          <a:p>
            <a:r>
              <a:rPr lang="en-GB" dirty="0"/>
              <a:t>An Overview on Data-Driven Decision Strategies</a:t>
            </a:r>
          </a:p>
        </p:txBody>
      </p:sp>
      <p:sp>
        <p:nvSpPr>
          <p:cNvPr id="4" name="Inhaltsplatzhalter 3">
            <a:extLst>
              <a:ext uri="{FF2B5EF4-FFF2-40B4-BE49-F238E27FC236}">
                <a16:creationId xmlns:a16="http://schemas.microsoft.com/office/drawing/2014/main" id="{FE7FDC70-7E64-3FA0-D9E2-B7FEFF233DFE}"/>
              </a:ext>
            </a:extLst>
          </p:cNvPr>
          <p:cNvSpPr>
            <a:spLocks noGrp="1"/>
          </p:cNvSpPr>
          <p:nvPr>
            <p:ph idx="1"/>
          </p:nvPr>
        </p:nvSpPr>
        <p:spPr>
          <a:xfrm>
            <a:off x="624000" y="1930501"/>
            <a:ext cx="5720423" cy="5530499"/>
          </a:xfrm>
        </p:spPr>
        <p:txBody>
          <a:bodyPr anchor="t">
            <a:noAutofit/>
          </a:bodyPr>
          <a:lstStyle/>
          <a:p>
            <a:r>
              <a:rPr lang="en-GB" sz="2000" b="1" dirty="0">
                <a:solidFill>
                  <a:schemeClr val="tx2"/>
                </a:solidFill>
              </a:rPr>
              <a:t>Optimisation-Based Approaches</a:t>
            </a:r>
            <a:endParaRPr lang="en-GB" sz="2000" dirty="0">
              <a:solidFill>
                <a:schemeClr val="tx2"/>
              </a:solidFill>
            </a:endParaRPr>
          </a:p>
          <a:p>
            <a:pPr lvl="1"/>
            <a:r>
              <a:rPr lang="en-GB" sz="1800" b="1" dirty="0"/>
              <a:t>Cost-Benefit Analysis (CBA): </a:t>
            </a:r>
            <a:r>
              <a:rPr lang="en-GB" sz="1800" dirty="0"/>
              <a:t>quantifies &amp; compares total expected costs &amp; benefits of alternatives in $</a:t>
            </a:r>
          </a:p>
          <a:p>
            <a:pPr lvl="1"/>
            <a:r>
              <a:rPr lang="en-GB" sz="1800" b="1" dirty="0"/>
              <a:t>Utility Analysis</a:t>
            </a:r>
            <a:r>
              <a:rPr lang="en-GB" sz="1800" dirty="0"/>
              <a:t> (UA): evaluates alternatives by measuring &amp; comparing the subjective value (utility) each outcome delivers to the decision maker</a:t>
            </a:r>
          </a:p>
          <a:p>
            <a:pPr lvl="1"/>
            <a:r>
              <a:rPr lang="en-GB" sz="1800" b="1" dirty="0"/>
              <a:t>Multi-Criteria Decision Analysis (MCDA)</a:t>
            </a:r>
            <a:r>
              <a:rPr lang="en-GB" sz="1800" dirty="0"/>
              <a:t>: scores &amp; weights alternatives across multiple competing criteria simultaneously</a:t>
            </a:r>
          </a:p>
        </p:txBody>
      </p:sp>
      <p:sp>
        <p:nvSpPr>
          <p:cNvPr id="5" name="Datumsplatzhalter 4">
            <a:extLst>
              <a:ext uri="{FF2B5EF4-FFF2-40B4-BE49-F238E27FC236}">
                <a16:creationId xmlns:a16="http://schemas.microsoft.com/office/drawing/2014/main" id="{9A420D3E-D1D1-8949-3F13-C48CFB3262CD}"/>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2D6290F-AA8A-1FB1-72DB-C2F348905030}"/>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68D59F42-C552-C2FA-C9D4-3AB3C5192BD1}"/>
              </a:ext>
            </a:extLst>
          </p:cNvPr>
          <p:cNvSpPr>
            <a:spLocks noGrp="1"/>
          </p:cNvSpPr>
          <p:nvPr>
            <p:ph type="sldNum" sz="quarter" idx="12"/>
          </p:nvPr>
        </p:nvSpPr>
        <p:spPr/>
        <p:txBody>
          <a:bodyPr/>
          <a:lstStyle/>
          <a:p>
            <a:fld id="{D836C0FE-70CA-4950-82D6-CF602CC2B770}" type="slidenum">
              <a:rPr lang="en-GB" smtClean="0"/>
              <a:t>36</a:t>
            </a:fld>
            <a:endParaRPr lang="en-GB" dirty="0"/>
          </a:p>
        </p:txBody>
      </p:sp>
      <p:sp>
        <p:nvSpPr>
          <p:cNvPr id="8" name="Inhaltsplatzhalter 3">
            <a:extLst>
              <a:ext uri="{FF2B5EF4-FFF2-40B4-BE49-F238E27FC236}">
                <a16:creationId xmlns:a16="http://schemas.microsoft.com/office/drawing/2014/main" id="{48588D6A-CF63-31AD-8CEB-2435F0710F6D}"/>
              </a:ext>
            </a:extLst>
          </p:cNvPr>
          <p:cNvSpPr txBox="1">
            <a:spLocks/>
          </p:cNvSpPr>
          <p:nvPr/>
        </p:nvSpPr>
        <p:spPr bwMode="gray">
          <a:xfrm>
            <a:off x="6672000" y="1930501"/>
            <a:ext cx="4751324" cy="5530499"/>
          </a:xfrm>
          <a:prstGeom prst="rect">
            <a:avLst/>
          </a:prstGeom>
        </p:spPr>
        <p:txBody>
          <a:bodyPr vert="horz" lIns="91440" tIns="45720" rIns="91440" bIns="45720" rtlCol="0" anchor="t">
            <a:noAutofit/>
          </a:bodyPr>
          <a:lst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GB" sz="2000" b="1" dirty="0"/>
              <a:t>Probability-Based Approaches</a:t>
            </a:r>
            <a:endParaRPr lang="en-GB" sz="2000" dirty="0"/>
          </a:p>
          <a:p>
            <a:pPr lvl="1"/>
            <a:r>
              <a:rPr lang="en-GB" sz="1800" b="1" dirty="0"/>
              <a:t>Expected Value Analysis: </a:t>
            </a:r>
            <a:r>
              <a:rPr lang="en-GB" sz="1800" dirty="0"/>
              <a:t>weights possible outcomes by their probability to identify the optimal choice</a:t>
            </a:r>
          </a:p>
          <a:p>
            <a:pPr lvl="1"/>
            <a:r>
              <a:rPr lang="en-GB" sz="1800" b="1" dirty="0"/>
              <a:t>Decision Tree Analysis</a:t>
            </a:r>
            <a:r>
              <a:rPr lang="en-GB" sz="1800" dirty="0"/>
              <a:t>: maps out sequences of decisions &amp; uncertain events visually, calculating expected values at each branch</a:t>
            </a:r>
          </a:p>
        </p:txBody>
      </p:sp>
    </p:spTree>
    <p:extLst>
      <p:ext uri="{BB962C8B-B14F-4D97-AF65-F5344CB8AC3E}">
        <p14:creationId xmlns:p14="http://schemas.microsoft.com/office/powerpoint/2010/main" val="2968695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BB0E3-C71F-8C25-434B-2E6E8890A5B4}"/>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93CE4477-D711-FE1E-633E-DECE330C6BA5}"/>
              </a:ext>
            </a:extLst>
          </p:cNvPr>
          <p:cNvSpPr>
            <a:spLocks noGrp="1"/>
          </p:cNvSpPr>
          <p:nvPr>
            <p:ph type="title"/>
          </p:nvPr>
        </p:nvSpPr>
        <p:spPr/>
        <p:txBody>
          <a:bodyPr/>
          <a:lstStyle/>
          <a:p>
            <a:r>
              <a:rPr lang="en-GB" dirty="0"/>
              <a:t>An Overview on Data-Driven Decision Strategies</a:t>
            </a:r>
          </a:p>
        </p:txBody>
      </p:sp>
      <p:sp>
        <p:nvSpPr>
          <p:cNvPr id="5" name="Datumsplatzhalter 4">
            <a:extLst>
              <a:ext uri="{FF2B5EF4-FFF2-40B4-BE49-F238E27FC236}">
                <a16:creationId xmlns:a16="http://schemas.microsoft.com/office/drawing/2014/main" id="{14768967-B793-0365-1491-FC749776079C}"/>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B6968145-9094-0728-6A74-C768DD82C778}"/>
              </a:ext>
            </a:extLst>
          </p:cNvPr>
          <p:cNvSpPr>
            <a:spLocks noGrp="1"/>
          </p:cNvSpPr>
          <p:nvPr>
            <p:ph type="ftr" sz="quarter" idx="11"/>
          </p:nvPr>
        </p:nvSpPr>
        <p:spPr/>
        <p:txBody>
          <a:bodyPr/>
          <a:lstStyle/>
          <a:p>
            <a:r>
              <a:rPr lang="en-GB" dirty="0"/>
              <a:t>KMH</a:t>
            </a:r>
          </a:p>
        </p:txBody>
      </p:sp>
      <p:sp>
        <p:nvSpPr>
          <p:cNvPr id="7" name="Foliennummernplatzhalter 6">
            <a:extLst>
              <a:ext uri="{FF2B5EF4-FFF2-40B4-BE49-F238E27FC236}">
                <a16:creationId xmlns:a16="http://schemas.microsoft.com/office/drawing/2014/main" id="{5A7BC09E-7EBE-4525-FF1E-C571C7C265B7}"/>
              </a:ext>
            </a:extLst>
          </p:cNvPr>
          <p:cNvSpPr>
            <a:spLocks noGrp="1"/>
          </p:cNvSpPr>
          <p:nvPr>
            <p:ph type="sldNum" sz="quarter" idx="12"/>
          </p:nvPr>
        </p:nvSpPr>
        <p:spPr/>
        <p:txBody>
          <a:bodyPr/>
          <a:lstStyle/>
          <a:p>
            <a:fld id="{D836C0FE-70CA-4950-82D6-CF602CC2B770}" type="slidenum">
              <a:rPr lang="en-GB" smtClean="0"/>
              <a:t>37</a:t>
            </a:fld>
            <a:endParaRPr lang="en-GB" dirty="0"/>
          </a:p>
        </p:txBody>
      </p:sp>
      <p:sp>
        <p:nvSpPr>
          <p:cNvPr id="2" name="Inhaltsplatzhalter 3">
            <a:extLst>
              <a:ext uri="{FF2B5EF4-FFF2-40B4-BE49-F238E27FC236}">
                <a16:creationId xmlns:a16="http://schemas.microsoft.com/office/drawing/2014/main" id="{8D5DF67F-163E-2221-EED6-1BC2AD74F355}"/>
              </a:ext>
            </a:extLst>
          </p:cNvPr>
          <p:cNvSpPr txBox="1">
            <a:spLocks/>
          </p:cNvSpPr>
          <p:nvPr/>
        </p:nvSpPr>
        <p:spPr bwMode="gray">
          <a:xfrm>
            <a:off x="6312000" y="1656401"/>
            <a:ext cx="5224253" cy="6020599"/>
          </a:xfrm>
          <a:prstGeom prst="rect">
            <a:avLst/>
          </a:prstGeom>
        </p:spPr>
        <p:txBody>
          <a:bodyPr vert="horz" lIns="91440" tIns="45720" rIns="91440" bIns="45720" rtlCol="0" anchor="t">
            <a:noAutofit/>
          </a:bodyPr>
          <a:lst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GB" sz="2000" b="1" dirty="0"/>
              <a:t>Behaviourally Informed Approaches</a:t>
            </a:r>
            <a:endParaRPr lang="en-GB" sz="2000" dirty="0"/>
          </a:p>
          <a:p>
            <a:pPr lvl="1"/>
            <a:r>
              <a:rPr lang="en-GB" b="1" dirty="0"/>
              <a:t>Nudging &amp; Choice Architecture</a:t>
            </a:r>
            <a:r>
              <a:rPr lang="en-GB" dirty="0"/>
              <a:t>: designs the decision environment using descriptive insights to guide better choices</a:t>
            </a:r>
          </a:p>
          <a:p>
            <a:pPr lvl="1"/>
            <a:r>
              <a:rPr lang="en-GB" b="1" dirty="0"/>
              <a:t>Scorecard &amp; Checklist Methods</a:t>
            </a:r>
            <a:r>
              <a:rPr lang="en-GB" dirty="0"/>
              <a:t>: structured tools that counteract cognitive bias by enforcing systematic evaluation</a:t>
            </a:r>
          </a:p>
        </p:txBody>
      </p:sp>
      <p:sp>
        <p:nvSpPr>
          <p:cNvPr id="9" name="Inhaltsplatzhalter 8">
            <a:extLst>
              <a:ext uri="{FF2B5EF4-FFF2-40B4-BE49-F238E27FC236}">
                <a16:creationId xmlns:a16="http://schemas.microsoft.com/office/drawing/2014/main" id="{2DEFB766-81F4-67F5-EDC7-D71A12C97010}"/>
              </a:ext>
            </a:extLst>
          </p:cNvPr>
          <p:cNvSpPr>
            <a:spLocks noGrp="1"/>
          </p:cNvSpPr>
          <p:nvPr>
            <p:ph idx="1"/>
          </p:nvPr>
        </p:nvSpPr>
        <p:spPr>
          <a:xfrm>
            <a:off x="695325" y="1656401"/>
            <a:ext cx="5400676" cy="4535265"/>
          </a:xfrm>
        </p:spPr>
        <p:txBody>
          <a:bodyPr anchor="t">
            <a:normAutofit lnSpcReduction="10000"/>
          </a:bodyPr>
          <a:lstStyle/>
          <a:p>
            <a:r>
              <a:rPr lang="en-GB" sz="2000" b="1" dirty="0"/>
              <a:t>Model-Based Approaches</a:t>
            </a:r>
            <a:endParaRPr lang="en-GB" sz="2000" dirty="0"/>
          </a:p>
          <a:p>
            <a:pPr lvl="1"/>
            <a:r>
              <a:rPr lang="en-GB" b="1" dirty="0"/>
              <a:t>Simulation &amp; Scenario Analysis</a:t>
            </a:r>
            <a:r>
              <a:rPr lang="en-GB" dirty="0"/>
              <a:t>: models complex systems under different assumptions to explore a range of possible outcomes</a:t>
            </a:r>
          </a:p>
          <a:p>
            <a:pPr lvl="1"/>
            <a:r>
              <a:rPr lang="en-GB" b="1" dirty="0"/>
              <a:t>Sensitivity Analysis: </a:t>
            </a:r>
            <a:r>
              <a:rPr lang="en-GB" dirty="0"/>
              <a:t>tests how robust a decision is by systematically varying key input parameters</a:t>
            </a:r>
          </a:p>
          <a:p>
            <a:pPr lvl="1"/>
            <a:r>
              <a:rPr lang="en-GB" b="1" dirty="0"/>
              <a:t>Optimisation Models:</a:t>
            </a:r>
            <a:r>
              <a:rPr lang="en-GB" dirty="0"/>
              <a:t> mathematically identifies the best solution given defined constraints &amp; objectives</a:t>
            </a:r>
          </a:p>
          <a:p>
            <a:endParaRPr lang="en-GB" dirty="0"/>
          </a:p>
        </p:txBody>
      </p:sp>
    </p:spTree>
    <p:extLst>
      <p:ext uri="{BB962C8B-B14F-4D97-AF65-F5344CB8AC3E}">
        <p14:creationId xmlns:p14="http://schemas.microsoft.com/office/powerpoint/2010/main" val="38472786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FEA90-8229-FBC9-AA65-F44503FED1FF}"/>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C49FFC1D-3DE3-1085-1118-A7DD86B3AC7C}"/>
              </a:ext>
            </a:extLst>
          </p:cNvPr>
          <p:cNvSpPr>
            <a:spLocks noGrp="1"/>
          </p:cNvSpPr>
          <p:nvPr>
            <p:ph type="title"/>
          </p:nvPr>
        </p:nvSpPr>
        <p:spPr/>
        <p:txBody>
          <a:bodyPr/>
          <a:lstStyle/>
          <a:p>
            <a:r>
              <a:rPr lang="en-GB" dirty="0"/>
              <a:t>CBA - The Old Man of Data-Based Decision Making</a:t>
            </a:r>
          </a:p>
        </p:txBody>
      </p:sp>
      <p:sp>
        <p:nvSpPr>
          <p:cNvPr id="2" name="Foliennummernplatzhalter 1">
            <a:extLst>
              <a:ext uri="{FF2B5EF4-FFF2-40B4-BE49-F238E27FC236}">
                <a16:creationId xmlns:a16="http://schemas.microsoft.com/office/drawing/2014/main" id="{F4C36560-893F-1B0D-F740-C633B37B30D9}"/>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38</a:t>
            </a:fld>
            <a:endParaRPr lang="en-GB" dirty="0"/>
          </a:p>
        </p:txBody>
      </p:sp>
    </p:spTree>
    <p:extLst>
      <p:ext uri="{BB962C8B-B14F-4D97-AF65-F5344CB8AC3E}">
        <p14:creationId xmlns:p14="http://schemas.microsoft.com/office/powerpoint/2010/main" val="3305381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13CCD9E-64BE-D9FD-0D16-5E4D201AB9DE}"/>
              </a:ext>
            </a:extLst>
          </p:cNvPr>
          <p:cNvSpPr>
            <a:spLocks noGrp="1"/>
          </p:cNvSpPr>
          <p:nvPr>
            <p:ph type="sldNum" sz="quarter" idx="12"/>
          </p:nvPr>
        </p:nvSpPr>
        <p:spPr/>
        <p:txBody>
          <a:bodyPr/>
          <a:lstStyle/>
          <a:p>
            <a:fld id="{D836C0FE-70CA-4950-82D6-CF602CC2B770}" type="slidenum">
              <a:rPr lang="en-GB" smtClean="0"/>
              <a:t>39</a:t>
            </a:fld>
            <a:endParaRPr lang="en-GB" dirty="0"/>
          </a:p>
        </p:txBody>
      </p:sp>
      <p:sp>
        <p:nvSpPr>
          <p:cNvPr id="3" name="Titel 2">
            <a:extLst>
              <a:ext uri="{FF2B5EF4-FFF2-40B4-BE49-F238E27FC236}">
                <a16:creationId xmlns:a16="http://schemas.microsoft.com/office/drawing/2014/main" id="{03318CA0-7A87-0D83-04B6-CF78B3FE7E94}"/>
              </a:ext>
            </a:extLst>
          </p:cNvPr>
          <p:cNvSpPr>
            <a:spLocks noGrp="1"/>
          </p:cNvSpPr>
          <p:nvPr>
            <p:ph type="title"/>
          </p:nvPr>
        </p:nvSpPr>
        <p:spPr/>
        <p:txBody>
          <a:bodyPr/>
          <a:lstStyle/>
          <a:p>
            <a:r>
              <a:rPr lang="en-GB" dirty="0"/>
              <a:t>Cost-Benefit Analysis: The Main Approach</a:t>
            </a:r>
          </a:p>
        </p:txBody>
      </p:sp>
      <p:sp>
        <p:nvSpPr>
          <p:cNvPr id="4" name="Inhaltsplatzhalter 3">
            <a:extLst>
              <a:ext uri="{FF2B5EF4-FFF2-40B4-BE49-F238E27FC236}">
                <a16:creationId xmlns:a16="http://schemas.microsoft.com/office/drawing/2014/main" id="{32AC6128-CC27-C242-8715-AAFD404B12BB}"/>
              </a:ext>
            </a:extLst>
          </p:cNvPr>
          <p:cNvSpPr>
            <a:spLocks noGrp="1"/>
          </p:cNvSpPr>
          <p:nvPr>
            <p:ph idx="1"/>
          </p:nvPr>
        </p:nvSpPr>
        <p:spPr>
          <a:xfrm>
            <a:off x="695324" y="1413000"/>
            <a:ext cx="10800675" cy="4535265"/>
          </a:xfrm>
        </p:spPr>
        <p:txBody>
          <a:bodyPr>
            <a:normAutofit fontScale="92500" lnSpcReduction="10000"/>
          </a:bodyPr>
          <a:lstStyle/>
          <a:p>
            <a:pPr marL="0" indent="0">
              <a:buNone/>
            </a:pPr>
            <a:r>
              <a:rPr lang="en-GB" b="1" dirty="0"/>
              <a:t>👉 Main idea: </a:t>
            </a:r>
            <a:r>
              <a:rPr lang="en-GB" dirty="0"/>
              <a:t>systematically compare</a:t>
            </a:r>
          </a:p>
          <a:p>
            <a:r>
              <a:rPr lang="en-GB" dirty="0"/>
              <a:t>total expected costs and </a:t>
            </a:r>
          </a:p>
          <a:p>
            <a:r>
              <a:rPr lang="en-GB" dirty="0"/>
              <a:t>total expected benefits of a decision alternative</a:t>
            </a:r>
          </a:p>
          <a:p>
            <a:r>
              <a:rPr lang="en-GB" dirty="0"/>
              <a:t>to determine whether it is worthwhile</a:t>
            </a:r>
          </a:p>
          <a:p>
            <a:endParaRPr lang="en-GB" dirty="0"/>
          </a:p>
          <a:p>
            <a:r>
              <a:rPr lang="en-GB" b="1" dirty="0"/>
              <a:t>Some Pros &amp; Cons:</a:t>
            </a:r>
          </a:p>
          <a:p>
            <a:r>
              <a:rPr lang="en-GB" dirty="0"/>
              <a:t>👍 make all assumptions explicit and comparable 👉 reducing the influence of intuition and bias</a:t>
            </a:r>
          </a:p>
          <a:p>
            <a:r>
              <a:rPr lang="en-GB" dirty="0"/>
              <a:t>👎 not all costs &amp; benefits can be easily quantified or moneti$ed</a:t>
            </a:r>
          </a:p>
          <a:p>
            <a:r>
              <a:rPr lang="en-GB" dirty="0"/>
              <a:t>👎 results = sensitive to the chosen discount rate &amp; assumptions</a:t>
            </a:r>
          </a:p>
        </p:txBody>
      </p:sp>
      <p:sp>
        <p:nvSpPr>
          <p:cNvPr id="5" name="Datumsplatzhalter 4">
            <a:extLst>
              <a:ext uri="{FF2B5EF4-FFF2-40B4-BE49-F238E27FC236}">
                <a16:creationId xmlns:a16="http://schemas.microsoft.com/office/drawing/2014/main" id="{1D11272C-3363-DB65-3B9D-2602122C3AF6}"/>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406550B-1D2D-5F60-C3F2-63ADA89EAE51}"/>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512687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08B7D-7FF5-1784-AA92-F78751C3774F}"/>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14D59D8-B84D-EEE3-A327-2885442F7599}"/>
              </a:ext>
            </a:extLst>
          </p:cNvPr>
          <p:cNvSpPr>
            <a:spLocks noGrp="1"/>
          </p:cNvSpPr>
          <p:nvPr>
            <p:ph type="sldNum" sz="quarter" idx="12"/>
          </p:nvPr>
        </p:nvSpPr>
        <p:spPr/>
        <p:txBody>
          <a:bodyPr/>
          <a:lstStyle/>
          <a:p>
            <a:fld id="{D836C0FE-70CA-4950-82D6-CF602CC2B770}" type="slidenum">
              <a:rPr lang="en-GB" smtClean="0"/>
              <a:t>40</a:t>
            </a:fld>
            <a:endParaRPr lang="en-GB" dirty="0"/>
          </a:p>
        </p:txBody>
      </p:sp>
      <p:sp>
        <p:nvSpPr>
          <p:cNvPr id="3" name="Titel 2">
            <a:extLst>
              <a:ext uri="{FF2B5EF4-FFF2-40B4-BE49-F238E27FC236}">
                <a16:creationId xmlns:a16="http://schemas.microsoft.com/office/drawing/2014/main" id="{E83F2CE3-EA0B-F10A-AC83-FF6DAA5D996B}"/>
              </a:ext>
            </a:extLst>
          </p:cNvPr>
          <p:cNvSpPr>
            <a:spLocks noGrp="1"/>
          </p:cNvSpPr>
          <p:nvPr>
            <p:ph type="title"/>
          </p:nvPr>
        </p:nvSpPr>
        <p:spPr/>
        <p:txBody>
          <a:bodyPr/>
          <a:lstStyle/>
          <a:p>
            <a:r>
              <a:rPr lang="en-GB" dirty="0"/>
              <a:t>Cost-Benefit Analysis: The Main Approach</a:t>
            </a:r>
          </a:p>
        </p:txBody>
      </p:sp>
      <p:sp>
        <p:nvSpPr>
          <p:cNvPr id="4" name="Inhaltsplatzhalter 3">
            <a:extLst>
              <a:ext uri="{FF2B5EF4-FFF2-40B4-BE49-F238E27FC236}">
                <a16:creationId xmlns:a16="http://schemas.microsoft.com/office/drawing/2014/main" id="{31CFC2C1-5338-31A1-927D-23B3040F0C82}"/>
              </a:ext>
            </a:extLst>
          </p:cNvPr>
          <p:cNvSpPr>
            <a:spLocks noGrp="1"/>
          </p:cNvSpPr>
          <p:nvPr>
            <p:ph idx="1"/>
          </p:nvPr>
        </p:nvSpPr>
        <p:spPr>
          <a:xfrm>
            <a:off x="695325" y="1269000"/>
            <a:ext cx="9648676" cy="4823264"/>
          </a:xfrm>
        </p:spPr>
        <p:txBody>
          <a:bodyPr>
            <a:normAutofit/>
          </a:bodyPr>
          <a:lstStyle/>
          <a:p>
            <a:pPr marL="0" indent="0">
              <a:spcAft>
                <a:spcPts val="1200"/>
              </a:spcAft>
              <a:buNone/>
            </a:pPr>
            <a:r>
              <a:rPr lang="en-GB" b="1" dirty="0"/>
              <a:t>How 2:</a:t>
            </a:r>
            <a:endParaRPr lang="en-GB" dirty="0"/>
          </a:p>
          <a:p>
            <a:pPr>
              <a:spcAft>
                <a:spcPts val="1200"/>
              </a:spcAft>
            </a:pPr>
            <a:r>
              <a:rPr lang="en-GB" b="1" dirty="0"/>
              <a:t>Step 1: Define the decision: </a:t>
            </a:r>
            <a:r>
              <a:rPr lang="en-GB" dirty="0"/>
              <a:t>clearly specify what action or investment is being evaluated and from whose perspective (individual, organisation, society)</a:t>
            </a:r>
          </a:p>
          <a:p>
            <a:pPr>
              <a:spcAft>
                <a:spcPts val="1200"/>
              </a:spcAft>
            </a:pPr>
            <a:r>
              <a:rPr lang="en-GB" b="1" dirty="0"/>
              <a:t>Step 2: Identify all costs: </a:t>
            </a:r>
            <a:r>
              <a:rPr lang="en-GB" dirty="0"/>
              <a:t>list all direct and indirect costs including financial, time, resource, and opportunity costs</a:t>
            </a:r>
          </a:p>
          <a:p>
            <a:pPr>
              <a:spcAft>
                <a:spcPts val="1200"/>
              </a:spcAft>
            </a:pPr>
            <a:r>
              <a:rPr lang="en-GB" b="1" dirty="0"/>
              <a:t>Step 3: Identify all benefits: </a:t>
            </a:r>
            <a:r>
              <a:rPr lang="en-GB" dirty="0"/>
              <a:t>list all direct and indirect benefits including financial returns, time savings, risk reductions, and intangible gains</a:t>
            </a:r>
          </a:p>
          <a:p>
            <a:pPr>
              <a:spcAft>
                <a:spcPts val="1200"/>
              </a:spcAft>
            </a:pPr>
            <a:r>
              <a:rPr lang="en-GB" b="1" dirty="0"/>
              <a:t>Step 4: Quantify and monetise: </a:t>
            </a:r>
            <a:r>
              <a:rPr lang="en-GB" dirty="0"/>
              <a:t>convert all costs and benefits into a common unit (most often: 💰💸💲) 👉 make them comparable</a:t>
            </a:r>
          </a:p>
        </p:txBody>
      </p:sp>
      <p:sp>
        <p:nvSpPr>
          <p:cNvPr id="5" name="Datumsplatzhalter 4">
            <a:extLst>
              <a:ext uri="{FF2B5EF4-FFF2-40B4-BE49-F238E27FC236}">
                <a16:creationId xmlns:a16="http://schemas.microsoft.com/office/drawing/2014/main" id="{E38CCD00-FAF3-D120-3370-331A62A6646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6416401-16A2-1B6F-BA40-9B7CA84B71EF}"/>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7303526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7827E-BBCF-317E-1531-0731BB70890C}"/>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702A7DD-5AA2-1070-8774-1476FB4A3273}"/>
              </a:ext>
            </a:extLst>
          </p:cNvPr>
          <p:cNvSpPr>
            <a:spLocks noGrp="1"/>
          </p:cNvSpPr>
          <p:nvPr>
            <p:ph type="sldNum" sz="quarter" idx="12"/>
          </p:nvPr>
        </p:nvSpPr>
        <p:spPr/>
        <p:txBody>
          <a:bodyPr/>
          <a:lstStyle/>
          <a:p>
            <a:fld id="{D836C0FE-70CA-4950-82D6-CF602CC2B770}" type="slidenum">
              <a:rPr lang="en-GB" smtClean="0"/>
              <a:t>41</a:t>
            </a:fld>
            <a:endParaRPr lang="en-GB" dirty="0"/>
          </a:p>
        </p:txBody>
      </p:sp>
      <p:sp>
        <p:nvSpPr>
          <p:cNvPr id="3" name="Titel 2">
            <a:extLst>
              <a:ext uri="{FF2B5EF4-FFF2-40B4-BE49-F238E27FC236}">
                <a16:creationId xmlns:a16="http://schemas.microsoft.com/office/drawing/2014/main" id="{B0119461-FCF6-B0EC-08F9-4FD65FC1CC7F}"/>
              </a:ext>
            </a:extLst>
          </p:cNvPr>
          <p:cNvSpPr>
            <a:spLocks noGrp="1"/>
          </p:cNvSpPr>
          <p:nvPr>
            <p:ph type="title"/>
          </p:nvPr>
        </p:nvSpPr>
        <p:spPr/>
        <p:txBody>
          <a:bodyPr/>
          <a:lstStyle/>
          <a:p>
            <a:r>
              <a:rPr lang="en-GB" dirty="0"/>
              <a:t>Cost-Benefit Analysis: The Main Approach</a:t>
            </a:r>
          </a:p>
        </p:txBody>
      </p:sp>
      <p:sp>
        <p:nvSpPr>
          <p:cNvPr id="4" name="Inhaltsplatzhalter 3">
            <a:extLst>
              <a:ext uri="{FF2B5EF4-FFF2-40B4-BE49-F238E27FC236}">
                <a16:creationId xmlns:a16="http://schemas.microsoft.com/office/drawing/2014/main" id="{C6DFA215-5BEC-CB20-65C1-79A0A5C85260}"/>
              </a:ext>
            </a:extLst>
          </p:cNvPr>
          <p:cNvSpPr>
            <a:spLocks noGrp="1"/>
          </p:cNvSpPr>
          <p:nvPr>
            <p:ph idx="1"/>
          </p:nvPr>
        </p:nvSpPr>
        <p:spPr/>
        <p:txBody>
          <a:bodyPr>
            <a:normAutofit/>
          </a:bodyPr>
          <a:lstStyle/>
          <a:p>
            <a:r>
              <a:rPr lang="en-GB" b="1" dirty="0"/>
              <a:t>Step 5: Account for time: </a:t>
            </a:r>
            <a:r>
              <a:rPr lang="en-GB" dirty="0"/>
              <a:t>future costs &amp; benefits are discounted to their present value using a </a:t>
            </a:r>
            <a:r>
              <a:rPr lang="en-GB" b="1" dirty="0"/>
              <a:t>discount rate</a:t>
            </a:r>
          </a:p>
          <a:p>
            <a:pPr lvl="1"/>
            <a:r>
              <a:rPr lang="en-GB" dirty="0"/>
              <a:t>money today = worth more than money tomorrow</a:t>
            </a:r>
          </a:p>
          <a:p>
            <a:r>
              <a:rPr lang="en-GB" b="1" dirty="0"/>
              <a:t>Step 6: Calculate the net benefit: </a:t>
            </a:r>
            <a:r>
              <a:rPr lang="en-GB" dirty="0"/>
              <a:t>subtract total costs from total benefits</a:t>
            </a:r>
          </a:p>
          <a:p>
            <a:pPr lvl="1"/>
            <a:r>
              <a:rPr lang="en-GB" dirty="0"/>
              <a:t>positive net benefit (= Benefit-Cost Ratio ≥ 1) 👉 the decision is ‘worthwhile’</a:t>
            </a:r>
          </a:p>
          <a:p>
            <a:r>
              <a:rPr lang="en-GB" b="1" dirty="0"/>
              <a:t>Step 7: Compare alternatives: </a:t>
            </a:r>
            <a:r>
              <a:rPr lang="en-GB" dirty="0"/>
              <a:t>apply the same process to all alternatives </a:t>
            </a:r>
          </a:p>
          <a:p>
            <a:pPr lvl="1"/>
            <a:r>
              <a:rPr lang="en-GB" dirty="0"/>
              <a:t> 👉 select option with highest net benefit or highest Benefit-Cost-Ratio</a:t>
            </a:r>
          </a:p>
        </p:txBody>
      </p:sp>
      <p:sp>
        <p:nvSpPr>
          <p:cNvPr id="5" name="Datumsplatzhalter 4">
            <a:extLst>
              <a:ext uri="{FF2B5EF4-FFF2-40B4-BE49-F238E27FC236}">
                <a16:creationId xmlns:a16="http://schemas.microsoft.com/office/drawing/2014/main" id="{FF210976-D658-38A2-E020-2E4AB6B829B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B5F30F9-F46C-B288-8EB9-B4B61269E0CB}"/>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9521671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45796B9-EC1E-6416-CFF3-962BD1CBAD14}"/>
              </a:ext>
            </a:extLst>
          </p:cNvPr>
          <p:cNvSpPr>
            <a:spLocks noGrp="1"/>
          </p:cNvSpPr>
          <p:nvPr>
            <p:ph type="sldNum" sz="quarter" idx="12"/>
          </p:nvPr>
        </p:nvSpPr>
        <p:spPr/>
        <p:txBody>
          <a:bodyPr/>
          <a:lstStyle/>
          <a:p>
            <a:fld id="{D836C0FE-70CA-4950-82D6-CF602CC2B770}" type="slidenum">
              <a:rPr lang="en-GB" smtClean="0"/>
              <a:t>42</a:t>
            </a:fld>
            <a:endParaRPr lang="en-GB" dirty="0"/>
          </a:p>
        </p:txBody>
      </p:sp>
      <p:sp>
        <p:nvSpPr>
          <p:cNvPr id="3" name="Titel 2">
            <a:extLst>
              <a:ext uri="{FF2B5EF4-FFF2-40B4-BE49-F238E27FC236}">
                <a16:creationId xmlns:a16="http://schemas.microsoft.com/office/drawing/2014/main" id="{91BB7F82-E1D8-1B99-9C9A-E66736C48E27}"/>
              </a:ext>
            </a:extLst>
          </p:cNvPr>
          <p:cNvSpPr>
            <a:spLocks noGrp="1"/>
          </p:cNvSpPr>
          <p:nvPr>
            <p:ph type="title"/>
          </p:nvPr>
        </p:nvSpPr>
        <p:spPr/>
        <p:txBody>
          <a:bodyPr/>
          <a:lstStyle/>
          <a:p>
            <a:r>
              <a:rPr lang="en-GB" dirty="0"/>
              <a:t>An Example: Let’s build some PV!</a:t>
            </a:r>
          </a:p>
        </p:txBody>
      </p:sp>
      <p:sp>
        <p:nvSpPr>
          <p:cNvPr id="4" name="Inhaltsplatzhalter 3">
            <a:extLst>
              <a:ext uri="{FF2B5EF4-FFF2-40B4-BE49-F238E27FC236}">
                <a16:creationId xmlns:a16="http://schemas.microsoft.com/office/drawing/2014/main" id="{09AFA272-BE18-BF0D-B171-BBB78BEC07E9}"/>
              </a:ext>
            </a:extLst>
          </p:cNvPr>
          <p:cNvSpPr>
            <a:spLocks noGrp="1"/>
          </p:cNvSpPr>
          <p:nvPr>
            <p:ph idx="1"/>
          </p:nvPr>
        </p:nvSpPr>
        <p:spPr>
          <a:xfrm>
            <a:off x="695324" y="1628999"/>
            <a:ext cx="4680675" cy="4535265"/>
          </a:xfrm>
        </p:spPr>
        <p:txBody>
          <a:bodyPr/>
          <a:lstStyle/>
          <a:p>
            <a:r>
              <a:rPr lang="en-GB" b="1" dirty="0"/>
              <a:t>Should a Company Install Solar Panels on its Factory Roof?</a:t>
            </a:r>
            <a:endParaRPr lang="en-GB" dirty="0"/>
          </a:p>
          <a:p>
            <a:r>
              <a:rPr lang="en-GB" dirty="0"/>
              <a:t>A mid-sized manufacturing company is considering investing in a rooftop solar panel system. The decision makers needs to evaluate whether the investment is financially worthwhile over a 10-year horizon.</a:t>
            </a:r>
          </a:p>
        </p:txBody>
      </p:sp>
      <p:sp>
        <p:nvSpPr>
          <p:cNvPr id="5" name="Datumsplatzhalter 4">
            <a:extLst>
              <a:ext uri="{FF2B5EF4-FFF2-40B4-BE49-F238E27FC236}">
                <a16:creationId xmlns:a16="http://schemas.microsoft.com/office/drawing/2014/main" id="{A987B9D7-1FA8-4EED-75BC-324BD16C441E}"/>
              </a:ext>
            </a:extLst>
          </p:cNvPr>
          <p:cNvSpPr>
            <a:spLocks noGrp="1"/>
          </p:cNvSpPr>
          <p:nvPr>
            <p:ph type="dt" sz="half" idx="10"/>
          </p:nvPr>
        </p:nvSpPr>
        <p:spPr/>
        <p:txBody>
          <a:bodyPr/>
          <a:lstStyle/>
          <a:p>
            <a:r>
              <a:rPr lang="en-GB" dirty="0"/>
              <a:t>(EnergieAgentur NRW, n.d., Wikimedia, CC BY-SA)</a:t>
            </a:r>
          </a:p>
        </p:txBody>
      </p:sp>
      <p:sp>
        <p:nvSpPr>
          <p:cNvPr id="6" name="Fußzeilenplatzhalter 5">
            <a:extLst>
              <a:ext uri="{FF2B5EF4-FFF2-40B4-BE49-F238E27FC236}">
                <a16:creationId xmlns:a16="http://schemas.microsoft.com/office/drawing/2014/main" id="{852247B3-1750-221D-77B4-90155B220660}"/>
              </a:ext>
            </a:extLst>
          </p:cNvPr>
          <p:cNvSpPr>
            <a:spLocks noGrp="1"/>
          </p:cNvSpPr>
          <p:nvPr>
            <p:ph type="ftr" sz="quarter" idx="11"/>
          </p:nvPr>
        </p:nvSpPr>
        <p:spPr/>
        <p:txBody>
          <a:bodyPr/>
          <a:lstStyle/>
          <a:p>
            <a:r>
              <a:rPr lang="en-GB" dirty="0"/>
              <a:t>KMH</a:t>
            </a:r>
          </a:p>
        </p:txBody>
      </p:sp>
      <p:pic>
        <p:nvPicPr>
          <p:cNvPr id="4098" name="Picture 2">
            <a:hlinkClick r:id="rId2"/>
            <a:extLst>
              <a:ext uri="{FF2B5EF4-FFF2-40B4-BE49-F238E27FC236}">
                <a16:creationId xmlns:a16="http://schemas.microsoft.com/office/drawing/2014/main" id="{97A6735A-439C-15DC-1430-7DC5D3AB0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767" y="1978125"/>
            <a:ext cx="5565233" cy="3682875"/>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0128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B0B4732-5593-CFA8-6716-6F953D4718E4}"/>
              </a:ext>
            </a:extLst>
          </p:cNvPr>
          <p:cNvSpPr>
            <a:spLocks noGrp="1"/>
          </p:cNvSpPr>
          <p:nvPr>
            <p:ph type="sldNum" sz="quarter" idx="12"/>
          </p:nvPr>
        </p:nvSpPr>
        <p:spPr/>
        <p:txBody>
          <a:bodyPr/>
          <a:lstStyle/>
          <a:p>
            <a:fld id="{D836C0FE-70CA-4950-82D6-CF602CC2B770}" type="slidenum">
              <a:rPr lang="en-GB" smtClean="0"/>
              <a:t>43</a:t>
            </a:fld>
            <a:endParaRPr lang="en-GB" dirty="0"/>
          </a:p>
        </p:txBody>
      </p:sp>
      <p:sp>
        <p:nvSpPr>
          <p:cNvPr id="3" name="Titel 2">
            <a:extLst>
              <a:ext uri="{FF2B5EF4-FFF2-40B4-BE49-F238E27FC236}">
                <a16:creationId xmlns:a16="http://schemas.microsoft.com/office/drawing/2014/main" id="{FE84E0E6-562D-6D6E-1269-6FD5BA6603F2}"/>
              </a:ext>
            </a:extLst>
          </p:cNvPr>
          <p:cNvSpPr>
            <a:spLocks noGrp="1"/>
          </p:cNvSpPr>
          <p:nvPr>
            <p:ph type="title"/>
          </p:nvPr>
        </p:nvSpPr>
        <p:spPr>
          <a:xfrm>
            <a:off x="695326" y="549000"/>
            <a:ext cx="10296674" cy="792000"/>
          </a:xfrm>
        </p:spPr>
        <p:txBody>
          <a:bodyPr/>
          <a:lstStyle/>
          <a:p>
            <a:r>
              <a:rPr lang="en-GB" dirty="0"/>
              <a:t>Detour: Emissionszertifikatehandelsgesetz 2022 (NEHG 2022)</a:t>
            </a:r>
          </a:p>
        </p:txBody>
      </p:sp>
      <p:sp>
        <p:nvSpPr>
          <p:cNvPr id="4" name="Inhaltsplatzhalter 3">
            <a:extLst>
              <a:ext uri="{FF2B5EF4-FFF2-40B4-BE49-F238E27FC236}">
                <a16:creationId xmlns:a16="http://schemas.microsoft.com/office/drawing/2014/main" id="{7C763D96-A195-AF31-478C-6D6A586DFC92}"/>
              </a:ext>
            </a:extLst>
          </p:cNvPr>
          <p:cNvSpPr>
            <a:spLocks noGrp="1"/>
          </p:cNvSpPr>
          <p:nvPr>
            <p:ph idx="1"/>
          </p:nvPr>
        </p:nvSpPr>
        <p:spPr/>
        <p:txBody>
          <a:bodyPr/>
          <a:lstStyle/>
          <a:p>
            <a:r>
              <a:rPr lang="en-GB" dirty="0"/>
              <a:t>NEHG imposes a tax of fossil energy carriers (oil, gas, etc.) in sectors outside the EU-ETS I (= industry)</a:t>
            </a:r>
          </a:p>
          <a:p>
            <a:pPr lvl="1"/>
            <a:r>
              <a:rPr lang="en-GB" dirty="0"/>
              <a:t>Including buildings, transport &amp; small industrial installations</a:t>
            </a:r>
          </a:p>
          <a:p>
            <a:r>
              <a:rPr lang="en-GB" dirty="0"/>
              <a:t>CO2-tax = paid by energy suppliers 👉 pass costs on to customers</a:t>
            </a:r>
          </a:p>
          <a:p>
            <a:pPr lvl="1"/>
            <a:r>
              <a:rPr lang="en-GB" dirty="0"/>
              <a:t>Look out for “CO₂-Bepreisung gemäß NEHG” 😉</a:t>
            </a:r>
          </a:p>
          <a:p>
            <a:r>
              <a:rPr lang="en-GB" b="1" dirty="0"/>
              <a:t>Fixed prices per tonne CO₂:</a:t>
            </a:r>
            <a:r>
              <a:rPr lang="en-GB" dirty="0"/>
              <a:t> €30 (2022) 👉 €35 (2023) 👉 €45 (2024) 👉 €55 (2025)</a:t>
            </a:r>
          </a:p>
          <a:p>
            <a:r>
              <a:rPr lang="en-GB" dirty="0"/>
              <a:t>From 2028 on: EU-ETS II with market-based pricing</a:t>
            </a:r>
          </a:p>
        </p:txBody>
      </p:sp>
      <p:sp>
        <p:nvSpPr>
          <p:cNvPr id="5" name="Datumsplatzhalter 4">
            <a:extLst>
              <a:ext uri="{FF2B5EF4-FFF2-40B4-BE49-F238E27FC236}">
                <a16:creationId xmlns:a16="http://schemas.microsoft.com/office/drawing/2014/main" id="{6749FDE8-0563-8323-847A-9AC2F36FC07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78BC647-84C3-04C7-C722-355B88E80952}"/>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42227835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F835F-F354-89F1-19DB-FC3CE792CB1C}"/>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BBCF401-179C-2776-E58E-B33B4AEB349E}"/>
              </a:ext>
            </a:extLst>
          </p:cNvPr>
          <p:cNvSpPr>
            <a:spLocks noGrp="1"/>
          </p:cNvSpPr>
          <p:nvPr>
            <p:ph type="sldNum" sz="quarter" idx="12"/>
          </p:nvPr>
        </p:nvSpPr>
        <p:spPr/>
        <p:txBody>
          <a:bodyPr/>
          <a:lstStyle/>
          <a:p>
            <a:fld id="{D836C0FE-70CA-4950-82D6-CF602CC2B770}" type="slidenum">
              <a:rPr lang="en-GB" smtClean="0"/>
              <a:t>44</a:t>
            </a:fld>
            <a:endParaRPr lang="en-GB" dirty="0"/>
          </a:p>
        </p:txBody>
      </p:sp>
      <p:sp>
        <p:nvSpPr>
          <p:cNvPr id="3" name="Titel 2">
            <a:extLst>
              <a:ext uri="{FF2B5EF4-FFF2-40B4-BE49-F238E27FC236}">
                <a16:creationId xmlns:a16="http://schemas.microsoft.com/office/drawing/2014/main" id="{33E39C83-C212-9D92-D9E0-EC9AD50D48BC}"/>
              </a:ext>
            </a:extLst>
          </p:cNvPr>
          <p:cNvSpPr>
            <a:spLocks noGrp="1"/>
          </p:cNvSpPr>
          <p:nvPr>
            <p:ph type="title"/>
          </p:nvPr>
        </p:nvSpPr>
        <p:spPr/>
        <p:txBody>
          <a:bodyPr/>
          <a:lstStyle/>
          <a:p>
            <a:r>
              <a:rPr lang="en-GB" dirty="0"/>
              <a:t>Detour: Discount Rate</a:t>
            </a:r>
          </a:p>
        </p:txBody>
      </p:sp>
      <p:sp>
        <p:nvSpPr>
          <p:cNvPr id="4" name="Inhaltsplatzhalter 3">
            <a:extLst>
              <a:ext uri="{FF2B5EF4-FFF2-40B4-BE49-F238E27FC236}">
                <a16:creationId xmlns:a16="http://schemas.microsoft.com/office/drawing/2014/main" id="{510E046E-AAA2-414E-6F76-8CD63A74A82D}"/>
              </a:ext>
            </a:extLst>
          </p:cNvPr>
          <p:cNvSpPr>
            <a:spLocks noGrp="1"/>
          </p:cNvSpPr>
          <p:nvPr>
            <p:ph idx="1"/>
          </p:nvPr>
        </p:nvSpPr>
        <p:spPr>
          <a:xfrm>
            <a:off x="695324" y="1413000"/>
            <a:ext cx="10800675" cy="4535265"/>
          </a:xfrm>
        </p:spPr>
        <p:txBody>
          <a:bodyPr>
            <a:normAutofit fontScale="92500" lnSpcReduction="10000"/>
          </a:bodyPr>
          <a:lstStyle/>
          <a:p>
            <a:pPr marL="0" indent="0">
              <a:buNone/>
            </a:pPr>
            <a:r>
              <a:rPr lang="en-GB" b="1" dirty="0"/>
              <a:t>Why? </a:t>
            </a:r>
          </a:p>
          <a:p>
            <a:r>
              <a:rPr lang="en-GB" dirty="0"/>
              <a:t>€1 today is worth more than €1 in the future </a:t>
            </a:r>
            <a:br>
              <a:rPr lang="en-GB" dirty="0"/>
            </a:br>
            <a:r>
              <a:rPr lang="en-GB" dirty="0"/>
              <a:t>👉  money today can be invested and earn a return</a:t>
            </a:r>
          </a:p>
          <a:p>
            <a:r>
              <a:rPr lang="en-GB" dirty="0"/>
              <a:t>converts future cash flows into today's euros </a:t>
            </a:r>
            <a:br>
              <a:rPr lang="en-GB" dirty="0"/>
            </a:br>
            <a:r>
              <a:rPr lang="en-GB" dirty="0"/>
              <a:t>👉 making costs and benefits from different points in time comparable</a:t>
            </a:r>
          </a:p>
          <a:p>
            <a:pPr marL="0" indent="0">
              <a:buNone/>
            </a:pPr>
            <a:br>
              <a:rPr lang="en-GB" dirty="0"/>
            </a:br>
            <a:endParaRPr lang="en-GB" dirty="0"/>
          </a:p>
          <a:p>
            <a:r>
              <a:rPr lang="en-GB" dirty="0"/>
              <a:t>The formula for the </a:t>
            </a:r>
            <a:r>
              <a:rPr lang="en-GB" b="1" dirty="0"/>
              <a:t>Discount Factor: </a:t>
            </a:r>
          </a:p>
          <a:p>
            <a:pPr lvl="1"/>
            <a:r>
              <a:rPr lang="en-GB" dirty="0"/>
              <a:t>r …  discount rate and </a:t>
            </a:r>
          </a:p>
          <a:p>
            <a:pPr lvl="1"/>
            <a:r>
              <a:rPr lang="en-GB" dirty="0"/>
              <a:t>t  … year</a:t>
            </a:r>
          </a:p>
        </p:txBody>
      </p:sp>
      <p:sp>
        <p:nvSpPr>
          <p:cNvPr id="5" name="Datumsplatzhalter 4">
            <a:extLst>
              <a:ext uri="{FF2B5EF4-FFF2-40B4-BE49-F238E27FC236}">
                <a16:creationId xmlns:a16="http://schemas.microsoft.com/office/drawing/2014/main" id="{DE4A6970-FDAB-AD94-F546-50A3377B7DBB}"/>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573DF5D-5E9D-6C2F-CA4C-03B42471CD96}"/>
              </a:ext>
            </a:extLst>
          </p:cNvPr>
          <p:cNvSpPr>
            <a:spLocks noGrp="1"/>
          </p:cNvSpPr>
          <p:nvPr>
            <p:ph type="ftr" sz="quarter" idx="11"/>
          </p:nvPr>
        </p:nvSpPr>
        <p:spPr/>
        <p:txBody>
          <a:bodyPr/>
          <a:lstStyle/>
          <a:p>
            <a:r>
              <a:rPr lang="en-GB" dirty="0"/>
              <a:t>KMH</a:t>
            </a:r>
          </a:p>
        </p:txBody>
      </p:sp>
      <p:pic>
        <p:nvPicPr>
          <p:cNvPr id="7" name="Grafik 6">
            <a:extLst>
              <a:ext uri="{FF2B5EF4-FFF2-40B4-BE49-F238E27FC236}">
                <a16:creationId xmlns:a16="http://schemas.microsoft.com/office/drawing/2014/main" id="{641F9CFD-7FE9-114F-83CF-AC592EA43729}"/>
              </a:ext>
            </a:extLst>
          </p:cNvPr>
          <p:cNvPicPr>
            <a:picLocks noChangeAspect="1"/>
          </p:cNvPicPr>
          <p:nvPr/>
        </p:nvPicPr>
        <p:blipFill>
          <a:blip r:embed="rId2">
            <a:clrChange>
              <a:clrFrom>
                <a:srgbClr val="F8F8F6"/>
              </a:clrFrom>
              <a:clrTo>
                <a:srgbClr val="F8F8F6">
                  <a:alpha val="0"/>
                </a:srgbClr>
              </a:clrTo>
            </a:clrChange>
          </a:blip>
          <a:stretch>
            <a:fillRect/>
          </a:stretch>
        </p:blipFill>
        <p:spPr>
          <a:xfrm>
            <a:off x="6528000" y="4725000"/>
            <a:ext cx="2756042" cy="1066855"/>
          </a:xfrm>
          <a:prstGeom prst="rect">
            <a:avLst/>
          </a:prstGeom>
        </p:spPr>
      </p:pic>
    </p:spTree>
    <p:extLst>
      <p:ext uri="{BB962C8B-B14F-4D97-AF65-F5344CB8AC3E}">
        <p14:creationId xmlns:p14="http://schemas.microsoft.com/office/powerpoint/2010/main" val="1239904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8A2E515-C063-D060-98A2-F06DD10441C6}"/>
              </a:ext>
            </a:extLst>
          </p:cNvPr>
          <p:cNvSpPr>
            <a:spLocks noGrp="1"/>
          </p:cNvSpPr>
          <p:nvPr>
            <p:ph type="sldNum" sz="quarter" idx="12"/>
          </p:nvPr>
        </p:nvSpPr>
        <p:spPr/>
        <p:txBody>
          <a:bodyPr/>
          <a:lstStyle/>
          <a:p>
            <a:fld id="{D836C0FE-70CA-4950-82D6-CF602CC2B770}" type="slidenum">
              <a:rPr lang="en-GB" smtClean="0"/>
              <a:t>45</a:t>
            </a:fld>
            <a:endParaRPr lang="en-GB" dirty="0"/>
          </a:p>
        </p:txBody>
      </p:sp>
      <p:sp>
        <p:nvSpPr>
          <p:cNvPr id="3" name="Titel 2">
            <a:extLst>
              <a:ext uri="{FF2B5EF4-FFF2-40B4-BE49-F238E27FC236}">
                <a16:creationId xmlns:a16="http://schemas.microsoft.com/office/drawing/2014/main" id="{EF91D63F-1668-A173-313D-AFCFA74A0B20}"/>
              </a:ext>
            </a:extLst>
          </p:cNvPr>
          <p:cNvSpPr>
            <a:spLocks noGrp="1"/>
          </p:cNvSpPr>
          <p:nvPr>
            <p:ph type="title"/>
          </p:nvPr>
        </p:nvSpPr>
        <p:spPr/>
        <p:txBody>
          <a:bodyPr/>
          <a:lstStyle/>
          <a:p>
            <a:r>
              <a:rPr lang="en-GB" dirty="0"/>
              <a:t>Detour: Discount Rate</a:t>
            </a:r>
          </a:p>
        </p:txBody>
      </p:sp>
      <p:sp>
        <p:nvSpPr>
          <p:cNvPr id="4" name="Inhaltsplatzhalter 3">
            <a:extLst>
              <a:ext uri="{FF2B5EF4-FFF2-40B4-BE49-F238E27FC236}">
                <a16:creationId xmlns:a16="http://schemas.microsoft.com/office/drawing/2014/main" id="{C7D0BDDF-5485-943C-9D24-5869B9F3C338}"/>
              </a:ext>
            </a:extLst>
          </p:cNvPr>
          <p:cNvSpPr>
            <a:spLocks noGrp="1"/>
          </p:cNvSpPr>
          <p:nvPr>
            <p:ph idx="1"/>
          </p:nvPr>
        </p:nvSpPr>
        <p:spPr/>
        <p:txBody>
          <a:bodyPr>
            <a:normAutofit/>
          </a:bodyPr>
          <a:lstStyle/>
          <a:p>
            <a:r>
              <a:rPr lang="en-GB" b="1" dirty="0"/>
              <a:t>An Example at r = 5%</a:t>
            </a:r>
          </a:p>
          <a:p>
            <a:pPr lvl="1"/>
            <a:r>
              <a:rPr lang="en-GB" dirty="0"/>
              <a:t>Year 0: DF = 1.000  / no discounting, this is the present</a:t>
            </a:r>
          </a:p>
          <a:p>
            <a:pPr lvl="1"/>
            <a:r>
              <a:rPr lang="en-GB" dirty="0"/>
              <a:t>Year 1: DF = 0.952 / €1 in Year 1 is worth €0.95 today</a:t>
            </a:r>
          </a:p>
          <a:p>
            <a:pPr lvl="1"/>
            <a:r>
              <a:rPr lang="en-GB" dirty="0"/>
              <a:t>Year 5: DF = 0.784 / €1 in Year 5 is worth €0.78 today</a:t>
            </a:r>
          </a:p>
          <a:p>
            <a:pPr lvl="1"/>
            <a:r>
              <a:rPr lang="en-GB" dirty="0"/>
              <a:t>Year 10: DF = 0.614 / €1 in Year 10 is worth only €0.61 today</a:t>
            </a:r>
          </a:p>
        </p:txBody>
      </p:sp>
      <p:sp>
        <p:nvSpPr>
          <p:cNvPr id="5" name="Datumsplatzhalter 4">
            <a:extLst>
              <a:ext uri="{FF2B5EF4-FFF2-40B4-BE49-F238E27FC236}">
                <a16:creationId xmlns:a16="http://schemas.microsoft.com/office/drawing/2014/main" id="{97118124-8D49-A6AF-FB50-88DE5639515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C92D882-1582-4FE8-73EE-D9FB012EE858}"/>
              </a:ext>
            </a:extLst>
          </p:cNvPr>
          <p:cNvSpPr>
            <a:spLocks noGrp="1"/>
          </p:cNvSpPr>
          <p:nvPr>
            <p:ph type="ftr" sz="quarter" idx="11"/>
          </p:nvPr>
        </p:nvSpPr>
        <p:spPr/>
        <p:txBody>
          <a:bodyPr/>
          <a:lstStyle/>
          <a:p>
            <a:r>
              <a:rPr lang="en-GB" dirty="0"/>
              <a:t>KMH</a:t>
            </a:r>
          </a:p>
        </p:txBody>
      </p:sp>
      <p:pic>
        <p:nvPicPr>
          <p:cNvPr id="7" name="Grafik 6">
            <a:extLst>
              <a:ext uri="{FF2B5EF4-FFF2-40B4-BE49-F238E27FC236}">
                <a16:creationId xmlns:a16="http://schemas.microsoft.com/office/drawing/2014/main" id="{FF7E3DA0-C821-CB9E-FC99-D07AB6A6AF93}"/>
              </a:ext>
            </a:extLst>
          </p:cNvPr>
          <p:cNvPicPr>
            <a:picLocks noChangeAspect="1"/>
          </p:cNvPicPr>
          <p:nvPr/>
        </p:nvPicPr>
        <p:blipFill>
          <a:blip r:embed="rId2">
            <a:clrChange>
              <a:clrFrom>
                <a:srgbClr val="F8F8F6"/>
              </a:clrFrom>
              <a:clrTo>
                <a:srgbClr val="F8F8F6">
                  <a:alpha val="0"/>
                </a:srgbClr>
              </a:clrTo>
            </a:clrChange>
          </a:blip>
          <a:stretch>
            <a:fillRect/>
          </a:stretch>
        </p:blipFill>
        <p:spPr>
          <a:xfrm>
            <a:off x="8487958" y="3501000"/>
            <a:ext cx="2756042" cy="1066855"/>
          </a:xfrm>
          <a:prstGeom prst="rect">
            <a:avLst/>
          </a:prstGeom>
        </p:spPr>
      </p:pic>
    </p:spTree>
    <p:extLst>
      <p:ext uri="{BB962C8B-B14F-4D97-AF65-F5344CB8AC3E}">
        <p14:creationId xmlns:p14="http://schemas.microsoft.com/office/powerpoint/2010/main" val="30099855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66002-F02A-0946-86E3-7582C8B51DD0}"/>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48F74C1E-5EF6-43F4-5CF3-6DB93B8C23BB}"/>
              </a:ext>
            </a:extLst>
          </p:cNvPr>
          <p:cNvSpPr>
            <a:spLocks noGrp="1"/>
          </p:cNvSpPr>
          <p:nvPr>
            <p:ph type="title"/>
          </p:nvPr>
        </p:nvSpPr>
        <p:spPr/>
        <p:txBody>
          <a:bodyPr/>
          <a:lstStyle/>
          <a:p>
            <a:r>
              <a:rPr lang="en-GB" dirty="0"/>
              <a:t>Your 2. Assignment</a:t>
            </a:r>
          </a:p>
        </p:txBody>
      </p:sp>
      <p:sp>
        <p:nvSpPr>
          <p:cNvPr id="2" name="Foliennummernplatzhalter 1">
            <a:extLst>
              <a:ext uri="{FF2B5EF4-FFF2-40B4-BE49-F238E27FC236}">
                <a16:creationId xmlns:a16="http://schemas.microsoft.com/office/drawing/2014/main" id="{D8F283D4-A479-D522-971A-DDD7DA043623}"/>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46</a:t>
            </a:fld>
            <a:endParaRPr lang="en-GB" dirty="0"/>
          </a:p>
        </p:txBody>
      </p:sp>
    </p:spTree>
    <p:extLst>
      <p:ext uri="{BB962C8B-B14F-4D97-AF65-F5344CB8AC3E}">
        <p14:creationId xmlns:p14="http://schemas.microsoft.com/office/powerpoint/2010/main" val="7021254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658AF-DFF6-96A7-4CE1-62B81985CC1B}"/>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8987546-95C1-549B-E383-94CCEB86413A}"/>
              </a:ext>
            </a:extLst>
          </p:cNvPr>
          <p:cNvSpPr>
            <a:spLocks noGrp="1"/>
          </p:cNvSpPr>
          <p:nvPr>
            <p:ph type="sldNum" sz="quarter" idx="12"/>
          </p:nvPr>
        </p:nvSpPr>
        <p:spPr/>
        <p:txBody>
          <a:bodyPr/>
          <a:lstStyle/>
          <a:p>
            <a:fld id="{D836C0FE-70CA-4950-82D6-CF602CC2B770}" type="slidenum">
              <a:rPr lang="en-GB" smtClean="0"/>
              <a:t>47</a:t>
            </a:fld>
            <a:endParaRPr lang="en-GB" dirty="0"/>
          </a:p>
        </p:txBody>
      </p:sp>
      <p:sp>
        <p:nvSpPr>
          <p:cNvPr id="3" name="Titel 2">
            <a:extLst>
              <a:ext uri="{FF2B5EF4-FFF2-40B4-BE49-F238E27FC236}">
                <a16:creationId xmlns:a16="http://schemas.microsoft.com/office/drawing/2014/main" id="{C5C91074-4359-17C1-7160-1FDF32481547}"/>
              </a:ext>
            </a:extLst>
          </p:cNvPr>
          <p:cNvSpPr>
            <a:spLocks noGrp="1"/>
          </p:cNvSpPr>
          <p:nvPr>
            <p:ph type="title"/>
          </p:nvPr>
        </p:nvSpPr>
        <p:spPr/>
        <p:txBody>
          <a:bodyPr/>
          <a:lstStyle/>
          <a:p>
            <a:r>
              <a:rPr lang="en-GB" dirty="0"/>
              <a:t>Your 2. Assignment: A little CBA for IMC</a:t>
            </a:r>
          </a:p>
        </p:txBody>
      </p:sp>
      <p:sp>
        <p:nvSpPr>
          <p:cNvPr id="4" name="Inhaltsplatzhalter 3">
            <a:extLst>
              <a:ext uri="{FF2B5EF4-FFF2-40B4-BE49-F238E27FC236}">
                <a16:creationId xmlns:a16="http://schemas.microsoft.com/office/drawing/2014/main" id="{05C0B989-04EA-3310-7E96-730AD8334E2C}"/>
              </a:ext>
            </a:extLst>
          </p:cNvPr>
          <p:cNvSpPr>
            <a:spLocks noGrp="1"/>
          </p:cNvSpPr>
          <p:nvPr>
            <p:ph idx="1"/>
          </p:nvPr>
        </p:nvSpPr>
        <p:spPr/>
        <p:txBody>
          <a:bodyPr>
            <a:normAutofit/>
          </a:bodyPr>
          <a:lstStyle/>
          <a:p>
            <a:r>
              <a:rPr lang="en-GB" b="1" dirty="0"/>
              <a:t>Your task: Evaluate two alternative PV investments scenarios @ IMC using CBA:</a:t>
            </a:r>
          </a:p>
          <a:p>
            <a:pPr lvl="1"/>
            <a:r>
              <a:rPr lang="en-GB" dirty="0"/>
              <a:t>Both plants should cover 50% of IMC’s Building G total annual electricity demand (~ 325 MWh)</a:t>
            </a:r>
          </a:p>
          <a:p>
            <a:pPr lvl="1"/>
            <a:r>
              <a:rPr lang="en-GB" dirty="0"/>
              <a:t>Plant A: rooftop-based PV plant, 20 years lifespan</a:t>
            </a:r>
          </a:p>
          <a:p>
            <a:pPr lvl="1"/>
            <a:r>
              <a:rPr lang="en-GB" dirty="0"/>
              <a:t>Plant B: ground-mounted PV plant, 20 years lifespan</a:t>
            </a:r>
          </a:p>
        </p:txBody>
      </p:sp>
      <p:sp>
        <p:nvSpPr>
          <p:cNvPr id="5" name="Datumsplatzhalter 4">
            <a:extLst>
              <a:ext uri="{FF2B5EF4-FFF2-40B4-BE49-F238E27FC236}">
                <a16:creationId xmlns:a16="http://schemas.microsoft.com/office/drawing/2014/main" id="{F843D00B-3C62-22EB-32C4-D10F79773068}"/>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904FE8A-A794-0800-91B1-F7A3685220B9}"/>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3701314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33DF6-6613-59CA-B0F5-DE6638175561}"/>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6BD1E2B-859A-F8F9-9505-96DEA08F88D3}"/>
              </a:ext>
            </a:extLst>
          </p:cNvPr>
          <p:cNvSpPr>
            <a:spLocks noGrp="1"/>
          </p:cNvSpPr>
          <p:nvPr>
            <p:ph type="sldNum" sz="quarter" idx="12"/>
          </p:nvPr>
        </p:nvSpPr>
        <p:spPr/>
        <p:txBody>
          <a:bodyPr/>
          <a:lstStyle/>
          <a:p>
            <a:fld id="{D836C0FE-70CA-4950-82D6-CF602CC2B770}" type="slidenum">
              <a:rPr lang="en-GB" smtClean="0"/>
              <a:t>48</a:t>
            </a:fld>
            <a:endParaRPr lang="en-GB" dirty="0"/>
          </a:p>
        </p:txBody>
      </p:sp>
      <p:sp>
        <p:nvSpPr>
          <p:cNvPr id="3" name="Titel 2">
            <a:extLst>
              <a:ext uri="{FF2B5EF4-FFF2-40B4-BE49-F238E27FC236}">
                <a16:creationId xmlns:a16="http://schemas.microsoft.com/office/drawing/2014/main" id="{23904537-761F-D40F-CD88-F50125E3127C}"/>
              </a:ext>
            </a:extLst>
          </p:cNvPr>
          <p:cNvSpPr>
            <a:spLocks noGrp="1"/>
          </p:cNvSpPr>
          <p:nvPr>
            <p:ph type="title"/>
          </p:nvPr>
        </p:nvSpPr>
        <p:spPr/>
        <p:txBody>
          <a:bodyPr/>
          <a:lstStyle/>
          <a:p>
            <a:r>
              <a:rPr lang="en-GB" dirty="0"/>
              <a:t>Your 2. Assignment: How 2 Proceed</a:t>
            </a:r>
          </a:p>
        </p:txBody>
      </p:sp>
      <p:sp>
        <p:nvSpPr>
          <p:cNvPr id="4" name="Inhaltsplatzhalter 3">
            <a:extLst>
              <a:ext uri="{FF2B5EF4-FFF2-40B4-BE49-F238E27FC236}">
                <a16:creationId xmlns:a16="http://schemas.microsoft.com/office/drawing/2014/main" id="{5274C635-2D33-7EC0-62ED-3FE027392ABF}"/>
              </a:ext>
            </a:extLst>
          </p:cNvPr>
          <p:cNvSpPr>
            <a:spLocks noGrp="1"/>
          </p:cNvSpPr>
          <p:nvPr>
            <p:ph idx="1"/>
          </p:nvPr>
        </p:nvSpPr>
        <p:spPr>
          <a:xfrm>
            <a:off x="695324" y="1269001"/>
            <a:ext cx="10800675" cy="4895264"/>
          </a:xfrm>
        </p:spPr>
        <p:txBody>
          <a:bodyPr>
            <a:normAutofit fontScale="85000" lnSpcReduction="10000"/>
          </a:bodyPr>
          <a:lstStyle/>
          <a:p>
            <a:r>
              <a:rPr lang="en-GB" b="1" dirty="0"/>
              <a:t>Step 1: Size the installations</a:t>
            </a:r>
            <a:endParaRPr lang="en-GB" dirty="0"/>
          </a:p>
          <a:p>
            <a:pPr lvl="1"/>
            <a:r>
              <a:rPr lang="en-GB" dirty="0"/>
              <a:t>Based on the target coverage of 50% 👉 calculate the required installed capacity in kWp</a:t>
            </a:r>
          </a:p>
          <a:p>
            <a:pPr lvl="2"/>
            <a:r>
              <a:rPr lang="en-GB" dirty="0"/>
              <a:t>Use standard assumptions for solar yield in Austria</a:t>
            </a:r>
          </a:p>
          <a:p>
            <a:r>
              <a:rPr lang="en-GB" b="1" dirty="0"/>
              <a:t>Step 2: Estimate costs</a:t>
            </a:r>
            <a:endParaRPr lang="en-GB" dirty="0"/>
          </a:p>
          <a:p>
            <a:pPr lvl="1"/>
            <a:r>
              <a:rPr lang="en-GB" dirty="0"/>
              <a:t>Research or estimate realistic installation costs per kWp for Austria</a:t>
            </a:r>
          </a:p>
          <a:p>
            <a:pPr lvl="1"/>
            <a:r>
              <a:rPr lang="en-GB" dirty="0"/>
              <a:t>Estimate annual maintenance costs</a:t>
            </a:r>
          </a:p>
          <a:p>
            <a:pPr lvl="1"/>
            <a:r>
              <a:rPr lang="en-GB" dirty="0"/>
              <a:t>Assume a total system lifetime of 20 years</a:t>
            </a:r>
          </a:p>
          <a:p>
            <a:r>
              <a:rPr lang="en-GB" b="1" dirty="0"/>
              <a:t>Step 3: Estimate benefits</a:t>
            </a:r>
            <a:endParaRPr lang="en-GB" dirty="0"/>
          </a:p>
          <a:p>
            <a:pPr lvl="1"/>
            <a:r>
              <a:rPr lang="en-GB" dirty="0"/>
              <a:t>Annual energy cost savings based on avoided grid electricity purchase</a:t>
            </a:r>
          </a:p>
          <a:p>
            <a:pPr lvl="2"/>
            <a:r>
              <a:rPr lang="en-GB" dirty="0"/>
              <a:t>Avoided carbon cost based on NEHG 2022: assume €55/tonne CO₂ in 2025</a:t>
            </a:r>
          </a:p>
          <a:p>
            <a:pPr lvl="2"/>
            <a:r>
              <a:rPr lang="en-GB" dirty="0"/>
              <a:t>Based on the total electricity demand: estimate the saved t CO2 based on the average electricity footprint per kWh</a:t>
            </a:r>
          </a:p>
        </p:txBody>
      </p:sp>
      <p:sp>
        <p:nvSpPr>
          <p:cNvPr id="5" name="Datumsplatzhalter 4">
            <a:extLst>
              <a:ext uri="{FF2B5EF4-FFF2-40B4-BE49-F238E27FC236}">
                <a16:creationId xmlns:a16="http://schemas.microsoft.com/office/drawing/2014/main" id="{C715522D-A06A-AF7B-B7E5-BB7D881DDB2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09DC14F-912E-86BA-63C4-46F0C5D47DFC}"/>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9361185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5EA93-23BB-E42E-1158-C190A251893F}"/>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EAD8F10-0FF3-0C15-3357-7C37158885CD}"/>
              </a:ext>
            </a:extLst>
          </p:cNvPr>
          <p:cNvSpPr>
            <a:spLocks noGrp="1"/>
          </p:cNvSpPr>
          <p:nvPr>
            <p:ph type="sldNum" sz="quarter" idx="12"/>
          </p:nvPr>
        </p:nvSpPr>
        <p:spPr/>
        <p:txBody>
          <a:bodyPr/>
          <a:lstStyle/>
          <a:p>
            <a:fld id="{D836C0FE-70CA-4950-82D6-CF602CC2B770}" type="slidenum">
              <a:rPr lang="en-GB" smtClean="0"/>
              <a:t>49</a:t>
            </a:fld>
            <a:endParaRPr lang="en-GB" dirty="0"/>
          </a:p>
        </p:txBody>
      </p:sp>
      <p:sp>
        <p:nvSpPr>
          <p:cNvPr id="3" name="Titel 2">
            <a:extLst>
              <a:ext uri="{FF2B5EF4-FFF2-40B4-BE49-F238E27FC236}">
                <a16:creationId xmlns:a16="http://schemas.microsoft.com/office/drawing/2014/main" id="{724DBA94-995A-ACA0-A986-3968670460F8}"/>
              </a:ext>
            </a:extLst>
          </p:cNvPr>
          <p:cNvSpPr>
            <a:spLocks noGrp="1"/>
          </p:cNvSpPr>
          <p:nvPr>
            <p:ph type="title"/>
          </p:nvPr>
        </p:nvSpPr>
        <p:spPr/>
        <p:txBody>
          <a:bodyPr/>
          <a:lstStyle/>
          <a:p>
            <a:r>
              <a:rPr lang="en-GB" dirty="0"/>
              <a:t>Your 2. Assignment: A little CBA for IMC</a:t>
            </a:r>
          </a:p>
        </p:txBody>
      </p:sp>
      <p:sp>
        <p:nvSpPr>
          <p:cNvPr id="4" name="Inhaltsplatzhalter 3">
            <a:extLst>
              <a:ext uri="{FF2B5EF4-FFF2-40B4-BE49-F238E27FC236}">
                <a16:creationId xmlns:a16="http://schemas.microsoft.com/office/drawing/2014/main" id="{9F388A60-4E20-2FDF-7DA6-3E2E0C7A7294}"/>
              </a:ext>
            </a:extLst>
          </p:cNvPr>
          <p:cNvSpPr>
            <a:spLocks noGrp="1"/>
          </p:cNvSpPr>
          <p:nvPr>
            <p:ph idx="1"/>
          </p:nvPr>
        </p:nvSpPr>
        <p:spPr/>
        <p:txBody>
          <a:bodyPr>
            <a:normAutofit/>
          </a:bodyPr>
          <a:lstStyle/>
          <a:p>
            <a:r>
              <a:rPr lang="en-GB" b="1" dirty="0"/>
              <a:t>Step 4: Build the CBA model</a:t>
            </a:r>
            <a:endParaRPr lang="en-GB" dirty="0"/>
          </a:p>
          <a:p>
            <a:pPr lvl="1"/>
            <a:r>
              <a:rPr lang="en-GB" dirty="0"/>
              <a:t>Set up a discounted cash flow model in Excel 👉 use the one from class</a:t>
            </a:r>
          </a:p>
          <a:p>
            <a:pPr lvl="1"/>
            <a:r>
              <a:rPr lang="en-GB" dirty="0"/>
              <a:t>Apply a discount rate (suggested: 5%)</a:t>
            </a:r>
          </a:p>
          <a:p>
            <a:pPr lvl="1"/>
            <a:r>
              <a:rPr lang="en-GB" dirty="0"/>
              <a:t>Calculate NPV and Benefit-Cost Ratio for both scenarios</a:t>
            </a:r>
          </a:p>
          <a:p>
            <a:r>
              <a:rPr lang="en-GB" b="1" dirty="0"/>
              <a:t>Step 5: Compare and decide</a:t>
            </a:r>
            <a:endParaRPr lang="en-GB" dirty="0"/>
          </a:p>
          <a:p>
            <a:pPr lvl="1"/>
            <a:r>
              <a:rPr lang="en-GB" dirty="0"/>
              <a:t>Compare NPV and BCR across both scenarios</a:t>
            </a:r>
          </a:p>
          <a:p>
            <a:pPr lvl="1"/>
            <a:r>
              <a:rPr lang="en-GB" dirty="0"/>
              <a:t>Identify which scenario is financially more attractive</a:t>
            </a:r>
          </a:p>
          <a:p>
            <a:pPr lvl="1"/>
            <a:r>
              <a:rPr lang="en-GB" dirty="0"/>
              <a:t>Discuss which assumptions most strongly influence the result</a:t>
            </a:r>
          </a:p>
        </p:txBody>
      </p:sp>
      <p:sp>
        <p:nvSpPr>
          <p:cNvPr id="5" name="Datumsplatzhalter 4">
            <a:extLst>
              <a:ext uri="{FF2B5EF4-FFF2-40B4-BE49-F238E27FC236}">
                <a16:creationId xmlns:a16="http://schemas.microsoft.com/office/drawing/2014/main" id="{52D5706C-9E91-7AEA-D308-D18096144DDD}"/>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8D7987D-0B43-CEB1-4984-01406110B327}"/>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9027553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762430B-42DF-74CA-EE1F-61F0716FD631}"/>
              </a:ext>
            </a:extLst>
          </p:cNvPr>
          <p:cNvSpPr>
            <a:spLocks noGrp="1"/>
          </p:cNvSpPr>
          <p:nvPr>
            <p:ph type="sldNum" sz="quarter" idx="12"/>
          </p:nvPr>
        </p:nvSpPr>
        <p:spPr/>
        <p:txBody>
          <a:bodyPr/>
          <a:lstStyle/>
          <a:p>
            <a:fld id="{D836C0FE-70CA-4950-82D6-CF602CC2B770}" type="slidenum">
              <a:rPr lang="en-GB" smtClean="0"/>
              <a:t>50</a:t>
            </a:fld>
            <a:endParaRPr lang="en-GB" dirty="0"/>
          </a:p>
        </p:txBody>
      </p:sp>
      <p:sp>
        <p:nvSpPr>
          <p:cNvPr id="3" name="Titel 2">
            <a:extLst>
              <a:ext uri="{FF2B5EF4-FFF2-40B4-BE49-F238E27FC236}">
                <a16:creationId xmlns:a16="http://schemas.microsoft.com/office/drawing/2014/main" id="{E7787610-ED75-7E62-044C-BEF65B4EC1B5}"/>
              </a:ext>
            </a:extLst>
          </p:cNvPr>
          <p:cNvSpPr>
            <a:spLocks noGrp="1"/>
          </p:cNvSpPr>
          <p:nvPr>
            <p:ph type="title"/>
          </p:nvPr>
        </p:nvSpPr>
        <p:spPr/>
        <p:txBody>
          <a:bodyPr/>
          <a:lstStyle/>
          <a:p>
            <a:r>
              <a:rPr lang="en-GB" dirty="0"/>
              <a:t>Your 2. Assignment: A little CBA for IMC</a:t>
            </a:r>
          </a:p>
        </p:txBody>
      </p:sp>
      <p:sp>
        <p:nvSpPr>
          <p:cNvPr id="4" name="Inhaltsplatzhalter 3">
            <a:extLst>
              <a:ext uri="{FF2B5EF4-FFF2-40B4-BE49-F238E27FC236}">
                <a16:creationId xmlns:a16="http://schemas.microsoft.com/office/drawing/2014/main" id="{0EBF69EA-2415-8793-7335-FD145CF8C6EE}"/>
              </a:ext>
            </a:extLst>
          </p:cNvPr>
          <p:cNvSpPr>
            <a:spLocks noGrp="1"/>
          </p:cNvSpPr>
          <p:nvPr>
            <p:ph idx="1"/>
          </p:nvPr>
        </p:nvSpPr>
        <p:spPr>
          <a:xfrm>
            <a:off x="695324" y="1125001"/>
            <a:ext cx="10800675" cy="5039264"/>
          </a:xfrm>
        </p:spPr>
        <p:txBody>
          <a:bodyPr>
            <a:normAutofit/>
          </a:bodyPr>
          <a:lstStyle/>
          <a:p>
            <a:r>
              <a:rPr lang="en-GB" b="1" dirty="0"/>
              <a:t>Your report: </a:t>
            </a:r>
            <a:r>
              <a:rPr lang="en-GB" dirty="0"/>
              <a:t>A4, PDF, “Group_XY.pdf” 👉 Folder “2. Assignment”</a:t>
            </a:r>
          </a:p>
          <a:p>
            <a:pPr lvl="1"/>
            <a:r>
              <a:rPr lang="en-GB" dirty="0"/>
              <a:t>Cover page</a:t>
            </a:r>
          </a:p>
          <a:p>
            <a:pPr lvl="1"/>
            <a:r>
              <a:rPr lang="en-GB" dirty="0"/>
              <a:t>Recapitulate your task</a:t>
            </a:r>
          </a:p>
          <a:p>
            <a:pPr lvl="1"/>
            <a:r>
              <a:rPr lang="en-GB" dirty="0"/>
              <a:t>Document your steps 1 to 5:</a:t>
            </a:r>
          </a:p>
          <a:p>
            <a:pPr lvl="2"/>
            <a:r>
              <a:rPr lang="en-GB" dirty="0"/>
              <a:t>Which assumptions were made?</a:t>
            </a:r>
          </a:p>
          <a:p>
            <a:pPr lvl="2"/>
            <a:r>
              <a:rPr lang="en-GB" dirty="0"/>
              <a:t>Which deductions did you draw? </a:t>
            </a:r>
          </a:p>
          <a:p>
            <a:pPr lvl="1"/>
            <a:r>
              <a:rPr lang="en-GB" dirty="0"/>
              <a:t>Max. 7 pages</a:t>
            </a:r>
          </a:p>
          <a:p>
            <a:r>
              <a:rPr lang="en-GB" b="1" dirty="0"/>
              <a:t>Your CBA Excel: </a:t>
            </a:r>
            <a:r>
              <a:rPr lang="en-GB" dirty="0"/>
              <a:t>“Group_XY.xlsx” 👉 Folder “2. Assignment”</a:t>
            </a:r>
          </a:p>
          <a:p>
            <a:endParaRPr lang="en-GB" sz="400" dirty="0"/>
          </a:p>
          <a:p>
            <a:r>
              <a:rPr lang="en-GB" b="1" dirty="0">
                <a:solidFill>
                  <a:schemeClr val="tx2"/>
                </a:solidFill>
              </a:rPr>
              <a:t>📅 Deadline</a:t>
            </a:r>
            <a:r>
              <a:rPr lang="en-GB" b="1">
                <a:solidFill>
                  <a:schemeClr val="tx2"/>
                </a:solidFill>
              </a:rPr>
              <a:t>: </a:t>
            </a:r>
            <a:r>
              <a:rPr lang="en-GB">
                <a:solidFill>
                  <a:schemeClr val="tx2"/>
                </a:solidFill>
              </a:rPr>
              <a:t>05.06.2026</a:t>
            </a:r>
            <a:r>
              <a:rPr lang="en-GB" dirty="0">
                <a:solidFill>
                  <a:schemeClr val="tx2"/>
                </a:solidFill>
              </a:rPr>
              <a:t>; 12:00</a:t>
            </a:r>
          </a:p>
        </p:txBody>
      </p:sp>
      <p:sp>
        <p:nvSpPr>
          <p:cNvPr id="5" name="Datumsplatzhalter 4">
            <a:extLst>
              <a:ext uri="{FF2B5EF4-FFF2-40B4-BE49-F238E27FC236}">
                <a16:creationId xmlns:a16="http://schemas.microsoft.com/office/drawing/2014/main" id="{7FD80589-6311-EF11-5C54-DDA5E19061B1}"/>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1D93A29-4286-4954-7442-E17B93E63425}"/>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17998713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BC21-B787-DCC6-D89F-6B3CE8839FB5}"/>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97F20A51-265E-6308-1988-B157EBD015A9}"/>
              </a:ext>
            </a:extLst>
          </p:cNvPr>
          <p:cNvSpPr>
            <a:spLocks noGrp="1"/>
          </p:cNvSpPr>
          <p:nvPr>
            <p:ph type="title"/>
          </p:nvPr>
        </p:nvSpPr>
        <p:spPr/>
        <p:txBody>
          <a:bodyPr/>
          <a:lstStyle/>
          <a:p>
            <a:r>
              <a:rPr lang="en-GB"/>
              <a:t>Utility Analysis</a:t>
            </a:r>
            <a:endParaRPr lang="en-GB" dirty="0"/>
          </a:p>
        </p:txBody>
      </p:sp>
      <p:sp>
        <p:nvSpPr>
          <p:cNvPr id="2" name="Foliennummernplatzhalter 1">
            <a:extLst>
              <a:ext uri="{FF2B5EF4-FFF2-40B4-BE49-F238E27FC236}">
                <a16:creationId xmlns:a16="http://schemas.microsoft.com/office/drawing/2014/main" id="{94C41EBF-8165-9070-CF90-8ADFDB669915}"/>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51</a:t>
            </a:fld>
            <a:endParaRPr lang="en-GB" dirty="0"/>
          </a:p>
        </p:txBody>
      </p:sp>
    </p:spTree>
    <p:extLst>
      <p:ext uri="{BB962C8B-B14F-4D97-AF65-F5344CB8AC3E}">
        <p14:creationId xmlns:p14="http://schemas.microsoft.com/office/powerpoint/2010/main" val="42280158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09F3AE9E-7E46-1148-65C5-A507BE107BB0}"/>
              </a:ext>
            </a:extLst>
          </p:cNvPr>
          <p:cNvSpPr>
            <a:spLocks noGrp="1"/>
          </p:cNvSpPr>
          <p:nvPr>
            <p:ph type="title"/>
          </p:nvPr>
        </p:nvSpPr>
        <p:spPr/>
        <p:txBody>
          <a:bodyPr/>
          <a:lstStyle/>
          <a:p>
            <a:r>
              <a:rPr lang="en-GB"/>
              <a:t>Multi-Criteria Utility Analysis: The Main Idea</a:t>
            </a:r>
            <a:endParaRPr lang="en-GB" dirty="0"/>
          </a:p>
        </p:txBody>
      </p:sp>
      <p:sp>
        <p:nvSpPr>
          <p:cNvPr id="4" name="Inhaltsplatzhalter 3">
            <a:extLst>
              <a:ext uri="{FF2B5EF4-FFF2-40B4-BE49-F238E27FC236}">
                <a16:creationId xmlns:a16="http://schemas.microsoft.com/office/drawing/2014/main" id="{50E93335-EC01-6433-72E3-52799893DBB1}"/>
              </a:ext>
            </a:extLst>
          </p:cNvPr>
          <p:cNvSpPr>
            <a:spLocks noGrp="1"/>
          </p:cNvSpPr>
          <p:nvPr>
            <p:ph idx="1"/>
          </p:nvPr>
        </p:nvSpPr>
        <p:spPr/>
        <p:txBody>
          <a:bodyPr>
            <a:normAutofit/>
          </a:bodyPr>
          <a:lstStyle/>
          <a:p>
            <a:r>
              <a:rPr lang="en-GB" sz="2400" b="1"/>
              <a:t>👉 Main idea: </a:t>
            </a:r>
            <a:r>
              <a:rPr lang="en-GB" sz="2400"/>
              <a:t>evaluate and compare alternatives </a:t>
            </a:r>
          </a:p>
          <a:p>
            <a:pPr lvl="1"/>
            <a:r>
              <a:rPr lang="en-GB" sz="2400"/>
              <a:t>not by a single monetary value, </a:t>
            </a:r>
          </a:p>
          <a:p>
            <a:pPr lvl="1"/>
            <a:r>
              <a:rPr lang="en-GB" sz="2400"/>
              <a:t>but scoring them across </a:t>
            </a:r>
            <a:r>
              <a:rPr lang="en-GB" sz="2400" b="1"/>
              <a:t>multiple criteria simultaneously</a:t>
            </a:r>
          </a:p>
          <a:p>
            <a:pPr lvl="1"/>
            <a:r>
              <a:rPr lang="en-GB" sz="2400"/>
              <a:t>each </a:t>
            </a:r>
            <a:r>
              <a:rPr lang="en-GB" sz="2400" b="1"/>
              <a:t>weighted by its relative importance </a:t>
            </a:r>
            <a:r>
              <a:rPr lang="en-GB" sz="2400"/>
              <a:t>to the decision maker</a:t>
            </a:r>
            <a:br>
              <a:rPr lang="en-GB" sz="2400"/>
            </a:br>
            <a:endParaRPr lang="en-GB" sz="2400"/>
          </a:p>
          <a:p>
            <a:r>
              <a:rPr lang="en-GB" sz="2400"/>
              <a:t>Result: </a:t>
            </a:r>
            <a:r>
              <a:rPr lang="en-GB" sz="2400" b="1"/>
              <a:t>weighted utility score</a:t>
            </a:r>
            <a:r>
              <a:rPr lang="en-GB" sz="2400"/>
              <a:t> per alternative 👉 highest total score = preferred</a:t>
            </a:r>
          </a:p>
          <a:p>
            <a:r>
              <a:rPr lang="en-GB" sz="2400"/>
              <a:t>not everything needs to be converted into € </a:t>
            </a:r>
            <a:br>
              <a:rPr lang="en-GB" sz="2400"/>
            </a:br>
            <a:r>
              <a:rPr lang="en-GB" sz="2400"/>
              <a:t>👉 criteria can be measured in different units (€, CO₂, quality, time, …)</a:t>
            </a:r>
            <a:endParaRPr lang="en-GB" sz="2400" dirty="0"/>
          </a:p>
        </p:txBody>
      </p:sp>
      <p:sp>
        <p:nvSpPr>
          <p:cNvPr id="5" name="Datumsplatzhalter 4">
            <a:extLst>
              <a:ext uri="{FF2B5EF4-FFF2-40B4-BE49-F238E27FC236}">
                <a16:creationId xmlns:a16="http://schemas.microsoft.com/office/drawing/2014/main" id="{495A02FC-B5B3-C400-EA8A-6CFADF30F1D5}"/>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975C064-7E32-4130-F1C6-A70A23BDF0A6}"/>
              </a:ext>
            </a:extLst>
          </p:cNvPr>
          <p:cNvSpPr>
            <a:spLocks noGrp="1"/>
          </p:cNvSpPr>
          <p:nvPr>
            <p:ph type="ftr" sz="quarter" idx="11"/>
          </p:nvPr>
        </p:nvSpPr>
        <p:spPr/>
        <p:txBody>
          <a:bodyPr/>
          <a:lstStyle/>
          <a:p>
            <a:r>
              <a:rPr lang="en-GB"/>
              <a:t>KMH</a:t>
            </a:r>
            <a:endParaRPr lang="en-GB" dirty="0"/>
          </a:p>
        </p:txBody>
      </p:sp>
      <p:sp>
        <p:nvSpPr>
          <p:cNvPr id="7" name="Foliennummernplatzhalter 6">
            <a:extLst>
              <a:ext uri="{FF2B5EF4-FFF2-40B4-BE49-F238E27FC236}">
                <a16:creationId xmlns:a16="http://schemas.microsoft.com/office/drawing/2014/main" id="{BEFC9E38-E19F-2B23-A63D-E6A14981DAAC}"/>
              </a:ext>
            </a:extLst>
          </p:cNvPr>
          <p:cNvSpPr>
            <a:spLocks noGrp="1"/>
          </p:cNvSpPr>
          <p:nvPr>
            <p:ph type="sldNum" sz="quarter" idx="12"/>
          </p:nvPr>
        </p:nvSpPr>
        <p:spPr/>
        <p:txBody>
          <a:bodyPr/>
          <a:lstStyle/>
          <a:p>
            <a:fld id="{D836C0FE-70CA-4950-82D6-CF602CC2B770}" type="slidenum">
              <a:rPr lang="en-GB" smtClean="0"/>
              <a:t>52</a:t>
            </a:fld>
            <a:endParaRPr lang="en-GB" dirty="0"/>
          </a:p>
        </p:txBody>
      </p:sp>
    </p:spTree>
    <p:extLst>
      <p:ext uri="{BB962C8B-B14F-4D97-AF65-F5344CB8AC3E}">
        <p14:creationId xmlns:p14="http://schemas.microsoft.com/office/powerpoint/2010/main" val="21254765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AC727-E9E8-3AC5-9C75-DD59513BF8E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E4718028-82CA-C5AE-DE7B-A4C68EB06B8E}"/>
              </a:ext>
            </a:extLst>
          </p:cNvPr>
          <p:cNvSpPr>
            <a:spLocks noGrp="1"/>
          </p:cNvSpPr>
          <p:nvPr>
            <p:ph type="title"/>
          </p:nvPr>
        </p:nvSpPr>
        <p:spPr/>
        <p:txBody>
          <a:bodyPr/>
          <a:lstStyle/>
          <a:p>
            <a:r>
              <a:rPr lang="en-GB"/>
              <a:t>Multi-Criteria Utility Analysis: The Main Idea</a:t>
            </a:r>
            <a:endParaRPr lang="en-GB" dirty="0"/>
          </a:p>
        </p:txBody>
      </p:sp>
      <p:sp>
        <p:nvSpPr>
          <p:cNvPr id="4" name="Inhaltsplatzhalter 3">
            <a:extLst>
              <a:ext uri="{FF2B5EF4-FFF2-40B4-BE49-F238E27FC236}">
                <a16:creationId xmlns:a16="http://schemas.microsoft.com/office/drawing/2014/main" id="{FE3391D5-BB86-E02E-DAA9-1ED479807A39}"/>
              </a:ext>
            </a:extLst>
          </p:cNvPr>
          <p:cNvSpPr>
            <a:spLocks noGrp="1"/>
          </p:cNvSpPr>
          <p:nvPr>
            <p:ph idx="1"/>
          </p:nvPr>
        </p:nvSpPr>
        <p:spPr>
          <a:xfrm>
            <a:off x="695324" y="1413000"/>
            <a:ext cx="10800675" cy="4535265"/>
          </a:xfrm>
        </p:spPr>
        <p:txBody>
          <a:bodyPr>
            <a:normAutofit/>
          </a:bodyPr>
          <a:lstStyle/>
          <a:p>
            <a:pPr marL="0" indent="0">
              <a:buNone/>
            </a:pPr>
            <a:r>
              <a:rPr lang="en-GB" sz="2400" b="1"/>
              <a:t>Some Pros &amp; Cons:</a:t>
            </a:r>
          </a:p>
          <a:p>
            <a:r>
              <a:rPr lang="en-GB" sz="2400"/>
              <a:t>👍 handles incommensurable criteria 👉 no forced monetization</a:t>
            </a:r>
          </a:p>
          <a:p>
            <a:r>
              <a:rPr lang="en-GB" sz="2400"/>
              <a:t>👍 makes decision maker's priorities explicit 👉 reduces hidden value judgements</a:t>
            </a:r>
          </a:p>
          <a:p>
            <a:endParaRPr lang="en-GB" sz="2400"/>
          </a:p>
          <a:p>
            <a:r>
              <a:rPr lang="en-GB" sz="2400"/>
              <a:t>👎 weights &amp; utility functions = subjective 👉 different decision makers = different conclusions</a:t>
            </a:r>
          </a:p>
          <a:p>
            <a:r>
              <a:rPr lang="en-GB" sz="2400"/>
              <a:t>👎 sensitive to how criteria are scaled &amp; assigned weights</a:t>
            </a:r>
            <a:endParaRPr lang="en-GB" sz="2400" dirty="0"/>
          </a:p>
        </p:txBody>
      </p:sp>
      <p:sp>
        <p:nvSpPr>
          <p:cNvPr id="5" name="Datumsplatzhalter 4">
            <a:extLst>
              <a:ext uri="{FF2B5EF4-FFF2-40B4-BE49-F238E27FC236}">
                <a16:creationId xmlns:a16="http://schemas.microsoft.com/office/drawing/2014/main" id="{BA045D95-13E1-5EAD-C9EA-8D477FC56151}"/>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878B581-D8A4-0020-352E-10A885D2CD9D}"/>
              </a:ext>
            </a:extLst>
          </p:cNvPr>
          <p:cNvSpPr>
            <a:spLocks noGrp="1"/>
          </p:cNvSpPr>
          <p:nvPr>
            <p:ph type="ftr" sz="quarter" idx="11"/>
          </p:nvPr>
        </p:nvSpPr>
        <p:spPr/>
        <p:txBody>
          <a:bodyPr/>
          <a:lstStyle/>
          <a:p>
            <a:r>
              <a:rPr lang="en-GB"/>
              <a:t>KMH</a:t>
            </a:r>
            <a:endParaRPr lang="en-GB" dirty="0"/>
          </a:p>
        </p:txBody>
      </p:sp>
      <p:sp>
        <p:nvSpPr>
          <p:cNvPr id="7" name="Foliennummernplatzhalter 6">
            <a:extLst>
              <a:ext uri="{FF2B5EF4-FFF2-40B4-BE49-F238E27FC236}">
                <a16:creationId xmlns:a16="http://schemas.microsoft.com/office/drawing/2014/main" id="{0E5A4036-F2C8-6A91-98B7-868615C4EE4B}"/>
              </a:ext>
            </a:extLst>
          </p:cNvPr>
          <p:cNvSpPr>
            <a:spLocks noGrp="1"/>
          </p:cNvSpPr>
          <p:nvPr>
            <p:ph type="sldNum" sz="quarter" idx="12"/>
          </p:nvPr>
        </p:nvSpPr>
        <p:spPr/>
        <p:txBody>
          <a:bodyPr/>
          <a:lstStyle/>
          <a:p>
            <a:fld id="{D836C0FE-70CA-4950-82D6-CF602CC2B770}" type="slidenum">
              <a:rPr lang="en-GB" smtClean="0"/>
              <a:t>53</a:t>
            </a:fld>
            <a:endParaRPr lang="en-GB" dirty="0"/>
          </a:p>
        </p:txBody>
      </p:sp>
    </p:spTree>
    <p:extLst>
      <p:ext uri="{BB962C8B-B14F-4D97-AF65-F5344CB8AC3E}">
        <p14:creationId xmlns:p14="http://schemas.microsoft.com/office/powerpoint/2010/main" val="38471624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2D08EF2-19A8-7D59-8DFD-C7FB3CFA24A9}"/>
              </a:ext>
            </a:extLst>
          </p:cNvPr>
          <p:cNvSpPr>
            <a:spLocks noGrp="1"/>
          </p:cNvSpPr>
          <p:nvPr>
            <p:ph type="sldNum" sz="quarter" idx="12"/>
          </p:nvPr>
        </p:nvSpPr>
        <p:spPr/>
        <p:txBody>
          <a:bodyPr/>
          <a:lstStyle/>
          <a:p>
            <a:fld id="{D836C0FE-70CA-4950-82D6-CF602CC2B770}" type="slidenum">
              <a:rPr lang="en-GB" smtClean="0"/>
              <a:t>54</a:t>
            </a:fld>
            <a:endParaRPr lang="en-GB" dirty="0"/>
          </a:p>
        </p:txBody>
      </p:sp>
      <p:sp>
        <p:nvSpPr>
          <p:cNvPr id="3" name="Titel 2">
            <a:extLst>
              <a:ext uri="{FF2B5EF4-FFF2-40B4-BE49-F238E27FC236}">
                <a16:creationId xmlns:a16="http://schemas.microsoft.com/office/drawing/2014/main" id="{B8C0E403-82D4-3CB1-C4B9-430EA3443EA9}"/>
              </a:ext>
            </a:extLst>
          </p:cNvPr>
          <p:cNvSpPr>
            <a:spLocks noGrp="1"/>
          </p:cNvSpPr>
          <p:nvPr>
            <p:ph type="title"/>
          </p:nvPr>
        </p:nvSpPr>
        <p:spPr/>
        <p:txBody>
          <a:bodyPr/>
          <a:lstStyle/>
          <a:p>
            <a:r>
              <a:rPr lang="en-GB"/>
              <a:t>Multi-Criteria Utility Analysis: The Workflow</a:t>
            </a:r>
            <a:endParaRPr lang="en-GB" dirty="0"/>
          </a:p>
        </p:txBody>
      </p:sp>
      <p:sp>
        <p:nvSpPr>
          <p:cNvPr id="4" name="Inhaltsplatzhalter 3">
            <a:extLst>
              <a:ext uri="{FF2B5EF4-FFF2-40B4-BE49-F238E27FC236}">
                <a16:creationId xmlns:a16="http://schemas.microsoft.com/office/drawing/2014/main" id="{E94F781F-5785-E84C-6D69-F65017ADCF2B}"/>
              </a:ext>
            </a:extLst>
          </p:cNvPr>
          <p:cNvSpPr>
            <a:spLocks noGrp="1"/>
          </p:cNvSpPr>
          <p:nvPr>
            <p:ph idx="1"/>
          </p:nvPr>
        </p:nvSpPr>
        <p:spPr>
          <a:xfrm>
            <a:off x="695324" y="1341001"/>
            <a:ext cx="10800675" cy="4823264"/>
          </a:xfrm>
        </p:spPr>
        <p:txBody>
          <a:bodyPr>
            <a:normAutofit/>
          </a:bodyPr>
          <a:lstStyle/>
          <a:p>
            <a:pPr marL="457200" indent="-457200">
              <a:spcAft>
                <a:spcPts val="1200"/>
              </a:spcAft>
              <a:buFont typeface="+mj-lt"/>
              <a:buAutoNum type="arabicPeriod"/>
            </a:pPr>
            <a:r>
              <a:rPr lang="en-GB" b="1">
                <a:solidFill>
                  <a:srgbClr val="121212"/>
                </a:solidFill>
                <a:latin typeface="Anthropic Serif"/>
              </a:rPr>
              <a:t>Define the decision</a:t>
            </a:r>
            <a:r>
              <a:rPr lang="en-GB">
                <a:solidFill>
                  <a:srgbClr val="121212"/>
                </a:solidFill>
                <a:latin typeface="Anthropic Serif"/>
              </a:rPr>
              <a:t>: specify alternatives to be compared</a:t>
            </a:r>
          </a:p>
          <a:p>
            <a:pPr marL="457200" indent="-457200">
              <a:spcAft>
                <a:spcPts val="1200"/>
              </a:spcAft>
              <a:buFont typeface="+mj-lt"/>
              <a:buAutoNum type="arabicPeriod"/>
            </a:pPr>
            <a:r>
              <a:rPr lang="en-GB" b="1">
                <a:solidFill>
                  <a:srgbClr val="121212"/>
                </a:solidFill>
                <a:latin typeface="Anthropic Serif"/>
              </a:rPr>
              <a:t>Identify the criteria</a:t>
            </a:r>
            <a:r>
              <a:rPr lang="en-GB">
                <a:solidFill>
                  <a:srgbClr val="121212"/>
                </a:solidFill>
                <a:latin typeface="Anthropic Serif"/>
              </a:rPr>
              <a:t>: list all dimensions that matter for the decision maker</a:t>
            </a:r>
          </a:p>
          <a:p>
            <a:pPr lvl="1">
              <a:spcAft>
                <a:spcPts val="1200"/>
              </a:spcAft>
            </a:pPr>
            <a:r>
              <a:rPr lang="en-GB">
                <a:solidFill>
                  <a:srgbClr val="121212"/>
                </a:solidFill>
                <a:latin typeface="Anthropic Serif"/>
              </a:rPr>
              <a:t>e.g. cost, environmental impact, feasibility, quality, etc.</a:t>
            </a:r>
          </a:p>
          <a:p>
            <a:pPr marL="457200" indent="-457200">
              <a:spcAft>
                <a:spcPts val="1200"/>
              </a:spcAft>
              <a:buFont typeface="+mj-lt"/>
              <a:buAutoNum type="arabicPeriod"/>
            </a:pPr>
            <a:r>
              <a:rPr lang="en-GB" b="1">
                <a:solidFill>
                  <a:srgbClr val="121212"/>
                </a:solidFill>
                <a:latin typeface="Anthropic Serif"/>
              </a:rPr>
              <a:t>Weight the criteria: </a:t>
            </a:r>
            <a:r>
              <a:rPr lang="en-GB">
                <a:solidFill>
                  <a:srgbClr val="121212"/>
                </a:solidFill>
                <a:latin typeface="Anthropic Serif"/>
              </a:rPr>
              <a:t>assign each criterion a weight reflecting its relative importance</a:t>
            </a:r>
          </a:p>
          <a:p>
            <a:pPr lvl="1">
              <a:spcAft>
                <a:spcPts val="1200"/>
              </a:spcAft>
            </a:pPr>
            <a:r>
              <a:rPr lang="en-GB">
                <a:solidFill>
                  <a:srgbClr val="121212"/>
                </a:solidFill>
                <a:latin typeface="Anthropic Serif"/>
              </a:rPr>
              <a:t>weights sum to 1 (or 100%)</a:t>
            </a:r>
          </a:p>
          <a:p>
            <a:pPr marL="457200" indent="-457200">
              <a:spcAft>
                <a:spcPts val="1200"/>
              </a:spcAft>
              <a:buFont typeface="+mj-lt"/>
              <a:buAutoNum type="arabicPeriod"/>
            </a:pPr>
            <a:r>
              <a:rPr lang="en-GB" b="1">
                <a:solidFill>
                  <a:srgbClr val="121212"/>
                </a:solidFill>
                <a:latin typeface="Anthropic Serif"/>
              </a:rPr>
              <a:t>Define utility functions</a:t>
            </a:r>
            <a:r>
              <a:rPr lang="en-GB">
                <a:solidFill>
                  <a:srgbClr val="121212"/>
                </a:solidFill>
                <a:latin typeface="Anthropic Serif"/>
              </a:rPr>
              <a:t>: for each criterion, define how raw scores (e.g. € costs, CO₂ tonnes, satisfaction ratings) translate to a utility value </a:t>
            </a:r>
          </a:p>
          <a:p>
            <a:pPr lvl="1">
              <a:spcAft>
                <a:spcPts val="1200"/>
              </a:spcAft>
            </a:pPr>
            <a:r>
              <a:rPr lang="en-GB">
                <a:solidFill>
                  <a:srgbClr val="121212"/>
                </a:solidFill>
                <a:latin typeface="Anthropic Serif"/>
              </a:rPr>
              <a:t>e.g. normalised utility between 0 (worst) and 1 (best)</a:t>
            </a:r>
            <a:endParaRPr lang="en-GB" dirty="0">
              <a:solidFill>
                <a:srgbClr val="121212"/>
              </a:solidFill>
              <a:latin typeface="Anthropic Serif"/>
            </a:endParaRPr>
          </a:p>
        </p:txBody>
      </p:sp>
      <p:sp>
        <p:nvSpPr>
          <p:cNvPr id="5" name="Datumsplatzhalter 4">
            <a:extLst>
              <a:ext uri="{FF2B5EF4-FFF2-40B4-BE49-F238E27FC236}">
                <a16:creationId xmlns:a16="http://schemas.microsoft.com/office/drawing/2014/main" id="{1C7A977C-B1B0-005D-B538-B888CD68295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D28955C-1EFB-DBFF-59FF-1EDCEACA286E}"/>
              </a:ext>
            </a:extLst>
          </p:cNvPr>
          <p:cNvSpPr>
            <a:spLocks noGrp="1"/>
          </p:cNvSpPr>
          <p:nvPr>
            <p:ph type="ftr" sz="quarter" idx="11"/>
          </p:nvPr>
        </p:nvSpPr>
        <p:spPr/>
        <p:txBody>
          <a:bodyPr/>
          <a:lstStyle/>
          <a:p>
            <a:r>
              <a:rPr lang="en-GB"/>
              <a:t>KMH</a:t>
            </a:r>
            <a:endParaRPr lang="en-GB" dirty="0"/>
          </a:p>
        </p:txBody>
      </p:sp>
    </p:spTree>
    <p:extLst>
      <p:ext uri="{BB962C8B-B14F-4D97-AF65-F5344CB8AC3E}">
        <p14:creationId xmlns:p14="http://schemas.microsoft.com/office/powerpoint/2010/main" val="32935594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63028-6879-87C0-8C7A-669A589CF91E}"/>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E82D4AC-7E3A-BDC6-FDD0-AFABF39FCD7E}"/>
              </a:ext>
            </a:extLst>
          </p:cNvPr>
          <p:cNvSpPr>
            <a:spLocks noGrp="1"/>
          </p:cNvSpPr>
          <p:nvPr>
            <p:ph type="sldNum" sz="quarter" idx="12"/>
          </p:nvPr>
        </p:nvSpPr>
        <p:spPr/>
        <p:txBody>
          <a:bodyPr/>
          <a:lstStyle/>
          <a:p>
            <a:fld id="{D836C0FE-70CA-4950-82D6-CF602CC2B770}" type="slidenum">
              <a:rPr lang="en-GB" smtClean="0"/>
              <a:t>55</a:t>
            </a:fld>
            <a:endParaRPr lang="en-GB" dirty="0"/>
          </a:p>
        </p:txBody>
      </p:sp>
      <p:sp>
        <p:nvSpPr>
          <p:cNvPr id="3" name="Titel 2">
            <a:extLst>
              <a:ext uri="{FF2B5EF4-FFF2-40B4-BE49-F238E27FC236}">
                <a16:creationId xmlns:a16="http://schemas.microsoft.com/office/drawing/2014/main" id="{721130C5-AC6E-BC42-28C7-BB3988043942}"/>
              </a:ext>
            </a:extLst>
          </p:cNvPr>
          <p:cNvSpPr>
            <a:spLocks noGrp="1"/>
          </p:cNvSpPr>
          <p:nvPr>
            <p:ph type="title"/>
          </p:nvPr>
        </p:nvSpPr>
        <p:spPr/>
        <p:txBody>
          <a:bodyPr/>
          <a:lstStyle/>
          <a:p>
            <a:r>
              <a:rPr lang="en-GB"/>
              <a:t>Multi-Criteria Utility Analysis: The Workflow</a:t>
            </a:r>
            <a:endParaRPr lang="en-GB" dirty="0"/>
          </a:p>
        </p:txBody>
      </p:sp>
      <p:sp>
        <p:nvSpPr>
          <p:cNvPr id="4" name="Inhaltsplatzhalter 3">
            <a:extLst>
              <a:ext uri="{FF2B5EF4-FFF2-40B4-BE49-F238E27FC236}">
                <a16:creationId xmlns:a16="http://schemas.microsoft.com/office/drawing/2014/main" id="{354D93E8-A16A-3FEA-7CF2-6D887B7F392B}"/>
              </a:ext>
            </a:extLst>
          </p:cNvPr>
          <p:cNvSpPr>
            <a:spLocks noGrp="1"/>
          </p:cNvSpPr>
          <p:nvPr>
            <p:ph idx="1"/>
          </p:nvPr>
        </p:nvSpPr>
        <p:spPr/>
        <p:txBody>
          <a:bodyPr>
            <a:normAutofit lnSpcReduction="10000"/>
          </a:bodyPr>
          <a:lstStyle/>
          <a:p>
            <a:pPr marL="457200" indent="-457200">
              <a:spcAft>
                <a:spcPts val="2200"/>
              </a:spcAft>
              <a:buFont typeface="+mj-lt"/>
              <a:buAutoNum type="arabicPeriod" startAt="5"/>
            </a:pPr>
            <a:r>
              <a:rPr lang="en-GB" b="1">
                <a:solidFill>
                  <a:srgbClr val="121212"/>
                </a:solidFill>
                <a:latin typeface="Anthropic Serif"/>
              </a:rPr>
              <a:t>Score each alternative</a:t>
            </a:r>
            <a:r>
              <a:rPr lang="en-GB">
                <a:solidFill>
                  <a:srgbClr val="121212"/>
                </a:solidFill>
                <a:latin typeface="Anthropic Serif"/>
              </a:rPr>
              <a:t>: for each criterion measure/estimate the performance of every alternative 👉 convert it into a utility value using Step 4</a:t>
            </a:r>
          </a:p>
          <a:p>
            <a:pPr marL="457200" indent="-457200">
              <a:spcAft>
                <a:spcPts val="2200"/>
              </a:spcAft>
              <a:buFont typeface="+mj-lt"/>
              <a:buAutoNum type="arabicPeriod" startAt="5"/>
            </a:pPr>
            <a:r>
              <a:rPr lang="en-GB" b="1">
                <a:solidFill>
                  <a:srgbClr val="121212"/>
                </a:solidFill>
                <a:latin typeface="Anthropic Serif"/>
              </a:rPr>
              <a:t>Calculate weighted utility scores:</a:t>
            </a:r>
            <a:r>
              <a:rPr lang="en-GB">
                <a:solidFill>
                  <a:srgbClr val="121212"/>
                </a:solidFill>
                <a:latin typeface="Anthropic Serif"/>
              </a:rPr>
              <a:t> multiply each criterion's utility value by its weight </a:t>
            </a:r>
            <a:br>
              <a:rPr lang="en-GB">
                <a:solidFill>
                  <a:srgbClr val="121212"/>
                </a:solidFill>
                <a:latin typeface="Anthropic Serif"/>
              </a:rPr>
            </a:br>
            <a:r>
              <a:rPr lang="en-GB">
                <a:solidFill>
                  <a:srgbClr val="121212"/>
                </a:solidFill>
                <a:latin typeface="Anthropic Serif"/>
              </a:rPr>
              <a:t>👉 sum across all criteria = total utility score per alternative</a:t>
            </a:r>
          </a:p>
          <a:p>
            <a:pPr marL="457200" indent="-457200">
              <a:spcAft>
                <a:spcPts val="2200"/>
              </a:spcAft>
              <a:buFont typeface="+mj-lt"/>
              <a:buAutoNum type="arabicPeriod" startAt="5"/>
            </a:pPr>
            <a:r>
              <a:rPr lang="en-GB" b="1">
                <a:solidFill>
                  <a:srgbClr val="121212"/>
                </a:solidFill>
                <a:latin typeface="Anthropic Serif"/>
              </a:rPr>
              <a:t>Compare alternatives &amp; decide:</a:t>
            </a:r>
            <a:r>
              <a:rPr lang="en-GB">
                <a:solidFill>
                  <a:srgbClr val="121212"/>
                </a:solidFill>
                <a:latin typeface="Anthropic Serif"/>
              </a:rPr>
              <a:t> </a:t>
            </a:r>
            <a:br>
              <a:rPr lang="en-GB">
                <a:solidFill>
                  <a:srgbClr val="121212"/>
                </a:solidFill>
                <a:latin typeface="Anthropic Serif"/>
              </a:rPr>
            </a:br>
            <a:r>
              <a:rPr lang="en-GB">
                <a:solidFill>
                  <a:srgbClr val="121212"/>
                </a:solidFill>
                <a:latin typeface="Anthropic Serif"/>
              </a:rPr>
              <a:t>alternative with </a:t>
            </a:r>
            <a:r>
              <a:rPr lang="en-GB" b="1">
                <a:solidFill>
                  <a:srgbClr val="121212"/>
                </a:solidFill>
                <a:latin typeface="Anthropic Serif"/>
              </a:rPr>
              <a:t>highest total weighted utility score</a:t>
            </a:r>
            <a:r>
              <a:rPr lang="en-GB">
                <a:solidFill>
                  <a:srgbClr val="121212"/>
                </a:solidFill>
                <a:latin typeface="Anthropic Serif"/>
              </a:rPr>
              <a:t> = preferred choice</a:t>
            </a:r>
          </a:p>
          <a:p>
            <a:pPr marL="457200" indent="-457200">
              <a:spcAft>
                <a:spcPts val="2200"/>
              </a:spcAft>
              <a:buFont typeface="+mj-lt"/>
              <a:buAutoNum type="arabicPeriod" startAt="5"/>
            </a:pPr>
            <a:r>
              <a:rPr lang="en-GB" b="1">
                <a:solidFill>
                  <a:srgbClr val="121212"/>
                </a:solidFill>
                <a:latin typeface="Anthropic Serif"/>
              </a:rPr>
              <a:t>Conduct a sensitivity analysis: </a:t>
            </a:r>
            <a:r>
              <a:rPr lang="en-GB">
                <a:solidFill>
                  <a:srgbClr val="121212"/>
                </a:solidFill>
                <a:latin typeface="Anthropic Serif"/>
              </a:rPr>
              <a:t>test robustness of results</a:t>
            </a:r>
          </a:p>
          <a:p>
            <a:pPr lvl="1" indent="-342900">
              <a:spcAft>
                <a:spcPts val="2200"/>
              </a:spcAft>
            </a:pPr>
            <a:r>
              <a:rPr lang="en-GB">
                <a:solidFill>
                  <a:srgbClr val="121212"/>
                </a:solidFill>
                <a:latin typeface="Anthropic Serif"/>
              </a:rPr>
              <a:t>vary key weights </a:t>
            </a:r>
            <a:r>
              <a:rPr lang="en-GB" b="1">
                <a:solidFill>
                  <a:srgbClr val="121212"/>
                </a:solidFill>
                <a:latin typeface="Anthropic Serif"/>
              </a:rPr>
              <a:t>👉 </a:t>
            </a:r>
            <a:r>
              <a:rPr lang="en-GB">
                <a:solidFill>
                  <a:srgbClr val="121212"/>
                </a:solidFill>
                <a:latin typeface="Anthropic Serif"/>
              </a:rPr>
              <a:t>changes in the ranking</a:t>
            </a:r>
            <a:endParaRPr lang="en-GB" dirty="0">
              <a:solidFill>
                <a:srgbClr val="121212"/>
              </a:solidFill>
              <a:latin typeface="Anthropic Serif"/>
            </a:endParaRPr>
          </a:p>
        </p:txBody>
      </p:sp>
      <p:sp>
        <p:nvSpPr>
          <p:cNvPr id="5" name="Datumsplatzhalter 4">
            <a:extLst>
              <a:ext uri="{FF2B5EF4-FFF2-40B4-BE49-F238E27FC236}">
                <a16:creationId xmlns:a16="http://schemas.microsoft.com/office/drawing/2014/main" id="{F8501EA3-CEF7-E777-D54E-46F1A6B3FD3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9C7F2BF-ABCB-CFDC-0D7A-B22112F85014}"/>
              </a:ext>
            </a:extLst>
          </p:cNvPr>
          <p:cNvSpPr>
            <a:spLocks noGrp="1"/>
          </p:cNvSpPr>
          <p:nvPr>
            <p:ph type="ftr" sz="quarter" idx="11"/>
          </p:nvPr>
        </p:nvSpPr>
        <p:spPr/>
        <p:txBody>
          <a:bodyPr/>
          <a:lstStyle/>
          <a:p>
            <a:r>
              <a:rPr lang="en-GB"/>
              <a:t>KMH</a:t>
            </a:r>
            <a:endParaRPr lang="en-GB" dirty="0"/>
          </a:p>
        </p:txBody>
      </p:sp>
    </p:spTree>
    <p:extLst>
      <p:ext uri="{BB962C8B-B14F-4D97-AF65-F5344CB8AC3E}">
        <p14:creationId xmlns:p14="http://schemas.microsoft.com/office/powerpoint/2010/main" val="5719537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6D48265A-96F2-9C87-84B5-596060FF0E80}"/>
              </a:ext>
            </a:extLst>
          </p:cNvPr>
          <p:cNvSpPr>
            <a:spLocks noGrp="1"/>
          </p:cNvSpPr>
          <p:nvPr>
            <p:ph type="title"/>
          </p:nvPr>
        </p:nvSpPr>
        <p:spPr/>
        <p:txBody>
          <a:bodyPr/>
          <a:lstStyle/>
          <a:p>
            <a:r>
              <a:rPr lang="en-GB" dirty="0"/>
              <a:t>Outlook</a:t>
            </a:r>
          </a:p>
        </p:txBody>
      </p:sp>
      <p:sp>
        <p:nvSpPr>
          <p:cNvPr id="2" name="Foliennummernplatzhalter 1">
            <a:extLst>
              <a:ext uri="{FF2B5EF4-FFF2-40B4-BE49-F238E27FC236}">
                <a16:creationId xmlns:a16="http://schemas.microsoft.com/office/drawing/2014/main" id="{0EB3363A-D7B1-3A7A-DB8C-E2BF875193A7}"/>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56</a:t>
            </a:fld>
            <a:endParaRPr lang="en-GB" dirty="0"/>
          </a:p>
        </p:txBody>
      </p:sp>
    </p:spTree>
    <p:extLst>
      <p:ext uri="{BB962C8B-B14F-4D97-AF65-F5344CB8AC3E}">
        <p14:creationId xmlns:p14="http://schemas.microsoft.com/office/powerpoint/2010/main" val="5874232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DED73BE-4E25-CCB5-9A2E-1BF56404A45F}"/>
              </a:ext>
            </a:extLst>
          </p:cNvPr>
          <p:cNvSpPr>
            <a:spLocks noGrp="1"/>
          </p:cNvSpPr>
          <p:nvPr>
            <p:ph type="sldNum" sz="quarter" idx="12"/>
          </p:nvPr>
        </p:nvSpPr>
        <p:spPr/>
        <p:txBody>
          <a:bodyPr/>
          <a:lstStyle/>
          <a:p>
            <a:fld id="{D836C0FE-70CA-4950-82D6-CF602CC2B770}" type="slidenum">
              <a:rPr lang="en-GB" smtClean="0"/>
              <a:t>57</a:t>
            </a:fld>
            <a:endParaRPr lang="en-GB" dirty="0"/>
          </a:p>
        </p:txBody>
      </p:sp>
      <p:sp>
        <p:nvSpPr>
          <p:cNvPr id="3" name="Titel 2">
            <a:extLst>
              <a:ext uri="{FF2B5EF4-FFF2-40B4-BE49-F238E27FC236}">
                <a16:creationId xmlns:a16="http://schemas.microsoft.com/office/drawing/2014/main" id="{F4E91D2C-1A92-6B6A-F797-B1885D765DAA}"/>
              </a:ext>
            </a:extLst>
          </p:cNvPr>
          <p:cNvSpPr>
            <a:spLocks noGrp="1"/>
          </p:cNvSpPr>
          <p:nvPr>
            <p:ph type="title"/>
          </p:nvPr>
        </p:nvSpPr>
        <p:spPr/>
        <p:txBody>
          <a:bodyPr/>
          <a:lstStyle/>
          <a:p>
            <a:r>
              <a:rPr lang="en-GB" dirty="0"/>
              <a:t>Outlook</a:t>
            </a:r>
          </a:p>
        </p:txBody>
      </p:sp>
      <p:sp>
        <p:nvSpPr>
          <p:cNvPr id="4" name="Inhaltsplatzhalter 3">
            <a:extLst>
              <a:ext uri="{FF2B5EF4-FFF2-40B4-BE49-F238E27FC236}">
                <a16:creationId xmlns:a16="http://schemas.microsoft.com/office/drawing/2014/main" id="{B0B20038-F742-A10A-233F-F413BB56FB02}"/>
              </a:ext>
            </a:extLst>
          </p:cNvPr>
          <p:cNvSpPr>
            <a:spLocks noGrp="1"/>
          </p:cNvSpPr>
          <p:nvPr>
            <p:ph idx="1"/>
          </p:nvPr>
        </p:nvSpPr>
        <p:spPr>
          <a:xfrm>
            <a:off x="695324" y="1628999"/>
            <a:ext cx="7848675" cy="4535265"/>
          </a:xfrm>
        </p:spPr>
        <p:txBody>
          <a:bodyPr>
            <a:normAutofit/>
          </a:bodyPr>
          <a:lstStyle/>
          <a:p>
            <a:r>
              <a:rPr lang="en-GB" sz="2800" b="1" dirty="0"/>
              <a:t>We need MAXQDA:</a:t>
            </a:r>
          </a:p>
          <a:p>
            <a:pPr lvl="1"/>
            <a:r>
              <a:rPr lang="de-AT" dirty="0">
                <a:hlinkClick r:id="rId2" tooltip="Ursprüngliche URL: https://imcfhkrems.sharepoint.com/sites/IT-Online/SitePages/de/Softwarecatalog.aspx. Klicken oder tippen Sie, wenn Sie diesem Link Vertrauen."/>
              </a:rPr>
              <a:t>https://imcfhkrems.sharepoint.com/sites/IT-Online/SitePages/de/Softwarecatalog.aspx</a:t>
            </a:r>
            <a:endParaRPr lang="de-AT" dirty="0"/>
          </a:p>
          <a:p>
            <a:pPr lvl="1"/>
            <a:r>
              <a:rPr lang="de-AT" sz="2600" dirty="0" err="1"/>
              <a:t>Then</a:t>
            </a:r>
            <a:r>
              <a:rPr lang="de-AT" sz="2600" dirty="0"/>
              <a:t>: </a:t>
            </a:r>
            <a:br>
              <a:rPr lang="de-AT" sz="2800" dirty="0"/>
            </a:br>
            <a:r>
              <a:rPr lang="de-AT" u="sng" dirty="0"/>
              <a:t>https://imcfhkrems-my.sharepoint.com/:f:/g/personal/software_imc-krems_eu/EpbZ0LmrhJ5ElO9wUDSTtzoBz2GmujDB2SkbqGL3yiwLGw?e=Us9B2P</a:t>
            </a:r>
            <a:endParaRPr lang="en-GB" sz="2600" b="1" dirty="0"/>
          </a:p>
        </p:txBody>
      </p:sp>
      <p:sp>
        <p:nvSpPr>
          <p:cNvPr id="5" name="Datumsplatzhalter 4">
            <a:extLst>
              <a:ext uri="{FF2B5EF4-FFF2-40B4-BE49-F238E27FC236}">
                <a16:creationId xmlns:a16="http://schemas.microsoft.com/office/drawing/2014/main" id="{2367C216-F648-2CEB-F916-C0140D7EA92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EDC14DE-67DF-FEBB-53AD-86AD35A79AEA}"/>
              </a:ext>
            </a:extLst>
          </p:cNvPr>
          <p:cNvSpPr>
            <a:spLocks noGrp="1"/>
          </p:cNvSpPr>
          <p:nvPr>
            <p:ph type="ftr" sz="quarter" idx="11"/>
          </p:nvPr>
        </p:nvSpPr>
        <p:spPr/>
        <p:txBody>
          <a:bodyPr/>
          <a:lstStyle/>
          <a:p>
            <a:r>
              <a:rPr lang="en-GB" dirty="0"/>
              <a:t>KMH</a:t>
            </a:r>
          </a:p>
        </p:txBody>
      </p:sp>
    </p:spTree>
    <p:extLst>
      <p:ext uri="{BB962C8B-B14F-4D97-AF65-F5344CB8AC3E}">
        <p14:creationId xmlns:p14="http://schemas.microsoft.com/office/powerpoint/2010/main" val="2015343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268FE5F-26AC-C00D-E469-92E59064A6CC}"/>
              </a:ext>
            </a:extLst>
          </p:cNvPr>
          <p:cNvSpPr>
            <a:spLocks noGrp="1"/>
          </p:cNvSpPr>
          <p:nvPr>
            <p:ph type="ctrTitle"/>
          </p:nvPr>
        </p:nvSpPr>
        <p:spPr>
          <a:xfrm>
            <a:off x="6528000" y="3357000"/>
            <a:ext cx="4967326" cy="1440000"/>
          </a:xfrm>
        </p:spPr>
        <p:txBody>
          <a:bodyPr/>
          <a:lstStyle/>
          <a:p>
            <a:r>
              <a:rPr lang="en-GB" sz="7200" b="1" kern="1200" baseline="0" dirty="0">
                <a:solidFill>
                  <a:schemeClr val="bg1"/>
                </a:solidFill>
                <a:latin typeface="Bookman Old Style" panose="02050604050505020204" pitchFamily="18" charset="0"/>
                <a:ea typeface="+mj-ea"/>
                <a:cs typeface="Calibri" panose="020F0502020204030204" pitchFamily="34" charset="0"/>
              </a:rPr>
              <a:t>So long &amp; cheerio!</a:t>
            </a:r>
            <a:endParaRPr lang="en-GB" sz="7200" dirty="0"/>
          </a:p>
        </p:txBody>
      </p:sp>
      <p:pic>
        <p:nvPicPr>
          <p:cNvPr id="15" name="Grafik 14">
            <a:extLst>
              <a:ext uri="{FF2B5EF4-FFF2-40B4-BE49-F238E27FC236}">
                <a16:creationId xmlns:a16="http://schemas.microsoft.com/office/drawing/2014/main" id="{BA542F76-BA4F-CF65-9AC7-CED2BDE13E09}"/>
              </a:ext>
            </a:extLst>
          </p:cNvPr>
          <p:cNvPicPr>
            <a:picLocks noChangeAspect="1"/>
          </p:cNvPicPr>
          <p:nvPr/>
        </p:nvPicPr>
        <p:blipFill>
          <a:blip r:embed="rId2"/>
          <a:stretch>
            <a:fillRect/>
          </a:stretch>
        </p:blipFill>
        <p:spPr>
          <a:xfrm>
            <a:off x="7536000" y="5949000"/>
            <a:ext cx="885714" cy="371429"/>
          </a:xfrm>
          <a:prstGeom prst="rect">
            <a:avLst/>
          </a:prstGeom>
        </p:spPr>
      </p:pic>
      <p:pic>
        <p:nvPicPr>
          <p:cNvPr id="5" name="Bildplatzhalter 4">
            <a:extLst>
              <a:ext uri="{FF2B5EF4-FFF2-40B4-BE49-F238E27FC236}">
                <a16:creationId xmlns:a16="http://schemas.microsoft.com/office/drawing/2014/main" id="{D910FE55-AD78-2D7F-6F7C-3BFDF471D4E5}"/>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1481" r="21481"/>
          <a:stretch/>
        </p:blipFill>
        <p:spPr/>
      </p:pic>
    </p:spTree>
    <p:extLst>
      <p:ext uri="{BB962C8B-B14F-4D97-AF65-F5344CB8AC3E}">
        <p14:creationId xmlns:p14="http://schemas.microsoft.com/office/powerpoint/2010/main" val="2537912681"/>
      </p:ext>
    </p:extLst>
  </p:cSld>
  <p:clrMapOvr>
    <a:masterClrMapping/>
  </p:clrMapOvr>
</p:sld>
</file>

<file path=ppt/theme/theme1.xml><?xml version="1.0" encoding="utf-8"?>
<a:theme xmlns:a="http://schemas.openxmlformats.org/drawingml/2006/main" name="IMC University of Applied Sciences">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kmh_1">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7E9"/>
        </a:solidFill>
        <a:ln>
          <a:noFill/>
        </a:ln>
      </a:spPr>
      <a:bodyPr rtlCol="0" anchor="ctr"/>
      <a:lstStyle>
        <a:defPPr algn="ctr">
          <a:lnSpc>
            <a:spcPct val="120000"/>
          </a:lnSpc>
          <a:defRPr sz="16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lnSpc>
            <a:spcPct val="120000"/>
          </a:lnSpc>
          <a:spcBef>
            <a:spcPts val="800"/>
          </a:spcBef>
          <a:buFont typeface="Arial" panose="020B0604020202020204" pitchFamily="34" charset="0"/>
          <a:buChar char="•"/>
          <a:defRPr sz="1600" dirty="0" smtClean="0"/>
        </a:defPPr>
      </a:lstStyle>
    </a:txDef>
  </a:objectDefaults>
  <a:extraClrSchemeLst/>
  <a:custClrLst>
    <a:custClr name="Corporate 1">
      <a:srgbClr val="768692"/>
    </a:custClr>
    <a:custClr name="R 156, G 168, B 178">
      <a:srgbClr val="9CA8B2"/>
    </a:custClr>
    <a:custClr name="R 199, G 206, B 211">
      <a:srgbClr val="C7CED3"/>
    </a:custClr>
    <a:custClr name="R 228, G 231, B 233">
      <a:srgbClr val="E4E7E9"/>
    </a:custClr>
    <a:custClr name="Corporate 2">
      <a:srgbClr val="FF9E1B"/>
    </a:custClr>
    <a:custClr name="R 255, G 191, B 113">
      <a:srgbClr val="FFBF71"/>
    </a:custClr>
    <a:custClr name="R 255, G 227, B 193">
      <a:srgbClr val="FFE3C1"/>
    </a:custClr>
    <a:custClr name="Health">
      <a:srgbClr val="98D801"/>
    </a:custClr>
    <a:custClr name="Sciences Technology">
      <a:srgbClr val="F94868"/>
    </a:custClr>
    <a:custClr name="Business">
      <a:srgbClr val="608EE4"/>
    </a:custClr>
  </a:custClrLst>
  <a:extLst>
    <a:ext uri="{05A4C25C-085E-4340-85A3-A5531E510DB2}">
      <thm15:themeFamily xmlns:thm15="http://schemas.microsoft.com/office/thememl/2012/main" name="IMC_Master_kmh_DE_v1.potx" id="{79027A7D-8AA6-4FF1-9B83-2BF3E5D41B04}" vid="{87764EB5-24AE-4F71-AD43-557043AB0F05}"/>
    </a:ext>
  </a:extLst>
</a:theme>
</file>

<file path=ppt/theme/theme2.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6F2792C-8C3D-4AFB-91DE-8DCC0231744D}">
  <we:reference id="wa200007063" version="1.2.0.0" store="de-DE" storeType="OMEX"/>
  <we:alternateReferences>
    <we:reference id="wa200007063" version="1.2.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e1089ab-238d-4f34-8e8a-1e1e5907d4c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C58D664516BE24469EECE7B1C74B4CED" ma:contentTypeVersion="13" ma:contentTypeDescription="Ein neues Dokument erstellen." ma:contentTypeScope="" ma:versionID="148feb6d18d1b98b58ea0b10f3866418">
  <xsd:schema xmlns:xsd="http://www.w3.org/2001/XMLSchema" xmlns:xs="http://www.w3.org/2001/XMLSchema" xmlns:p="http://schemas.microsoft.com/office/2006/metadata/properties" xmlns:ns3="0e1089ab-238d-4f34-8e8a-1e1e5907d4c8" targetNamespace="http://schemas.microsoft.com/office/2006/metadata/properties" ma:root="true" ma:fieldsID="73c7374de2ecd01200187277c5e0b593" ns3:_="">
    <xsd:import namespace="0e1089ab-238d-4f34-8e8a-1e1e5907d4c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1089ab-238d-4f34-8e8a-1e1e5907d4c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5C4301-C29D-407B-9381-82889EE8729E}">
  <ds:schemaRefs>
    <ds:schemaRef ds:uri="0e1089ab-238d-4f34-8e8a-1e1e5907d4c8"/>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E173F5B9-CA92-4B94-AB61-4BBEAEC9764E}">
  <ds:schemaRefs>
    <ds:schemaRef ds:uri="http://schemas.microsoft.com/sharepoint/v3/contenttype/forms"/>
  </ds:schemaRefs>
</ds:datastoreItem>
</file>

<file path=customXml/itemProps3.xml><?xml version="1.0" encoding="utf-8"?>
<ds:datastoreItem xmlns:ds="http://schemas.openxmlformats.org/officeDocument/2006/customXml" ds:itemID="{20EB7167-61AD-41F1-A0C7-D8F1990BF1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1089ab-238d-4f34-8e8a-1e1e5907d4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3514</Words>
  <Application>Microsoft Office PowerPoint</Application>
  <PresentationFormat>Breitbild</PresentationFormat>
  <Paragraphs>454</Paragraphs>
  <Slides>58</Slides>
  <Notes>9</Notes>
  <HiddenSlides>1</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58</vt:i4>
      </vt:variant>
    </vt:vector>
  </HeadingPairs>
  <TitlesOfParts>
    <vt:vector size="66" baseType="lpstr">
      <vt:lpstr>Anthropic Serif</vt:lpstr>
      <vt:lpstr>Arial</vt:lpstr>
      <vt:lpstr>Bookman Old Style</vt:lpstr>
      <vt:lpstr>Calibri</vt:lpstr>
      <vt:lpstr>Cambria</vt:lpstr>
      <vt:lpstr>Symbol</vt:lpstr>
      <vt:lpstr>Wingdings</vt:lpstr>
      <vt:lpstr>IMC University of Applied Sciences</vt:lpstr>
      <vt:lpstr>From Statistics to  Decision Making</vt:lpstr>
      <vt:lpstr>Overview</vt:lpstr>
      <vt:lpstr>From Statistics 2  Decision Making</vt:lpstr>
      <vt:lpstr>But: Why Data Driven … Everything?</vt:lpstr>
      <vt:lpstr>But: Why Data Driven … Everything?</vt:lpstr>
      <vt:lpstr>Data Driven … Everything? </vt:lpstr>
      <vt:lpstr>Data Driven … Everything? </vt:lpstr>
      <vt:lpstr>From Statistics to Data Science</vt:lpstr>
      <vt:lpstr>Statistics vs. Data Science</vt:lpstr>
      <vt:lpstr>Let`s Start with the Basics (yeah: Statistics)</vt:lpstr>
      <vt:lpstr>A typical Workflow</vt:lpstr>
      <vt:lpstr>What is a Decision?</vt:lpstr>
      <vt:lpstr>A Decision</vt:lpstr>
      <vt:lpstr>A Decision</vt:lpstr>
      <vt:lpstr>A Decision</vt:lpstr>
      <vt:lpstr>Two Ways to Think About Decision-Making </vt:lpstr>
      <vt:lpstr>The Foundations of Prescriptive (“Rational”) Decision Theory</vt:lpstr>
      <vt:lpstr>The Foundations of Prescriptive (“Rational”) Decision Theory</vt:lpstr>
      <vt:lpstr>Does it work?</vt:lpstr>
      <vt:lpstr>An Exercise in Rationality</vt:lpstr>
      <vt:lpstr>Welcome board members! </vt:lpstr>
      <vt:lpstr>Welcome board members! </vt:lpstr>
      <vt:lpstr>Again: Welcome board members! </vt:lpstr>
      <vt:lpstr>Outcomes of your decisions:</vt:lpstr>
      <vt:lpstr>Outcomes of your decisions:</vt:lpstr>
      <vt:lpstr>Debriefing</vt:lpstr>
      <vt:lpstr>Some Conclusions on the EUT</vt:lpstr>
      <vt:lpstr>A Look at Descriptive Approaches</vt:lpstr>
      <vt:lpstr>Two Ways to Think About Decision-Making </vt:lpstr>
      <vt:lpstr>Descriptive Decision Theory: How People Actually Decide</vt:lpstr>
      <vt:lpstr>Since we are Here: A Recommendation</vt:lpstr>
      <vt:lpstr>Some selected Effects when People make Decisions</vt:lpstr>
      <vt:lpstr>When we are so bad at it: Why not Data Driven Everything?</vt:lpstr>
      <vt:lpstr>Data Driven Decision Support: Navigating between Prescriptive and Descriptive Perspectives</vt:lpstr>
      <vt:lpstr>Data-Based Decision Making  in Real Life</vt:lpstr>
      <vt:lpstr>An Overview on Data-Driven Decision Strategies</vt:lpstr>
      <vt:lpstr>An Overview on Data-Driven Decision Strategies</vt:lpstr>
      <vt:lpstr>CBA - The Old Man of Data-Based Decision Making</vt:lpstr>
      <vt:lpstr>Cost-Benefit Analysis: The Main Approach</vt:lpstr>
      <vt:lpstr>Cost-Benefit Analysis: The Main Approach</vt:lpstr>
      <vt:lpstr>Cost-Benefit Analysis: The Main Approach</vt:lpstr>
      <vt:lpstr>An Example: Let’s build some PV!</vt:lpstr>
      <vt:lpstr>Detour: Emissionszertifikatehandelsgesetz 2022 (NEHG 2022)</vt:lpstr>
      <vt:lpstr>Detour: Discount Rate</vt:lpstr>
      <vt:lpstr>Detour: Discount Rate</vt:lpstr>
      <vt:lpstr>Your 2. Assignment</vt:lpstr>
      <vt:lpstr>Your 2. Assignment: A little CBA for IMC</vt:lpstr>
      <vt:lpstr>Your 2. Assignment: How 2 Proceed</vt:lpstr>
      <vt:lpstr>Your 2. Assignment: A little CBA for IMC</vt:lpstr>
      <vt:lpstr>Your 2. Assignment: A little CBA for IMC</vt:lpstr>
      <vt:lpstr>Utility Analysis</vt:lpstr>
      <vt:lpstr>Multi-Criteria Utility Analysis: The Main Idea</vt:lpstr>
      <vt:lpstr>Multi-Criteria Utility Analysis: The Main Idea</vt:lpstr>
      <vt:lpstr>Multi-Criteria Utility Analysis: The Workflow</vt:lpstr>
      <vt:lpstr>Multi-Criteria Utility Analysis: The Workflow</vt:lpstr>
      <vt:lpstr>Outlook</vt:lpstr>
      <vt:lpstr>Outlook</vt:lpstr>
      <vt:lpstr>So long &amp; cheerio!</vt:lpstr>
    </vt:vector>
  </TitlesOfParts>
  <Company>IMC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Karl Michael Höferl</dc:creator>
  <cp:lastModifiedBy>Karl Michael Höferl</cp:lastModifiedBy>
  <cp:revision>243</cp:revision>
  <dcterms:created xsi:type="dcterms:W3CDTF">2023-06-26T10:57:31Z</dcterms:created>
  <dcterms:modified xsi:type="dcterms:W3CDTF">2026-05-20T13:13:16Z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0x010100C58D664516BE24469EECE7B1C74B4CED</vt:lpwstr>
  </property>
  <property fmtid="{D5CDD505-2E9C-101B-9397-08002B2CF9AE}" pid="3" name="MediaServiceImageTags">
    <vt:lpwstr/>
  </property>
</Properties>
</file>